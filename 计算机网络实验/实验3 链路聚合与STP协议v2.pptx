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3" r:id="rId2"/>
  </p:sldMasterIdLst>
  <p:notesMasterIdLst>
    <p:notesMasterId r:id="rId32"/>
  </p:notesMasterIdLst>
  <p:handoutMasterIdLst>
    <p:handoutMasterId r:id="rId33"/>
  </p:handoutMasterIdLst>
  <p:sldIdLst>
    <p:sldId id="256" r:id="rId3"/>
    <p:sldId id="257" r:id="rId4"/>
    <p:sldId id="283" r:id="rId5"/>
    <p:sldId id="279" r:id="rId6"/>
    <p:sldId id="285" r:id="rId7"/>
    <p:sldId id="268" r:id="rId8"/>
    <p:sldId id="389" r:id="rId9"/>
    <p:sldId id="280" r:id="rId10"/>
    <p:sldId id="372" r:id="rId11"/>
    <p:sldId id="373" r:id="rId12"/>
    <p:sldId id="374" r:id="rId13"/>
    <p:sldId id="375" r:id="rId14"/>
    <p:sldId id="376" r:id="rId15"/>
    <p:sldId id="390" r:id="rId16"/>
    <p:sldId id="369" r:id="rId17"/>
    <p:sldId id="370" r:id="rId18"/>
    <p:sldId id="383" r:id="rId19"/>
    <p:sldId id="282" r:id="rId20"/>
    <p:sldId id="371" r:id="rId21"/>
    <p:sldId id="377" r:id="rId22"/>
    <p:sldId id="378" r:id="rId23"/>
    <p:sldId id="386" r:id="rId24"/>
    <p:sldId id="387" r:id="rId25"/>
    <p:sldId id="388" r:id="rId26"/>
    <p:sldId id="384" r:id="rId27"/>
    <p:sldId id="379" r:id="rId28"/>
    <p:sldId id="381" r:id="rId29"/>
    <p:sldId id="385" r:id="rId30"/>
    <p:sldId id="382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7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5EE15-852B-41EC-8089-E83C2BD0AB56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774AD-2B09-4553-ACDF-BA7D62A702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6189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7A4B5-C387-47A2-B508-6CA245F49076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25664-41C2-4F15-9C5B-8B2E5EF6AF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320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6609DB3-E405-42A2-A1E7-1D10664AF0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DECBF4A-2ABF-4B39-AF4B-E12324EEC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028262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6609DB3-E405-42A2-A1E7-1D10664AF0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DECBF4A-2ABF-4B39-AF4B-E12324EEC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201878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6609DB3-E405-42A2-A1E7-1D10664AF0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DECBF4A-2ABF-4B39-AF4B-E12324EEC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701522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封面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SLIDEtoME\TP模板\新建文件夹 (16)\bg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152"/>
            <a:ext cx="9144000" cy="688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5287" y="2708920"/>
            <a:ext cx="8353425" cy="792088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95287" y="3501008"/>
            <a:ext cx="8353425" cy="504056"/>
          </a:xfrm>
        </p:spPr>
        <p:txBody>
          <a:bodyPr/>
          <a:lstStyle>
            <a:lvl1pPr marL="0" indent="0" algn="l">
              <a:buNone/>
              <a:defRPr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5F64977-8358-4D79-ACF3-86E22705B043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179E853-12EF-4AB3-94A8-9D32C3326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40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D:\SLIDEtoME\TP模板\新建文件夹 (16)\bg1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64" b="22694"/>
          <a:stretch/>
        </p:blipFill>
        <p:spPr bwMode="auto">
          <a:xfrm>
            <a:off x="0" y="775177"/>
            <a:ext cx="91440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64977-8358-4D79-ACF3-86E22705B043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fld id="{4179E853-12EF-4AB3-94A8-9D32C332615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88" y="2689182"/>
            <a:ext cx="8353425" cy="750292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5288" y="2287345"/>
            <a:ext cx="8353425" cy="401836"/>
          </a:xfr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8318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封底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SLIDEtoME\TP模板\新建文件夹 (16)\bg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152"/>
            <a:ext cx="9144000" cy="688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5287" y="2624336"/>
            <a:ext cx="8353425" cy="792088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95287" y="3416424"/>
            <a:ext cx="8353425" cy="504056"/>
          </a:xfrm>
        </p:spPr>
        <p:txBody>
          <a:bodyPr/>
          <a:lstStyle>
            <a:lvl1pPr marL="0" indent="0" algn="l">
              <a:buNone/>
              <a:defRPr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5F64977-8358-4D79-ACF3-86E22705B043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179E853-12EF-4AB3-94A8-9D32C3326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689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06" y="331416"/>
            <a:ext cx="8353424" cy="720724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64977-8358-4D79-ACF3-86E22705B043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4179E853-12EF-4AB3-94A8-9D32C3326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53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7" y="1125538"/>
            <a:ext cx="4105275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7" y="1125538"/>
            <a:ext cx="4105275" cy="5183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64977-8358-4D79-ACF3-86E22705B043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4179E853-12EF-4AB3-94A8-9D32C3326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424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5288" y="1125538"/>
            <a:ext cx="4105275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95288" y="1844824"/>
            <a:ext cx="4102100" cy="4463901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3437" y="1125538"/>
            <a:ext cx="4105275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844824"/>
            <a:ext cx="4103688" cy="4463901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64977-8358-4D79-ACF3-86E22705B043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4179E853-12EF-4AB3-94A8-9D32C3326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64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64977-8358-4D79-ACF3-86E22705B043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E853-12EF-4AB3-94A8-9D32C3326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47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64977-8358-4D79-ACF3-86E22705B043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4179E853-12EF-4AB3-94A8-9D32C3326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42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88" y="273050"/>
            <a:ext cx="8353425" cy="7080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zh-CN" altLang="en-US"/>
            </a:lvl1pPr>
          </a:lstStyle>
          <a:p>
            <a:pPr marL="0"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125538"/>
            <a:ext cx="5173663" cy="5183187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52120" y="1125538"/>
            <a:ext cx="3070225" cy="518318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64977-8358-4D79-ACF3-86E22705B043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4179E853-12EF-4AB3-94A8-9D32C3326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160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87" y="4956215"/>
            <a:ext cx="8353425" cy="566738"/>
          </a:xfr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95287" y="1125538"/>
            <a:ext cx="8353425" cy="3743622"/>
          </a:xfrm>
          <a:ln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95287" y="5522953"/>
            <a:ext cx="8353425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64977-8358-4D79-ACF3-86E22705B043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E853-12EF-4AB3-94A8-9D32C3326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235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2024/4/10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122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2024/4/10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1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2024/4/10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33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2024/4/10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334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2024/4/10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38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2024/4/10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25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2024/4/10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5591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2024/4/10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9544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2024/4/10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4066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2024/4/10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7403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2024/4/10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311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SLIDEtoME\TP模板\新建文件夹 (16)\bg11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12409" y="331416"/>
            <a:ext cx="8353424" cy="72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5289" y="1196752"/>
            <a:ext cx="8353424" cy="5111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95288" y="6453336"/>
            <a:ext cx="2133600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5F64977-8358-4D79-ACF3-86E22705B043}" type="datetimeFigureOut">
              <a:rPr lang="zh-CN" altLang="en-US" smtClean="0"/>
              <a:t>2024/4/10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615113" y="6453336"/>
            <a:ext cx="2133600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179E853-12EF-4AB3-94A8-9D32C3326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907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342900" indent="-342900" algn="l" defTabSz="914400" rtl="0" eaLnBrk="1" fontAlgn="ctr" latinLnBrk="0" hangingPunct="1">
        <a:lnSpc>
          <a:spcPct val="150000"/>
        </a:lnSpc>
        <a:spcBef>
          <a:spcPts val="0"/>
        </a:spcBef>
        <a:spcAft>
          <a:spcPts val="400"/>
        </a:spcAft>
        <a:buSzPct val="70000"/>
        <a:buFont typeface="Wingdings" pitchFamily="2" charset="2"/>
        <a:buChar char="l"/>
        <a:defRPr sz="3200" b="1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42950" indent="-285750" algn="l" defTabSz="914400" rtl="0" eaLnBrk="1" fontAlgn="ctr" latinLnBrk="0" hangingPunct="1">
        <a:lnSpc>
          <a:spcPct val="150000"/>
        </a:lnSpc>
        <a:spcBef>
          <a:spcPts val="0"/>
        </a:spcBef>
        <a:spcAft>
          <a:spcPts val="400"/>
        </a:spcAft>
        <a:buSzPct val="70000"/>
        <a:buFont typeface="Wingdings" pitchFamily="2" charset="2"/>
        <a:buChar char="l"/>
        <a:defRPr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1143000" indent="-228600" algn="l" defTabSz="914400" rtl="0" eaLnBrk="1" fontAlgn="ctr" latinLnBrk="0" hangingPunct="1">
        <a:lnSpc>
          <a:spcPct val="150000"/>
        </a:lnSpc>
        <a:spcBef>
          <a:spcPts val="0"/>
        </a:spcBef>
        <a:spcAft>
          <a:spcPts val="400"/>
        </a:spcAft>
        <a:buSzPct val="70000"/>
        <a:buFont typeface="Wingdings" pitchFamily="2" charset="2"/>
        <a:buChar char="l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fontAlgn="ctr" latinLnBrk="0" hangingPunct="1">
        <a:lnSpc>
          <a:spcPct val="150000"/>
        </a:lnSpc>
        <a:spcBef>
          <a:spcPts val="0"/>
        </a:spcBef>
        <a:spcAft>
          <a:spcPts val="400"/>
        </a:spcAft>
        <a:buSzPct val="70000"/>
        <a:buFont typeface="Wingdings" pitchFamily="2" charset="2"/>
        <a:buChar char="l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fontAlgn="ctr" latinLnBrk="0" hangingPunct="1">
        <a:lnSpc>
          <a:spcPct val="150000"/>
        </a:lnSpc>
        <a:spcBef>
          <a:spcPts val="0"/>
        </a:spcBef>
        <a:spcAft>
          <a:spcPts val="400"/>
        </a:spcAft>
        <a:buSzPct val="70000"/>
        <a:buFont typeface="Wingdings" pitchFamily="2" charset="2"/>
        <a:buChar char="l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2024/4/10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2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4000" dirty="0"/>
              <a:t>计算机网络实验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2800" b="1"/>
              <a:t>朱均安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27262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实验目的</a:t>
            </a:r>
            <a:endParaRPr lang="en-US" altLang="zh-CN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）进一步熟悉对交换机</a:t>
            </a:r>
            <a:r>
              <a:rPr lang="en-US" altLang="zh-CN" dirty="0"/>
              <a:t>/</a:t>
            </a:r>
            <a:r>
              <a:rPr lang="zh-CN" altLang="en-US" dirty="0"/>
              <a:t>路由器设备的配置操作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）掌握对交换机链路聚合基本配置操作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）掌握对交换机</a:t>
            </a:r>
            <a:r>
              <a:rPr lang="en-US" altLang="zh-CN" dirty="0"/>
              <a:t>STP</a:t>
            </a:r>
            <a:r>
              <a:rPr lang="zh-CN" altLang="en-US" dirty="0"/>
              <a:t>配置的基本操作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5133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实验内容</a:t>
            </a:r>
            <a:endParaRPr lang="en-US" altLang="zh-CN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）链路聚合配置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STP</a:t>
            </a:r>
            <a:r>
              <a:rPr lang="zh-CN" altLang="en-US" dirty="0"/>
              <a:t>协议配置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6749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sz="3500" dirty="0">
                <a:latin typeface="黑体" panose="02010609060101010101" pitchFamily="49" charset="-122"/>
                <a:ea typeface="黑体" panose="02010609060101010101" pitchFamily="49" charset="-122"/>
              </a:rPr>
              <a:t>一般操作流程</a:t>
            </a:r>
            <a:endParaRPr lang="en-US" altLang="zh-CN" sz="35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/>
              <a:t>1</a:t>
            </a:r>
            <a:r>
              <a:rPr lang="zh-CN" altLang="en-US" dirty="0"/>
              <a:t>、熟悉相关操作命令与设备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、设计网络拓扑</a:t>
            </a:r>
            <a:endParaRPr lang="en-US" altLang="zh-CN" dirty="0"/>
          </a:p>
          <a:p>
            <a:r>
              <a:rPr lang="en-US" altLang="zh-CN" sz="3300" dirty="0"/>
              <a:t>3</a:t>
            </a:r>
            <a:r>
              <a:rPr lang="zh-CN" altLang="en-US" sz="3300" dirty="0"/>
              <a:t>、查看之前的配置是否被清除</a:t>
            </a:r>
            <a:endParaRPr lang="en-US" altLang="zh-CN" sz="3300" dirty="0"/>
          </a:p>
          <a:p>
            <a:r>
              <a:rPr lang="en-US" altLang="zh-CN" sz="3300" dirty="0"/>
              <a:t>4</a:t>
            </a:r>
            <a:r>
              <a:rPr lang="zh-CN" altLang="en-US" sz="3300" dirty="0"/>
              <a:t>、配置设备参数（软件配置）</a:t>
            </a:r>
            <a:endParaRPr lang="en-US" altLang="zh-CN" sz="3300" dirty="0"/>
          </a:p>
          <a:p>
            <a:r>
              <a:rPr lang="en-US" altLang="zh-CN" sz="3300" dirty="0"/>
              <a:t>5</a:t>
            </a:r>
            <a:r>
              <a:rPr lang="zh-CN" altLang="en-US" sz="3300" dirty="0"/>
              <a:t>、配置设备连线（硬件配置）</a:t>
            </a:r>
            <a:endParaRPr lang="en-US" altLang="zh-CN" sz="3300" dirty="0"/>
          </a:p>
          <a:p>
            <a:r>
              <a:rPr lang="en-US" altLang="zh-CN" sz="3300" dirty="0"/>
              <a:t>6</a:t>
            </a:r>
            <a:r>
              <a:rPr lang="zh-CN" altLang="en-US" sz="3300" dirty="0"/>
              <a:t>、查看设备状态，验证配置结果</a:t>
            </a:r>
            <a:endParaRPr lang="en-US" altLang="zh-CN" sz="3300" dirty="0"/>
          </a:p>
          <a:p>
            <a:r>
              <a:rPr lang="en-US" altLang="zh-CN" dirty="0"/>
              <a:t>7</a:t>
            </a:r>
            <a:r>
              <a:rPr lang="zh-CN" altLang="en-US" dirty="0"/>
              <a:t>、实验结束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93071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5">
            <a:extLst>
              <a:ext uri="{FF2B5EF4-FFF2-40B4-BE49-F238E27FC236}">
                <a16:creationId xmlns:a16="http://schemas.microsoft.com/office/drawing/2014/main" id="{E948FB49-8601-4076-870D-AE8E187C0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链路聚合</a:t>
            </a:r>
            <a:r>
              <a:rPr lang="zh-CN" altLang="en-US" dirty="0"/>
              <a:t>原理</a:t>
            </a:r>
            <a:endParaRPr lang="zh-CN" altLang="zh-CN" dirty="0"/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6D8E83C5-9C63-468E-81D2-6271D7FB98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0073" y="3944240"/>
            <a:ext cx="8428654" cy="2434722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链路聚合：将多个物理端口汇聚在一起，形成一个逻辑端口，以实现出</a:t>
            </a:r>
            <a:r>
              <a:rPr lang="en-US" altLang="zh-CN" sz="2800" dirty="0"/>
              <a:t>/</a:t>
            </a:r>
            <a:r>
              <a:rPr lang="zh-CN" altLang="en-US" sz="2800" dirty="0"/>
              <a:t>入流量吞吐量在各成员端口的负荷分担，从而增加链路带宽，提高链路可靠性</a:t>
            </a:r>
          </a:p>
          <a:p>
            <a:endParaRPr lang="zh-CN" altLang="zh-CN" sz="2800" dirty="0"/>
          </a:p>
        </p:txBody>
      </p:sp>
      <p:sp>
        <p:nvSpPr>
          <p:cNvPr id="56" name="Line 2">
            <a:extLst>
              <a:ext uri="{FF2B5EF4-FFF2-40B4-BE49-F238E27FC236}">
                <a16:creationId xmlns:a16="http://schemas.microsoft.com/office/drawing/2014/main" id="{B0C66020-3921-4B1A-AAB1-D76EDBACD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1773238"/>
            <a:ext cx="576262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3">
            <a:extLst>
              <a:ext uri="{FF2B5EF4-FFF2-40B4-BE49-F238E27FC236}">
                <a16:creationId xmlns:a16="http://schemas.microsoft.com/office/drawing/2014/main" id="{7155DE86-27C6-4F90-9946-E9B45F365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3141663"/>
            <a:ext cx="576262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Line 4">
            <a:extLst>
              <a:ext uri="{FF2B5EF4-FFF2-40B4-BE49-F238E27FC236}">
                <a16:creationId xmlns:a16="http://schemas.microsoft.com/office/drawing/2014/main" id="{9CAEDC34-8E2C-46E7-A994-307755AF2D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2275" y="2779713"/>
            <a:ext cx="863600" cy="1587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Line 5">
            <a:extLst>
              <a:ext uri="{FF2B5EF4-FFF2-40B4-BE49-F238E27FC236}">
                <a16:creationId xmlns:a16="http://schemas.microsoft.com/office/drawing/2014/main" id="{CE60C9AF-2077-4F31-8D64-969F596851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2492375"/>
            <a:ext cx="8636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Line 6">
            <a:extLst>
              <a:ext uri="{FF2B5EF4-FFF2-40B4-BE49-F238E27FC236}">
                <a16:creationId xmlns:a16="http://schemas.microsoft.com/office/drawing/2014/main" id="{EB8B43CC-51EC-4217-80B5-5EA5C0F2D1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2275" y="2781300"/>
            <a:ext cx="0" cy="360363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Line 7">
            <a:extLst>
              <a:ext uri="{FF2B5EF4-FFF2-40B4-BE49-F238E27FC236}">
                <a16:creationId xmlns:a16="http://schemas.microsoft.com/office/drawing/2014/main" id="{C7C54D83-B1CE-492D-B7B4-6FBEB603F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1773238"/>
            <a:ext cx="0" cy="719137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2" name="Picture 8" descr="computer">
            <a:extLst>
              <a:ext uri="{FF2B5EF4-FFF2-40B4-BE49-F238E27FC236}">
                <a16:creationId xmlns:a16="http://schemas.microsoft.com/office/drawing/2014/main" id="{AFB6E295-9C1F-4AF2-B7C9-446CA4101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268413"/>
            <a:ext cx="7207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" name="Picture 9" descr="computer">
            <a:extLst>
              <a:ext uri="{FF2B5EF4-FFF2-40B4-BE49-F238E27FC236}">
                <a16:creationId xmlns:a16="http://schemas.microsoft.com/office/drawing/2014/main" id="{0D341799-B879-4A4F-BDFB-726C12B7F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636838"/>
            <a:ext cx="7207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Text Box 10">
            <a:extLst>
              <a:ext uri="{FF2B5EF4-FFF2-40B4-BE49-F238E27FC236}">
                <a16:creationId xmlns:a16="http://schemas.microsoft.com/office/drawing/2014/main" id="{7BA71447-BAEE-4BB3-BA22-9048E4DE8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1917700"/>
            <a:ext cx="863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1600">
                <a:ea typeface="华文细黑" panose="02010600040101010101" pitchFamily="2" charset="-122"/>
              </a:rPr>
              <a:t>PCA</a:t>
            </a:r>
          </a:p>
        </p:txBody>
      </p:sp>
      <p:sp>
        <p:nvSpPr>
          <p:cNvPr id="65" name="Text Box 11">
            <a:extLst>
              <a:ext uri="{FF2B5EF4-FFF2-40B4-BE49-F238E27FC236}">
                <a16:creationId xmlns:a16="http://schemas.microsoft.com/office/drawing/2014/main" id="{6AC65A37-9928-40B2-8630-8789D4B26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3286125"/>
            <a:ext cx="863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1600">
                <a:ea typeface="华文细黑" panose="02010600040101010101" pitchFamily="2" charset="-122"/>
              </a:rPr>
              <a:t>PCB</a:t>
            </a:r>
          </a:p>
        </p:txBody>
      </p:sp>
      <p:sp>
        <p:nvSpPr>
          <p:cNvPr id="66" name="Line 12">
            <a:extLst>
              <a:ext uri="{FF2B5EF4-FFF2-40B4-BE49-F238E27FC236}">
                <a16:creationId xmlns:a16="http://schemas.microsoft.com/office/drawing/2014/main" id="{134DB49F-7035-4207-967E-29B1E14B8C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1555750"/>
            <a:ext cx="576262" cy="0"/>
          </a:xfrm>
          <a:prstGeom prst="line">
            <a:avLst/>
          </a:prstGeom>
          <a:noFill/>
          <a:ln w="254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13">
            <a:extLst>
              <a:ext uri="{FF2B5EF4-FFF2-40B4-BE49-F238E27FC236}">
                <a16:creationId xmlns:a16="http://schemas.microsoft.com/office/drawing/2014/main" id="{1BBC80DA-8D3F-471E-BC93-3DA8A30D52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2274888"/>
            <a:ext cx="360363" cy="1587"/>
          </a:xfrm>
          <a:prstGeom prst="line">
            <a:avLst/>
          </a:prstGeom>
          <a:noFill/>
          <a:ln w="25400" cmpd="sng">
            <a:solidFill>
              <a:srgbClr val="0000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Line 14">
            <a:extLst>
              <a:ext uri="{FF2B5EF4-FFF2-40B4-BE49-F238E27FC236}">
                <a16:creationId xmlns:a16="http://schemas.microsoft.com/office/drawing/2014/main" id="{9BBAFCFE-E3C3-4CF6-BF0D-B835D7BD76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1555750"/>
            <a:ext cx="0" cy="719138"/>
          </a:xfrm>
          <a:prstGeom prst="line">
            <a:avLst/>
          </a:prstGeom>
          <a:noFill/>
          <a:ln w="254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Line 15">
            <a:extLst>
              <a:ext uri="{FF2B5EF4-FFF2-40B4-BE49-F238E27FC236}">
                <a16:creationId xmlns:a16="http://schemas.microsoft.com/office/drawing/2014/main" id="{F9C766CE-5CE6-4E6C-930E-5AB42BC000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3355975"/>
            <a:ext cx="576262" cy="0"/>
          </a:xfrm>
          <a:prstGeom prst="line">
            <a:avLst/>
          </a:prstGeom>
          <a:noFill/>
          <a:ln w="254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16">
            <a:extLst>
              <a:ext uri="{FF2B5EF4-FFF2-40B4-BE49-F238E27FC236}">
                <a16:creationId xmlns:a16="http://schemas.microsoft.com/office/drawing/2014/main" id="{83187B2D-27C2-4BEC-91D9-4CADF7A1D8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2995613"/>
            <a:ext cx="0" cy="360362"/>
          </a:xfrm>
          <a:prstGeom prst="line">
            <a:avLst/>
          </a:prstGeom>
          <a:noFill/>
          <a:ln w="25400" cmpd="sng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17">
            <a:extLst>
              <a:ext uri="{FF2B5EF4-FFF2-40B4-BE49-F238E27FC236}">
                <a16:creationId xmlns:a16="http://schemas.microsoft.com/office/drawing/2014/main" id="{E1774EA2-42CE-4651-926A-A2D9C7DDC3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2995613"/>
            <a:ext cx="360363" cy="1587"/>
          </a:xfrm>
          <a:prstGeom prst="line">
            <a:avLst/>
          </a:prstGeom>
          <a:noFill/>
          <a:ln w="25400" cmpd="sng">
            <a:solidFill>
              <a:srgbClr val="0000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Oval 19">
            <a:extLst>
              <a:ext uri="{FF2B5EF4-FFF2-40B4-BE49-F238E27FC236}">
                <a16:creationId xmlns:a16="http://schemas.microsoft.com/office/drawing/2014/main" id="{D39A9CFC-F26D-4028-A7BC-ABE8D3A27D58}"/>
              </a:ext>
            </a:extLst>
          </p:cNvPr>
          <p:cNvSpPr>
            <a:spLocks noChangeArrowheads="1"/>
          </p:cNvSpPr>
          <p:nvPr/>
        </p:nvSpPr>
        <p:spPr bwMode="auto">
          <a:xfrm rot="45264" flipH="1">
            <a:off x="5219700" y="1844675"/>
            <a:ext cx="357188" cy="1493838"/>
          </a:xfrm>
          <a:prstGeom prst="ellipse">
            <a:avLst/>
          </a:prstGeom>
          <a:noFill/>
          <a:ln w="19050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Line 20">
            <a:extLst>
              <a:ext uri="{FF2B5EF4-FFF2-40B4-BE49-F238E27FC236}">
                <a16:creationId xmlns:a16="http://schemas.microsoft.com/office/drawing/2014/main" id="{0E1F7CDF-0725-4DD5-9E93-2BC2C48B0F7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62350" y="2997200"/>
            <a:ext cx="3097213" cy="1588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21">
            <a:extLst>
              <a:ext uri="{FF2B5EF4-FFF2-40B4-BE49-F238E27FC236}">
                <a16:creationId xmlns:a16="http://schemas.microsoft.com/office/drawing/2014/main" id="{3DA61A73-174E-44A9-87E6-36A9879EA64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92500" y="2276475"/>
            <a:ext cx="3240088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5" name="Group 22">
            <a:extLst>
              <a:ext uri="{FF2B5EF4-FFF2-40B4-BE49-F238E27FC236}">
                <a16:creationId xmlns:a16="http://schemas.microsoft.com/office/drawing/2014/main" id="{4D584FC2-A85C-47E3-BC9E-89393438377A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1930400"/>
            <a:ext cx="1871662" cy="1354138"/>
            <a:chOff x="0" y="0"/>
            <a:chExt cx="576" cy="417"/>
          </a:xfrm>
        </p:grpSpPr>
        <p:sp>
          <p:nvSpPr>
            <p:cNvPr id="76" name="AutoShape 23">
              <a:extLst>
                <a:ext uri="{FF2B5EF4-FFF2-40B4-BE49-F238E27FC236}">
                  <a16:creationId xmlns:a16="http://schemas.microsoft.com/office/drawing/2014/main" id="{5AFA8FC7-0926-431D-A419-6D4C9015F17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未知">
              <a:extLst>
                <a:ext uri="{FF2B5EF4-FFF2-40B4-BE49-F238E27FC236}">
                  <a16:creationId xmlns:a16="http://schemas.microsoft.com/office/drawing/2014/main" id="{5DF0AC94-FC57-4010-AB10-D82C10BAA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未知">
              <a:extLst>
                <a:ext uri="{FF2B5EF4-FFF2-40B4-BE49-F238E27FC236}">
                  <a16:creationId xmlns:a16="http://schemas.microsoft.com/office/drawing/2014/main" id="{5B9BA8A5-00F0-45CF-B8B1-B690332EE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未知">
              <a:extLst>
                <a:ext uri="{FF2B5EF4-FFF2-40B4-BE49-F238E27FC236}">
                  <a16:creationId xmlns:a16="http://schemas.microsoft.com/office/drawing/2014/main" id="{DA1956F4-AAEC-4FE5-99C6-061D15785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未知">
              <a:extLst>
                <a:ext uri="{FF2B5EF4-FFF2-40B4-BE49-F238E27FC236}">
                  <a16:creationId xmlns:a16="http://schemas.microsoft.com/office/drawing/2014/main" id="{F527B6A1-F8CC-4635-A4F5-9EE5719490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未知">
              <a:extLst>
                <a:ext uri="{FF2B5EF4-FFF2-40B4-BE49-F238E27FC236}">
                  <a16:creationId xmlns:a16="http://schemas.microsoft.com/office/drawing/2014/main" id="{2FE0EBF0-F6FA-4520-B786-51CBB3F74A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未知">
              <a:extLst>
                <a:ext uri="{FF2B5EF4-FFF2-40B4-BE49-F238E27FC236}">
                  <a16:creationId xmlns:a16="http://schemas.microsoft.com/office/drawing/2014/main" id="{9AD5F814-BB81-42C4-8D51-8FAF87AC7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未知">
              <a:extLst>
                <a:ext uri="{FF2B5EF4-FFF2-40B4-BE49-F238E27FC236}">
                  <a16:creationId xmlns:a16="http://schemas.microsoft.com/office/drawing/2014/main" id="{42EABEFB-2462-42C9-A51C-83E838DBD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未知">
              <a:extLst>
                <a:ext uri="{FF2B5EF4-FFF2-40B4-BE49-F238E27FC236}">
                  <a16:creationId xmlns:a16="http://schemas.microsoft.com/office/drawing/2014/main" id="{504F45E6-2FED-4F0C-B6D4-BE9EF37B7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未知">
              <a:extLst>
                <a:ext uri="{FF2B5EF4-FFF2-40B4-BE49-F238E27FC236}">
                  <a16:creationId xmlns:a16="http://schemas.microsoft.com/office/drawing/2014/main" id="{24FA50E0-82FD-4ED2-A6ED-73F4C5F7E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未知">
              <a:extLst>
                <a:ext uri="{FF2B5EF4-FFF2-40B4-BE49-F238E27FC236}">
                  <a16:creationId xmlns:a16="http://schemas.microsoft.com/office/drawing/2014/main" id="{1D043BE2-A1B7-4B57-A02A-BF118C7AD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未知">
              <a:extLst>
                <a:ext uri="{FF2B5EF4-FFF2-40B4-BE49-F238E27FC236}">
                  <a16:creationId xmlns:a16="http://schemas.microsoft.com/office/drawing/2014/main" id="{0DA2A977-7281-4E01-86B2-6B4A65AC2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8" name="Text Box 35">
            <a:extLst>
              <a:ext uri="{FF2B5EF4-FFF2-40B4-BE49-F238E27FC236}">
                <a16:creationId xmlns:a16="http://schemas.microsoft.com/office/drawing/2014/main" id="{34850EE0-4D08-424B-A8FE-A235EDFAE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3357563"/>
            <a:ext cx="10080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>
                <a:ea typeface="黑体" panose="02010609060101010101" pitchFamily="49" charset="-122"/>
              </a:rPr>
              <a:t>SWA</a:t>
            </a:r>
          </a:p>
        </p:txBody>
      </p:sp>
      <p:sp>
        <p:nvSpPr>
          <p:cNvPr id="89" name="Text Box 36">
            <a:extLst>
              <a:ext uri="{FF2B5EF4-FFF2-40B4-BE49-F238E27FC236}">
                <a16:creationId xmlns:a16="http://schemas.microsoft.com/office/drawing/2014/main" id="{79D1D9AA-ABF0-44DE-B88C-5C91593EE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3357563"/>
            <a:ext cx="10080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>
                <a:ea typeface="黑体" panose="02010609060101010101" pitchFamily="49" charset="-122"/>
              </a:rPr>
              <a:t>SWB</a:t>
            </a:r>
          </a:p>
        </p:txBody>
      </p:sp>
      <p:sp>
        <p:nvSpPr>
          <p:cNvPr id="90" name="Line 37">
            <a:extLst>
              <a:ext uri="{FF2B5EF4-FFF2-40B4-BE49-F238E27FC236}">
                <a16:creationId xmlns:a16="http://schemas.microsoft.com/office/drawing/2014/main" id="{BE589EF3-E7A8-4ED7-83D2-4F81301B1F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2185988"/>
            <a:ext cx="792163" cy="1587"/>
          </a:xfrm>
          <a:prstGeom prst="line">
            <a:avLst/>
          </a:prstGeom>
          <a:noFill/>
          <a:ln w="25400" cmpd="sng">
            <a:solidFill>
              <a:srgbClr val="0000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Line 38">
            <a:extLst>
              <a:ext uri="{FF2B5EF4-FFF2-40B4-BE49-F238E27FC236}">
                <a16:creationId xmlns:a16="http://schemas.microsoft.com/office/drawing/2014/main" id="{D28299CE-C33E-49FA-B07D-F3D0B7330F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2905125"/>
            <a:ext cx="792163" cy="1588"/>
          </a:xfrm>
          <a:prstGeom prst="line">
            <a:avLst/>
          </a:prstGeom>
          <a:noFill/>
          <a:ln w="25400" cmpd="sng">
            <a:solidFill>
              <a:srgbClr val="0000FF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" name="Group 39">
            <a:extLst>
              <a:ext uri="{FF2B5EF4-FFF2-40B4-BE49-F238E27FC236}">
                <a16:creationId xmlns:a16="http://schemas.microsoft.com/office/drawing/2014/main" id="{9B037076-6686-4C2B-8C12-CE3C061154CE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1916113"/>
            <a:ext cx="1871663" cy="1354137"/>
            <a:chOff x="0" y="0"/>
            <a:chExt cx="576" cy="417"/>
          </a:xfrm>
        </p:grpSpPr>
        <p:sp>
          <p:nvSpPr>
            <p:cNvPr id="93" name="AutoShape 40">
              <a:extLst>
                <a:ext uri="{FF2B5EF4-FFF2-40B4-BE49-F238E27FC236}">
                  <a16:creationId xmlns:a16="http://schemas.microsoft.com/office/drawing/2014/main" id="{8619E547-7E69-4DEC-AFC3-4B4005360C4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未知">
              <a:extLst>
                <a:ext uri="{FF2B5EF4-FFF2-40B4-BE49-F238E27FC236}">
                  <a16:creationId xmlns:a16="http://schemas.microsoft.com/office/drawing/2014/main" id="{AD5278B6-13CD-4DA3-A75D-6FF2EDAAB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未知">
              <a:extLst>
                <a:ext uri="{FF2B5EF4-FFF2-40B4-BE49-F238E27FC236}">
                  <a16:creationId xmlns:a16="http://schemas.microsoft.com/office/drawing/2014/main" id="{CF877566-7823-4891-87EB-2CD0E4DDD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未知">
              <a:extLst>
                <a:ext uri="{FF2B5EF4-FFF2-40B4-BE49-F238E27FC236}">
                  <a16:creationId xmlns:a16="http://schemas.microsoft.com/office/drawing/2014/main" id="{351BAD84-A54C-4943-969D-4C736169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未知">
              <a:extLst>
                <a:ext uri="{FF2B5EF4-FFF2-40B4-BE49-F238E27FC236}">
                  <a16:creationId xmlns:a16="http://schemas.microsoft.com/office/drawing/2014/main" id="{33D4C2ED-FFBD-402A-8508-E64EF395B5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未知">
              <a:extLst>
                <a:ext uri="{FF2B5EF4-FFF2-40B4-BE49-F238E27FC236}">
                  <a16:creationId xmlns:a16="http://schemas.microsoft.com/office/drawing/2014/main" id="{37A16A99-A055-4C31-830A-3E7888D218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未知">
              <a:extLst>
                <a:ext uri="{FF2B5EF4-FFF2-40B4-BE49-F238E27FC236}">
                  <a16:creationId xmlns:a16="http://schemas.microsoft.com/office/drawing/2014/main" id="{C12EF6BE-61AC-4F6E-A65E-5CBCFF633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未知">
              <a:extLst>
                <a:ext uri="{FF2B5EF4-FFF2-40B4-BE49-F238E27FC236}">
                  <a16:creationId xmlns:a16="http://schemas.microsoft.com/office/drawing/2014/main" id="{E24A81D2-F793-49B3-9A38-B71A3152E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未知">
              <a:extLst>
                <a:ext uri="{FF2B5EF4-FFF2-40B4-BE49-F238E27FC236}">
                  <a16:creationId xmlns:a16="http://schemas.microsoft.com/office/drawing/2014/main" id="{AC418A8B-D77E-405E-8996-2331D1D3C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未知">
              <a:extLst>
                <a:ext uri="{FF2B5EF4-FFF2-40B4-BE49-F238E27FC236}">
                  <a16:creationId xmlns:a16="http://schemas.microsoft.com/office/drawing/2014/main" id="{EB678DF6-202C-42D9-B4BA-2A04EC16A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未知">
              <a:extLst>
                <a:ext uri="{FF2B5EF4-FFF2-40B4-BE49-F238E27FC236}">
                  <a16:creationId xmlns:a16="http://schemas.microsoft.com/office/drawing/2014/main" id="{47BC0CA1-8ECE-43B7-951D-6A9AA9725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未知">
              <a:extLst>
                <a:ext uri="{FF2B5EF4-FFF2-40B4-BE49-F238E27FC236}">
                  <a16:creationId xmlns:a16="http://schemas.microsoft.com/office/drawing/2014/main" id="{3582079C-800A-4AAD-83DF-937FCF924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5" name="Rectangle 53">
            <a:extLst>
              <a:ext uri="{FF2B5EF4-FFF2-40B4-BE49-F238E27FC236}">
                <a16:creationId xmlns:a16="http://schemas.microsoft.com/office/drawing/2014/main" id="{420D862A-A4DA-40A2-A225-13B517072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429000"/>
            <a:ext cx="574675" cy="1444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" name="Rectangle 54">
            <a:extLst>
              <a:ext uri="{FF2B5EF4-FFF2-40B4-BE49-F238E27FC236}">
                <a16:creationId xmlns:a16="http://schemas.microsoft.com/office/drawing/2014/main" id="{312D9634-6B4E-4B3A-B187-E54FEDA2B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341438"/>
            <a:ext cx="574675" cy="142875"/>
          </a:xfrm>
          <a:prstGeom prst="rect">
            <a:avLst/>
          </a:prstGeom>
          <a:solidFill>
            <a:srgbClr val="92D050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Rectangle 55">
            <a:extLst>
              <a:ext uri="{FF2B5EF4-FFF2-40B4-BE49-F238E27FC236}">
                <a16:creationId xmlns:a16="http://schemas.microsoft.com/office/drawing/2014/main" id="{1D3A66AB-67DA-45C2-A81C-7B00574D0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2708275"/>
            <a:ext cx="574675" cy="1444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" name="Rectangle 56">
            <a:extLst>
              <a:ext uri="{FF2B5EF4-FFF2-40B4-BE49-F238E27FC236}">
                <a16:creationId xmlns:a16="http://schemas.microsoft.com/office/drawing/2014/main" id="{CEB42006-8C23-4BE0-A5B9-E2CD06E80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1989138"/>
            <a:ext cx="574675" cy="142875"/>
          </a:xfrm>
          <a:prstGeom prst="rect">
            <a:avLst/>
          </a:prstGeom>
          <a:solidFill>
            <a:srgbClr val="92D050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9" y="1196752"/>
            <a:ext cx="8353424" cy="1105986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实验拓扑图</a:t>
            </a:r>
            <a:r>
              <a:rPr lang="en-US" altLang="zh-CN" sz="3600" dirty="0"/>
              <a:t>(1)-</a:t>
            </a:r>
            <a:r>
              <a:rPr lang="zh-CN" altLang="en-US" sz="3600" dirty="0"/>
              <a:t>链路聚合</a:t>
            </a:r>
            <a:endParaRPr lang="en-US" altLang="zh-CN" sz="3600" dirty="0"/>
          </a:p>
          <a:p>
            <a:endParaRPr lang="en-US" altLang="zh-CN" sz="3600" dirty="0"/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BF41FDAD-D222-468F-B1DD-254CEBFBD520}"/>
              </a:ext>
            </a:extLst>
          </p:cNvPr>
          <p:cNvGrpSpPr>
            <a:grpSpLocks/>
          </p:cNvGrpSpPr>
          <p:nvPr/>
        </p:nvGrpSpPr>
        <p:grpSpPr bwMode="auto">
          <a:xfrm>
            <a:off x="1688388" y="2402122"/>
            <a:ext cx="1582738" cy="1144588"/>
            <a:chOff x="0" y="0"/>
            <a:chExt cx="576" cy="417"/>
          </a:xfrm>
        </p:grpSpPr>
        <p:sp>
          <p:nvSpPr>
            <p:cNvPr id="5" name="AutoShape 10">
              <a:extLst>
                <a:ext uri="{FF2B5EF4-FFF2-40B4-BE49-F238E27FC236}">
                  <a16:creationId xmlns:a16="http://schemas.microsoft.com/office/drawing/2014/main" id="{0E77EAFB-A93D-4D92-AAE0-4622CC8B69F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未知">
              <a:extLst>
                <a:ext uri="{FF2B5EF4-FFF2-40B4-BE49-F238E27FC236}">
                  <a16:creationId xmlns:a16="http://schemas.microsoft.com/office/drawing/2014/main" id="{38433F19-B585-450A-A811-2FC1859FD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未知">
              <a:extLst>
                <a:ext uri="{FF2B5EF4-FFF2-40B4-BE49-F238E27FC236}">
                  <a16:creationId xmlns:a16="http://schemas.microsoft.com/office/drawing/2014/main" id="{F671A56C-685B-4084-9705-38BB1A98A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未知">
              <a:extLst>
                <a:ext uri="{FF2B5EF4-FFF2-40B4-BE49-F238E27FC236}">
                  <a16:creationId xmlns:a16="http://schemas.microsoft.com/office/drawing/2014/main" id="{521FAB8F-A464-4CF0-B9B9-C37DE94CC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未知">
              <a:extLst>
                <a:ext uri="{FF2B5EF4-FFF2-40B4-BE49-F238E27FC236}">
                  <a16:creationId xmlns:a16="http://schemas.microsoft.com/office/drawing/2014/main" id="{85CE0267-FB37-49D0-8BC9-35071F4104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未知">
              <a:extLst>
                <a:ext uri="{FF2B5EF4-FFF2-40B4-BE49-F238E27FC236}">
                  <a16:creationId xmlns:a16="http://schemas.microsoft.com/office/drawing/2014/main" id="{6E571D82-2230-4916-B016-1727B59EF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未知">
              <a:extLst>
                <a:ext uri="{FF2B5EF4-FFF2-40B4-BE49-F238E27FC236}">
                  <a16:creationId xmlns:a16="http://schemas.microsoft.com/office/drawing/2014/main" id="{E51F8658-E9E3-4FD2-99A7-04D507740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未知">
              <a:extLst>
                <a:ext uri="{FF2B5EF4-FFF2-40B4-BE49-F238E27FC236}">
                  <a16:creationId xmlns:a16="http://schemas.microsoft.com/office/drawing/2014/main" id="{0480F7F6-474E-4E58-B8B2-24C99C6F4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未知">
              <a:extLst>
                <a:ext uri="{FF2B5EF4-FFF2-40B4-BE49-F238E27FC236}">
                  <a16:creationId xmlns:a16="http://schemas.microsoft.com/office/drawing/2014/main" id="{82671A23-CA99-4CC0-A88E-575A49FFF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未知">
              <a:extLst>
                <a:ext uri="{FF2B5EF4-FFF2-40B4-BE49-F238E27FC236}">
                  <a16:creationId xmlns:a16="http://schemas.microsoft.com/office/drawing/2014/main" id="{CC8F53B6-EA2C-4BAD-98B5-0AFFA6665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未知">
              <a:extLst>
                <a:ext uri="{FF2B5EF4-FFF2-40B4-BE49-F238E27FC236}">
                  <a16:creationId xmlns:a16="http://schemas.microsoft.com/office/drawing/2014/main" id="{B4C33F98-BEE3-4E82-9FBF-30D08281D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未知">
              <a:extLst>
                <a:ext uri="{FF2B5EF4-FFF2-40B4-BE49-F238E27FC236}">
                  <a16:creationId xmlns:a16="http://schemas.microsoft.com/office/drawing/2014/main" id="{94C3740E-7309-419A-9F6B-A321B552D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22">
            <a:extLst>
              <a:ext uri="{FF2B5EF4-FFF2-40B4-BE49-F238E27FC236}">
                <a16:creationId xmlns:a16="http://schemas.microsoft.com/office/drawing/2014/main" id="{A23E4BDF-3142-47CA-B715-8116B116CC5B}"/>
              </a:ext>
            </a:extLst>
          </p:cNvPr>
          <p:cNvGrpSpPr>
            <a:grpSpLocks/>
          </p:cNvGrpSpPr>
          <p:nvPr/>
        </p:nvGrpSpPr>
        <p:grpSpPr bwMode="auto">
          <a:xfrm>
            <a:off x="5452366" y="2355334"/>
            <a:ext cx="1582738" cy="1144587"/>
            <a:chOff x="0" y="0"/>
            <a:chExt cx="576" cy="417"/>
          </a:xfrm>
        </p:grpSpPr>
        <p:sp>
          <p:nvSpPr>
            <p:cNvPr id="18" name="AutoShape 23">
              <a:extLst>
                <a:ext uri="{FF2B5EF4-FFF2-40B4-BE49-F238E27FC236}">
                  <a16:creationId xmlns:a16="http://schemas.microsoft.com/office/drawing/2014/main" id="{B34CF989-1A31-48A3-8666-BF17848E428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未知">
              <a:extLst>
                <a:ext uri="{FF2B5EF4-FFF2-40B4-BE49-F238E27FC236}">
                  <a16:creationId xmlns:a16="http://schemas.microsoft.com/office/drawing/2014/main" id="{567F9A8F-4049-47BB-A0F8-6220F6DB9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未知">
              <a:extLst>
                <a:ext uri="{FF2B5EF4-FFF2-40B4-BE49-F238E27FC236}">
                  <a16:creationId xmlns:a16="http://schemas.microsoft.com/office/drawing/2014/main" id="{2C923673-ABB6-4C9E-B215-4ED3A87A4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未知">
              <a:extLst>
                <a:ext uri="{FF2B5EF4-FFF2-40B4-BE49-F238E27FC236}">
                  <a16:creationId xmlns:a16="http://schemas.microsoft.com/office/drawing/2014/main" id="{AA40F61C-9F62-433D-83B3-4B9F69ED4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未知">
              <a:extLst>
                <a:ext uri="{FF2B5EF4-FFF2-40B4-BE49-F238E27FC236}">
                  <a16:creationId xmlns:a16="http://schemas.microsoft.com/office/drawing/2014/main" id="{2C48731C-99DF-4462-93DF-E3465F1102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未知">
              <a:extLst>
                <a:ext uri="{FF2B5EF4-FFF2-40B4-BE49-F238E27FC236}">
                  <a16:creationId xmlns:a16="http://schemas.microsoft.com/office/drawing/2014/main" id="{509040BF-CC85-477B-A43D-0CC6555598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未知">
              <a:extLst>
                <a:ext uri="{FF2B5EF4-FFF2-40B4-BE49-F238E27FC236}">
                  <a16:creationId xmlns:a16="http://schemas.microsoft.com/office/drawing/2014/main" id="{78252AF8-126C-4933-97C9-31C7D06D8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未知">
              <a:extLst>
                <a:ext uri="{FF2B5EF4-FFF2-40B4-BE49-F238E27FC236}">
                  <a16:creationId xmlns:a16="http://schemas.microsoft.com/office/drawing/2014/main" id="{224B5036-1A90-4BC7-A135-81F914D5D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未知">
              <a:extLst>
                <a:ext uri="{FF2B5EF4-FFF2-40B4-BE49-F238E27FC236}">
                  <a16:creationId xmlns:a16="http://schemas.microsoft.com/office/drawing/2014/main" id="{8C2154BB-4E7A-4F3A-80DE-6B8866BBE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未知">
              <a:extLst>
                <a:ext uri="{FF2B5EF4-FFF2-40B4-BE49-F238E27FC236}">
                  <a16:creationId xmlns:a16="http://schemas.microsoft.com/office/drawing/2014/main" id="{865DB086-526E-4E7C-920E-CB9629876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未知">
              <a:extLst>
                <a:ext uri="{FF2B5EF4-FFF2-40B4-BE49-F238E27FC236}">
                  <a16:creationId xmlns:a16="http://schemas.microsoft.com/office/drawing/2014/main" id="{29E073C1-C304-43BA-9251-D06579D42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未知">
              <a:extLst>
                <a:ext uri="{FF2B5EF4-FFF2-40B4-BE49-F238E27FC236}">
                  <a16:creationId xmlns:a16="http://schemas.microsoft.com/office/drawing/2014/main" id="{1C932241-270A-4EAE-A0B3-D1DC576CE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" name="Group 37">
            <a:extLst>
              <a:ext uri="{FF2B5EF4-FFF2-40B4-BE49-F238E27FC236}">
                <a16:creationId xmlns:a16="http://schemas.microsoft.com/office/drawing/2014/main" id="{040C59A4-06E1-4EA3-A52E-402104C4D1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15978" y="5181762"/>
            <a:ext cx="1008062" cy="701675"/>
            <a:chOff x="0" y="0"/>
            <a:chExt cx="747" cy="546"/>
          </a:xfrm>
        </p:grpSpPr>
        <p:sp>
          <p:nvSpPr>
            <p:cNvPr id="31" name="AutoShape 38">
              <a:extLst>
                <a:ext uri="{FF2B5EF4-FFF2-40B4-BE49-F238E27FC236}">
                  <a16:creationId xmlns:a16="http://schemas.microsoft.com/office/drawing/2014/main" id="{12C32275-9ADE-427F-8D32-88D43D64EA4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3" y="20"/>
              <a:ext cx="681" cy="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未知">
              <a:extLst>
                <a:ext uri="{FF2B5EF4-FFF2-40B4-BE49-F238E27FC236}">
                  <a16:creationId xmlns:a16="http://schemas.microsoft.com/office/drawing/2014/main" id="{0BDDF429-72DE-4DA8-B839-D2420095A9D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" y="208"/>
              <a:ext cx="679" cy="338"/>
            </a:xfrm>
            <a:custGeom>
              <a:avLst/>
              <a:gdLst>
                <a:gd name="T0" fmla="*/ 356 w 416"/>
                <a:gd name="T1" fmla="*/ 84 h 207"/>
                <a:gd name="T2" fmla="*/ 62 w 416"/>
                <a:gd name="T3" fmla="*/ 84 h 207"/>
                <a:gd name="T4" fmla="*/ 1 w 416"/>
                <a:gd name="T5" fmla="*/ 1 h 207"/>
                <a:gd name="T6" fmla="*/ 0 w 416"/>
                <a:gd name="T7" fmla="*/ 1 h 207"/>
                <a:gd name="T8" fmla="*/ 0 w 416"/>
                <a:gd name="T9" fmla="*/ 80 h 207"/>
                <a:gd name="T10" fmla="*/ 1 w 416"/>
                <a:gd name="T11" fmla="*/ 80 h 207"/>
                <a:gd name="T12" fmla="*/ 62 w 416"/>
                <a:gd name="T13" fmla="*/ 160 h 207"/>
                <a:gd name="T14" fmla="*/ 356 w 416"/>
                <a:gd name="T15" fmla="*/ 160 h 207"/>
                <a:gd name="T16" fmla="*/ 416 w 416"/>
                <a:gd name="T17" fmla="*/ 80 h 207"/>
                <a:gd name="T18" fmla="*/ 416 w 416"/>
                <a:gd name="T19" fmla="*/ 80 h 207"/>
                <a:gd name="T20" fmla="*/ 416 w 416"/>
                <a:gd name="T21" fmla="*/ 0 h 207"/>
                <a:gd name="T22" fmla="*/ 356 w 416"/>
                <a:gd name="T23" fmla="*/ 8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6" h="207">
                  <a:moveTo>
                    <a:pt x="356" y="84"/>
                  </a:moveTo>
                  <a:cubicBezTo>
                    <a:pt x="275" y="131"/>
                    <a:pt x="143" y="131"/>
                    <a:pt x="62" y="84"/>
                  </a:cubicBezTo>
                  <a:cubicBezTo>
                    <a:pt x="18" y="59"/>
                    <a:pt x="1" y="33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3" y="109"/>
                    <a:pt x="23" y="138"/>
                    <a:pt x="62" y="160"/>
                  </a:cubicBezTo>
                  <a:cubicBezTo>
                    <a:pt x="143" y="207"/>
                    <a:pt x="275" y="207"/>
                    <a:pt x="356" y="160"/>
                  </a:cubicBezTo>
                  <a:cubicBezTo>
                    <a:pt x="394" y="138"/>
                    <a:pt x="414" y="109"/>
                    <a:pt x="416" y="80"/>
                  </a:cubicBezTo>
                  <a:cubicBezTo>
                    <a:pt x="416" y="80"/>
                    <a:pt x="416" y="80"/>
                    <a:pt x="416" y="80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416" y="31"/>
                    <a:pt x="396" y="61"/>
                    <a:pt x="356" y="84"/>
                  </a:cubicBezTo>
                  <a:close/>
                </a:path>
              </a:pathLst>
            </a:custGeom>
            <a:solidFill>
              <a:srgbClr val="113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未知">
              <a:extLst>
                <a:ext uri="{FF2B5EF4-FFF2-40B4-BE49-F238E27FC236}">
                  <a16:creationId xmlns:a16="http://schemas.microsoft.com/office/drawing/2014/main" id="{5217A2CB-EA4F-47CC-AF5A-9D060569127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0" y="0"/>
              <a:ext cx="747" cy="432"/>
            </a:xfrm>
            <a:custGeom>
              <a:avLst/>
              <a:gdLst>
                <a:gd name="T0" fmla="*/ 375 w 457"/>
                <a:gd name="T1" fmla="*/ 47 h 264"/>
                <a:gd name="T2" fmla="*/ 376 w 457"/>
                <a:gd name="T3" fmla="*/ 217 h 264"/>
                <a:gd name="T4" fmla="*/ 82 w 457"/>
                <a:gd name="T5" fmla="*/ 217 h 264"/>
                <a:gd name="T6" fmla="*/ 81 w 457"/>
                <a:gd name="T7" fmla="*/ 47 h 264"/>
                <a:gd name="T8" fmla="*/ 375 w 457"/>
                <a:gd name="T9" fmla="*/ 47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7" h="264">
                  <a:moveTo>
                    <a:pt x="375" y="47"/>
                  </a:moveTo>
                  <a:cubicBezTo>
                    <a:pt x="456" y="94"/>
                    <a:pt x="457" y="170"/>
                    <a:pt x="376" y="217"/>
                  </a:cubicBezTo>
                  <a:cubicBezTo>
                    <a:pt x="295" y="264"/>
                    <a:pt x="163" y="264"/>
                    <a:pt x="82" y="217"/>
                  </a:cubicBezTo>
                  <a:cubicBezTo>
                    <a:pt x="0" y="170"/>
                    <a:pt x="0" y="94"/>
                    <a:pt x="81" y="47"/>
                  </a:cubicBezTo>
                  <a:cubicBezTo>
                    <a:pt x="162" y="0"/>
                    <a:pt x="293" y="0"/>
                    <a:pt x="375" y="47"/>
                  </a:cubicBezTo>
                </a:path>
              </a:pathLst>
            </a:custGeom>
            <a:solidFill>
              <a:srgbClr val="4A6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未知">
              <a:extLst>
                <a:ext uri="{FF2B5EF4-FFF2-40B4-BE49-F238E27FC236}">
                  <a16:creationId xmlns:a16="http://schemas.microsoft.com/office/drawing/2014/main" id="{CA389F1A-35EF-4961-8491-B606167D104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7" y="434"/>
              <a:ext cx="39" cy="53"/>
            </a:xfrm>
            <a:custGeom>
              <a:avLst/>
              <a:gdLst>
                <a:gd name="T0" fmla="*/ 7 w 24"/>
                <a:gd name="T1" fmla="*/ 5 h 33"/>
                <a:gd name="T2" fmla="*/ 7 w 24"/>
                <a:gd name="T3" fmla="*/ 14 h 33"/>
                <a:gd name="T4" fmla="*/ 10 w 24"/>
                <a:gd name="T5" fmla="*/ 14 h 33"/>
                <a:gd name="T6" fmla="*/ 13 w 24"/>
                <a:gd name="T7" fmla="*/ 13 h 33"/>
                <a:gd name="T8" fmla="*/ 14 w 24"/>
                <a:gd name="T9" fmla="*/ 10 h 33"/>
                <a:gd name="T10" fmla="*/ 10 w 24"/>
                <a:gd name="T11" fmla="*/ 5 h 33"/>
                <a:gd name="T12" fmla="*/ 7 w 24"/>
                <a:gd name="T13" fmla="*/ 5 h 33"/>
                <a:gd name="T14" fmla="*/ 0 w 24"/>
                <a:gd name="T15" fmla="*/ 33 h 33"/>
                <a:gd name="T16" fmla="*/ 0 w 24"/>
                <a:gd name="T17" fmla="*/ 0 h 33"/>
                <a:gd name="T18" fmla="*/ 12 w 24"/>
                <a:gd name="T19" fmla="*/ 0 h 33"/>
                <a:gd name="T20" fmla="*/ 19 w 24"/>
                <a:gd name="T21" fmla="*/ 2 h 33"/>
                <a:gd name="T22" fmla="*/ 22 w 24"/>
                <a:gd name="T23" fmla="*/ 8 h 33"/>
                <a:gd name="T24" fmla="*/ 15 w 24"/>
                <a:gd name="T25" fmla="*/ 17 h 33"/>
                <a:gd name="T26" fmla="*/ 15 w 24"/>
                <a:gd name="T27" fmla="*/ 17 h 33"/>
                <a:gd name="T28" fmla="*/ 19 w 24"/>
                <a:gd name="T29" fmla="*/ 19 h 33"/>
                <a:gd name="T30" fmla="*/ 20 w 24"/>
                <a:gd name="T31" fmla="*/ 22 h 33"/>
                <a:gd name="T32" fmla="*/ 24 w 24"/>
                <a:gd name="T33" fmla="*/ 33 h 33"/>
                <a:gd name="T34" fmla="*/ 15 w 24"/>
                <a:gd name="T35" fmla="*/ 33 h 33"/>
                <a:gd name="T36" fmla="*/ 13 w 24"/>
                <a:gd name="T37" fmla="*/ 24 h 33"/>
                <a:gd name="T38" fmla="*/ 11 w 24"/>
                <a:gd name="T39" fmla="*/ 20 h 33"/>
                <a:gd name="T40" fmla="*/ 7 w 24"/>
                <a:gd name="T41" fmla="*/ 20 h 33"/>
                <a:gd name="T42" fmla="*/ 7 w 24"/>
                <a:gd name="T43" fmla="*/ 33 h 33"/>
                <a:gd name="T44" fmla="*/ 0 w 24"/>
                <a:gd name="T4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" h="33">
                  <a:moveTo>
                    <a:pt x="7" y="5"/>
                  </a:moveTo>
                  <a:cubicBezTo>
                    <a:pt x="7" y="14"/>
                    <a:pt x="7" y="14"/>
                    <a:pt x="7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4"/>
                    <a:pt x="12" y="14"/>
                    <a:pt x="13" y="13"/>
                  </a:cubicBezTo>
                  <a:cubicBezTo>
                    <a:pt x="14" y="12"/>
                    <a:pt x="14" y="11"/>
                    <a:pt x="14" y="10"/>
                  </a:cubicBezTo>
                  <a:cubicBezTo>
                    <a:pt x="14" y="7"/>
                    <a:pt x="13" y="5"/>
                    <a:pt x="10" y="5"/>
                  </a:cubicBezTo>
                  <a:cubicBezTo>
                    <a:pt x="7" y="5"/>
                    <a:pt x="7" y="5"/>
                    <a:pt x="7" y="5"/>
                  </a:cubicBezTo>
                  <a:close/>
                  <a:moveTo>
                    <a:pt x="0" y="3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7" y="0"/>
                    <a:pt x="19" y="2"/>
                  </a:cubicBezTo>
                  <a:cubicBezTo>
                    <a:pt x="21" y="3"/>
                    <a:pt x="22" y="5"/>
                    <a:pt x="22" y="8"/>
                  </a:cubicBezTo>
                  <a:cubicBezTo>
                    <a:pt x="22" y="13"/>
                    <a:pt x="20" y="16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7" y="17"/>
                    <a:pt x="18" y="17"/>
                    <a:pt x="19" y="19"/>
                  </a:cubicBezTo>
                  <a:cubicBezTo>
                    <a:pt x="19" y="19"/>
                    <a:pt x="20" y="20"/>
                    <a:pt x="20" y="2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2"/>
                    <a:pt x="11" y="21"/>
                    <a:pt x="11" y="20"/>
                  </a:cubicBezTo>
                  <a:cubicBezTo>
                    <a:pt x="10" y="20"/>
                    <a:pt x="9" y="20"/>
                    <a:pt x="7" y="20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0" y="33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未知">
              <a:extLst>
                <a:ext uri="{FF2B5EF4-FFF2-40B4-BE49-F238E27FC236}">
                  <a16:creationId xmlns:a16="http://schemas.microsoft.com/office/drawing/2014/main" id="{DA7B0DBA-8EBC-4A10-9D5F-B6EE65291CA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1" y="432"/>
              <a:ext cx="47" cy="57"/>
            </a:xfrm>
            <a:custGeom>
              <a:avLst/>
              <a:gdLst>
                <a:gd name="T0" fmla="*/ 8 w 29"/>
                <a:gd name="T1" fmla="*/ 17 h 35"/>
                <a:gd name="T2" fmla="*/ 14 w 29"/>
                <a:gd name="T3" fmla="*/ 29 h 35"/>
                <a:gd name="T4" fmla="*/ 20 w 29"/>
                <a:gd name="T5" fmla="*/ 17 h 35"/>
                <a:gd name="T6" fmla="*/ 14 w 29"/>
                <a:gd name="T7" fmla="*/ 6 h 35"/>
                <a:gd name="T8" fmla="*/ 8 w 29"/>
                <a:gd name="T9" fmla="*/ 17 h 35"/>
                <a:gd name="T10" fmla="*/ 0 w 29"/>
                <a:gd name="T11" fmla="*/ 17 h 35"/>
                <a:gd name="T12" fmla="*/ 3 w 29"/>
                <a:gd name="T13" fmla="*/ 5 h 35"/>
                <a:gd name="T14" fmla="*/ 14 w 29"/>
                <a:gd name="T15" fmla="*/ 0 h 35"/>
                <a:gd name="T16" fmla="*/ 25 w 29"/>
                <a:gd name="T17" fmla="*/ 5 h 35"/>
                <a:gd name="T18" fmla="*/ 29 w 29"/>
                <a:gd name="T19" fmla="*/ 17 h 35"/>
                <a:gd name="T20" fmla="*/ 25 w 29"/>
                <a:gd name="T21" fmla="*/ 30 h 35"/>
                <a:gd name="T22" fmla="*/ 14 w 29"/>
                <a:gd name="T23" fmla="*/ 35 h 35"/>
                <a:gd name="T24" fmla="*/ 3 w 29"/>
                <a:gd name="T25" fmla="*/ 29 h 35"/>
                <a:gd name="T26" fmla="*/ 0 w 29"/>
                <a:gd name="T27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8" y="17"/>
                  </a:moveTo>
                  <a:cubicBezTo>
                    <a:pt x="8" y="25"/>
                    <a:pt x="10" y="29"/>
                    <a:pt x="14" y="29"/>
                  </a:cubicBezTo>
                  <a:cubicBezTo>
                    <a:pt x="18" y="29"/>
                    <a:pt x="20" y="25"/>
                    <a:pt x="20" y="17"/>
                  </a:cubicBezTo>
                  <a:cubicBezTo>
                    <a:pt x="20" y="10"/>
                    <a:pt x="18" y="6"/>
                    <a:pt x="14" y="6"/>
                  </a:cubicBezTo>
                  <a:cubicBezTo>
                    <a:pt x="10" y="6"/>
                    <a:pt x="8" y="10"/>
                    <a:pt x="8" y="17"/>
                  </a:cubicBezTo>
                  <a:close/>
                  <a:moveTo>
                    <a:pt x="0" y="17"/>
                  </a:moveTo>
                  <a:cubicBezTo>
                    <a:pt x="0" y="12"/>
                    <a:pt x="1" y="8"/>
                    <a:pt x="3" y="5"/>
                  </a:cubicBezTo>
                  <a:cubicBezTo>
                    <a:pt x="6" y="2"/>
                    <a:pt x="10" y="0"/>
                    <a:pt x="14" y="0"/>
                  </a:cubicBezTo>
                  <a:cubicBezTo>
                    <a:pt x="19" y="0"/>
                    <a:pt x="23" y="2"/>
                    <a:pt x="25" y="5"/>
                  </a:cubicBezTo>
                  <a:cubicBezTo>
                    <a:pt x="27" y="8"/>
                    <a:pt x="29" y="12"/>
                    <a:pt x="29" y="17"/>
                  </a:cubicBezTo>
                  <a:cubicBezTo>
                    <a:pt x="29" y="22"/>
                    <a:pt x="27" y="26"/>
                    <a:pt x="25" y="30"/>
                  </a:cubicBezTo>
                  <a:cubicBezTo>
                    <a:pt x="23" y="33"/>
                    <a:pt x="19" y="35"/>
                    <a:pt x="14" y="35"/>
                  </a:cubicBezTo>
                  <a:cubicBezTo>
                    <a:pt x="10" y="35"/>
                    <a:pt x="6" y="33"/>
                    <a:pt x="3" y="29"/>
                  </a:cubicBezTo>
                  <a:cubicBezTo>
                    <a:pt x="1" y="26"/>
                    <a:pt x="0" y="22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未知">
              <a:extLst>
                <a:ext uri="{FF2B5EF4-FFF2-40B4-BE49-F238E27FC236}">
                  <a16:creationId xmlns:a16="http://schemas.microsoft.com/office/drawing/2014/main" id="{A7DDCB8F-93FB-4BD4-A1EF-43AAD44672C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7" y="434"/>
              <a:ext cx="39" cy="55"/>
            </a:xfrm>
            <a:custGeom>
              <a:avLst/>
              <a:gdLst>
                <a:gd name="T0" fmla="*/ 0 w 24"/>
                <a:gd name="T1" fmla="*/ 21 h 34"/>
                <a:gd name="T2" fmla="*/ 0 w 24"/>
                <a:gd name="T3" fmla="*/ 0 h 34"/>
                <a:gd name="T4" fmla="*/ 7 w 24"/>
                <a:gd name="T5" fmla="*/ 0 h 34"/>
                <a:gd name="T6" fmla="*/ 7 w 24"/>
                <a:gd name="T7" fmla="*/ 22 h 34"/>
                <a:gd name="T8" fmla="*/ 12 w 24"/>
                <a:gd name="T9" fmla="*/ 28 h 34"/>
                <a:gd name="T10" fmla="*/ 16 w 24"/>
                <a:gd name="T11" fmla="*/ 22 h 34"/>
                <a:gd name="T12" fmla="*/ 16 w 24"/>
                <a:gd name="T13" fmla="*/ 0 h 34"/>
                <a:gd name="T14" fmla="*/ 24 w 24"/>
                <a:gd name="T15" fmla="*/ 0 h 34"/>
                <a:gd name="T16" fmla="*/ 24 w 24"/>
                <a:gd name="T17" fmla="*/ 21 h 34"/>
                <a:gd name="T18" fmla="*/ 21 w 24"/>
                <a:gd name="T19" fmla="*/ 30 h 34"/>
                <a:gd name="T20" fmla="*/ 12 w 24"/>
                <a:gd name="T21" fmla="*/ 34 h 34"/>
                <a:gd name="T22" fmla="*/ 3 w 24"/>
                <a:gd name="T23" fmla="*/ 30 h 34"/>
                <a:gd name="T24" fmla="*/ 0 w 24"/>
                <a:gd name="T25" fmla="*/ 2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34">
                  <a:moveTo>
                    <a:pt x="0" y="2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6"/>
                    <a:pt x="9" y="28"/>
                    <a:pt x="12" y="28"/>
                  </a:cubicBezTo>
                  <a:cubicBezTo>
                    <a:pt x="15" y="28"/>
                    <a:pt x="16" y="26"/>
                    <a:pt x="16" y="2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25"/>
                    <a:pt x="23" y="28"/>
                    <a:pt x="21" y="30"/>
                  </a:cubicBezTo>
                  <a:cubicBezTo>
                    <a:pt x="19" y="33"/>
                    <a:pt x="16" y="34"/>
                    <a:pt x="12" y="34"/>
                  </a:cubicBezTo>
                  <a:cubicBezTo>
                    <a:pt x="8" y="34"/>
                    <a:pt x="5" y="33"/>
                    <a:pt x="3" y="30"/>
                  </a:cubicBezTo>
                  <a:cubicBezTo>
                    <a:pt x="1" y="28"/>
                    <a:pt x="0" y="25"/>
                    <a:pt x="0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未知">
              <a:extLst>
                <a:ext uri="{FF2B5EF4-FFF2-40B4-BE49-F238E27FC236}">
                  <a16:creationId xmlns:a16="http://schemas.microsoft.com/office/drawing/2014/main" id="{2EE6002F-9D7B-43BC-B300-02201F1C109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2" y="434"/>
              <a:ext cx="36" cy="53"/>
            </a:xfrm>
            <a:custGeom>
              <a:avLst/>
              <a:gdLst>
                <a:gd name="T0" fmla="*/ 12 w 36"/>
                <a:gd name="T1" fmla="*/ 53 h 53"/>
                <a:gd name="T2" fmla="*/ 12 w 36"/>
                <a:gd name="T3" fmla="*/ 9 h 53"/>
                <a:gd name="T4" fmla="*/ 0 w 36"/>
                <a:gd name="T5" fmla="*/ 9 h 53"/>
                <a:gd name="T6" fmla="*/ 0 w 36"/>
                <a:gd name="T7" fmla="*/ 0 h 53"/>
                <a:gd name="T8" fmla="*/ 36 w 36"/>
                <a:gd name="T9" fmla="*/ 0 h 53"/>
                <a:gd name="T10" fmla="*/ 36 w 36"/>
                <a:gd name="T11" fmla="*/ 9 h 53"/>
                <a:gd name="T12" fmla="*/ 25 w 36"/>
                <a:gd name="T13" fmla="*/ 9 h 53"/>
                <a:gd name="T14" fmla="*/ 25 w 36"/>
                <a:gd name="T15" fmla="*/ 53 h 53"/>
                <a:gd name="T16" fmla="*/ 12 w 36"/>
                <a:gd name="T17" fmla="*/ 53 h 53"/>
                <a:gd name="T18" fmla="*/ 12 w 36"/>
                <a:gd name="T1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53">
                  <a:moveTo>
                    <a:pt x="12" y="53"/>
                  </a:moveTo>
                  <a:lnTo>
                    <a:pt x="12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36" y="0"/>
                  </a:lnTo>
                  <a:lnTo>
                    <a:pt x="36" y="9"/>
                  </a:lnTo>
                  <a:lnTo>
                    <a:pt x="25" y="9"/>
                  </a:lnTo>
                  <a:lnTo>
                    <a:pt x="25" y="53"/>
                  </a:lnTo>
                  <a:lnTo>
                    <a:pt x="12" y="53"/>
                  </a:lnTo>
                  <a:lnTo>
                    <a:pt x="12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未知">
              <a:extLst>
                <a:ext uri="{FF2B5EF4-FFF2-40B4-BE49-F238E27FC236}">
                  <a16:creationId xmlns:a16="http://schemas.microsoft.com/office/drawing/2014/main" id="{FB9082B7-1962-4E50-8CAE-C0A0355393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5" y="434"/>
              <a:ext cx="32" cy="53"/>
            </a:xfrm>
            <a:custGeom>
              <a:avLst/>
              <a:gdLst>
                <a:gd name="T0" fmla="*/ 0 w 32"/>
                <a:gd name="T1" fmla="*/ 53 h 53"/>
                <a:gd name="T2" fmla="*/ 0 w 32"/>
                <a:gd name="T3" fmla="*/ 0 h 53"/>
                <a:gd name="T4" fmla="*/ 32 w 32"/>
                <a:gd name="T5" fmla="*/ 0 h 53"/>
                <a:gd name="T6" fmla="*/ 32 w 32"/>
                <a:gd name="T7" fmla="*/ 9 h 53"/>
                <a:gd name="T8" fmla="*/ 13 w 32"/>
                <a:gd name="T9" fmla="*/ 9 h 53"/>
                <a:gd name="T10" fmla="*/ 13 w 32"/>
                <a:gd name="T11" fmla="*/ 21 h 53"/>
                <a:gd name="T12" fmla="*/ 31 w 32"/>
                <a:gd name="T13" fmla="*/ 21 h 53"/>
                <a:gd name="T14" fmla="*/ 31 w 32"/>
                <a:gd name="T15" fmla="*/ 31 h 53"/>
                <a:gd name="T16" fmla="*/ 13 w 32"/>
                <a:gd name="T17" fmla="*/ 31 h 53"/>
                <a:gd name="T18" fmla="*/ 13 w 32"/>
                <a:gd name="T19" fmla="*/ 44 h 53"/>
                <a:gd name="T20" fmla="*/ 32 w 32"/>
                <a:gd name="T21" fmla="*/ 44 h 53"/>
                <a:gd name="T22" fmla="*/ 32 w 32"/>
                <a:gd name="T23" fmla="*/ 53 h 53"/>
                <a:gd name="T24" fmla="*/ 0 w 32"/>
                <a:gd name="T25" fmla="*/ 53 h 53"/>
                <a:gd name="T26" fmla="*/ 0 w 32"/>
                <a:gd name="T27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53">
                  <a:moveTo>
                    <a:pt x="0" y="53"/>
                  </a:moveTo>
                  <a:lnTo>
                    <a:pt x="0" y="0"/>
                  </a:lnTo>
                  <a:lnTo>
                    <a:pt x="32" y="0"/>
                  </a:lnTo>
                  <a:lnTo>
                    <a:pt x="32" y="9"/>
                  </a:lnTo>
                  <a:lnTo>
                    <a:pt x="13" y="9"/>
                  </a:lnTo>
                  <a:lnTo>
                    <a:pt x="13" y="21"/>
                  </a:lnTo>
                  <a:lnTo>
                    <a:pt x="31" y="21"/>
                  </a:lnTo>
                  <a:lnTo>
                    <a:pt x="31" y="31"/>
                  </a:lnTo>
                  <a:lnTo>
                    <a:pt x="13" y="31"/>
                  </a:lnTo>
                  <a:lnTo>
                    <a:pt x="13" y="44"/>
                  </a:lnTo>
                  <a:lnTo>
                    <a:pt x="32" y="44"/>
                  </a:lnTo>
                  <a:lnTo>
                    <a:pt x="32" y="53"/>
                  </a:lnTo>
                  <a:lnTo>
                    <a:pt x="0" y="53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未知">
              <a:extLst>
                <a:ext uri="{FF2B5EF4-FFF2-40B4-BE49-F238E27FC236}">
                  <a16:creationId xmlns:a16="http://schemas.microsoft.com/office/drawing/2014/main" id="{8E7E3F49-CA88-4083-B0FB-F5145D04E9B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76" y="434"/>
              <a:ext cx="39" cy="53"/>
            </a:xfrm>
            <a:custGeom>
              <a:avLst/>
              <a:gdLst>
                <a:gd name="T0" fmla="*/ 8 w 24"/>
                <a:gd name="T1" fmla="*/ 5 h 33"/>
                <a:gd name="T2" fmla="*/ 8 w 24"/>
                <a:gd name="T3" fmla="*/ 14 h 33"/>
                <a:gd name="T4" fmla="*/ 10 w 24"/>
                <a:gd name="T5" fmla="*/ 14 h 33"/>
                <a:gd name="T6" fmla="*/ 13 w 24"/>
                <a:gd name="T7" fmla="*/ 13 h 33"/>
                <a:gd name="T8" fmla="*/ 15 w 24"/>
                <a:gd name="T9" fmla="*/ 10 h 33"/>
                <a:gd name="T10" fmla="*/ 10 w 24"/>
                <a:gd name="T11" fmla="*/ 5 h 33"/>
                <a:gd name="T12" fmla="*/ 8 w 24"/>
                <a:gd name="T13" fmla="*/ 5 h 33"/>
                <a:gd name="T14" fmla="*/ 0 w 24"/>
                <a:gd name="T15" fmla="*/ 33 h 33"/>
                <a:gd name="T16" fmla="*/ 0 w 24"/>
                <a:gd name="T17" fmla="*/ 0 h 33"/>
                <a:gd name="T18" fmla="*/ 12 w 24"/>
                <a:gd name="T19" fmla="*/ 0 h 33"/>
                <a:gd name="T20" fmla="*/ 20 w 24"/>
                <a:gd name="T21" fmla="*/ 2 h 33"/>
                <a:gd name="T22" fmla="*/ 23 w 24"/>
                <a:gd name="T23" fmla="*/ 8 h 33"/>
                <a:gd name="T24" fmla="*/ 16 w 24"/>
                <a:gd name="T25" fmla="*/ 17 h 33"/>
                <a:gd name="T26" fmla="*/ 16 w 24"/>
                <a:gd name="T27" fmla="*/ 17 h 33"/>
                <a:gd name="T28" fmla="*/ 19 w 24"/>
                <a:gd name="T29" fmla="*/ 19 h 33"/>
                <a:gd name="T30" fmla="*/ 21 w 24"/>
                <a:gd name="T31" fmla="*/ 22 h 33"/>
                <a:gd name="T32" fmla="*/ 24 w 24"/>
                <a:gd name="T33" fmla="*/ 33 h 33"/>
                <a:gd name="T34" fmla="*/ 16 w 24"/>
                <a:gd name="T35" fmla="*/ 33 h 33"/>
                <a:gd name="T36" fmla="*/ 13 w 24"/>
                <a:gd name="T37" fmla="*/ 24 h 33"/>
                <a:gd name="T38" fmla="*/ 11 w 24"/>
                <a:gd name="T39" fmla="*/ 20 h 33"/>
                <a:gd name="T40" fmla="*/ 8 w 24"/>
                <a:gd name="T41" fmla="*/ 20 h 33"/>
                <a:gd name="T42" fmla="*/ 8 w 24"/>
                <a:gd name="T43" fmla="*/ 33 h 33"/>
                <a:gd name="T44" fmla="*/ 0 w 24"/>
                <a:gd name="T4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" h="33">
                  <a:moveTo>
                    <a:pt x="8" y="5"/>
                  </a:moveTo>
                  <a:cubicBezTo>
                    <a:pt x="8" y="14"/>
                    <a:pt x="8" y="14"/>
                    <a:pt x="8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4"/>
                    <a:pt x="13" y="14"/>
                    <a:pt x="13" y="13"/>
                  </a:cubicBezTo>
                  <a:cubicBezTo>
                    <a:pt x="14" y="12"/>
                    <a:pt x="15" y="11"/>
                    <a:pt x="15" y="10"/>
                  </a:cubicBezTo>
                  <a:cubicBezTo>
                    <a:pt x="15" y="7"/>
                    <a:pt x="13" y="5"/>
                    <a:pt x="10" y="5"/>
                  </a:cubicBezTo>
                  <a:cubicBezTo>
                    <a:pt x="8" y="5"/>
                    <a:pt x="8" y="5"/>
                    <a:pt x="8" y="5"/>
                  </a:cubicBezTo>
                  <a:close/>
                  <a:moveTo>
                    <a:pt x="0" y="3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8" y="0"/>
                    <a:pt x="20" y="2"/>
                  </a:cubicBezTo>
                  <a:cubicBezTo>
                    <a:pt x="22" y="3"/>
                    <a:pt x="23" y="5"/>
                    <a:pt x="23" y="8"/>
                  </a:cubicBezTo>
                  <a:cubicBezTo>
                    <a:pt x="23" y="13"/>
                    <a:pt x="20" y="16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7"/>
                    <a:pt x="18" y="17"/>
                    <a:pt x="19" y="19"/>
                  </a:cubicBezTo>
                  <a:cubicBezTo>
                    <a:pt x="20" y="19"/>
                    <a:pt x="20" y="20"/>
                    <a:pt x="21" y="2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2"/>
                    <a:pt x="12" y="21"/>
                    <a:pt x="11" y="20"/>
                  </a:cubicBezTo>
                  <a:cubicBezTo>
                    <a:pt x="11" y="20"/>
                    <a:pt x="10" y="20"/>
                    <a:pt x="8" y="20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0" y="33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未知">
              <a:extLst>
                <a:ext uri="{FF2B5EF4-FFF2-40B4-BE49-F238E27FC236}">
                  <a16:creationId xmlns:a16="http://schemas.microsoft.com/office/drawing/2014/main" id="{A956930F-6179-4A7B-8780-720A528F9C0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3" y="92"/>
              <a:ext cx="265" cy="98"/>
            </a:xfrm>
            <a:custGeom>
              <a:avLst/>
              <a:gdLst>
                <a:gd name="T0" fmla="*/ 30 w 162"/>
                <a:gd name="T1" fmla="*/ 53 h 60"/>
                <a:gd name="T2" fmla="*/ 29 w 162"/>
                <a:gd name="T3" fmla="*/ 52 h 60"/>
                <a:gd name="T4" fmla="*/ 0 w 162"/>
                <a:gd name="T5" fmla="*/ 35 h 60"/>
                <a:gd name="T6" fmla="*/ 22 w 162"/>
                <a:gd name="T7" fmla="*/ 22 h 60"/>
                <a:gd name="T8" fmla="*/ 52 w 162"/>
                <a:gd name="T9" fmla="*/ 40 h 60"/>
                <a:gd name="T10" fmla="*/ 74 w 162"/>
                <a:gd name="T11" fmla="*/ 38 h 60"/>
                <a:gd name="T12" fmla="*/ 112 w 162"/>
                <a:gd name="T13" fmla="*/ 16 h 60"/>
                <a:gd name="T14" fmla="*/ 70 w 162"/>
                <a:gd name="T15" fmla="*/ 16 h 60"/>
                <a:gd name="T16" fmla="*/ 70 w 162"/>
                <a:gd name="T17" fmla="*/ 0 h 60"/>
                <a:gd name="T18" fmla="*/ 162 w 162"/>
                <a:gd name="T19" fmla="*/ 0 h 60"/>
                <a:gd name="T20" fmla="*/ 162 w 162"/>
                <a:gd name="T21" fmla="*/ 53 h 60"/>
                <a:gd name="T22" fmla="*/ 135 w 162"/>
                <a:gd name="T23" fmla="*/ 53 h 60"/>
                <a:gd name="T24" fmla="*/ 134 w 162"/>
                <a:gd name="T25" fmla="*/ 29 h 60"/>
                <a:gd name="T26" fmla="*/ 97 w 162"/>
                <a:gd name="T27" fmla="*/ 51 h 60"/>
                <a:gd name="T28" fmla="*/ 60 w 162"/>
                <a:gd name="T29" fmla="*/ 60 h 60"/>
                <a:gd name="T30" fmla="*/ 30 w 162"/>
                <a:gd name="T31" fmla="*/ 53 h 60"/>
                <a:gd name="T32" fmla="*/ 30 w 162"/>
                <a:gd name="T33" fmla="*/ 5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2" h="60">
                  <a:moveTo>
                    <a:pt x="30" y="53"/>
                  </a:moveTo>
                  <a:cubicBezTo>
                    <a:pt x="30" y="53"/>
                    <a:pt x="29" y="52"/>
                    <a:pt x="29" y="52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8" y="43"/>
                    <a:pt x="66" y="42"/>
                    <a:pt x="74" y="38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2" y="53"/>
                    <a:pt x="162" y="53"/>
                    <a:pt x="162" y="53"/>
                  </a:cubicBezTo>
                  <a:cubicBezTo>
                    <a:pt x="135" y="53"/>
                    <a:pt x="135" y="53"/>
                    <a:pt x="135" y="53"/>
                  </a:cubicBezTo>
                  <a:cubicBezTo>
                    <a:pt x="134" y="29"/>
                    <a:pt x="134" y="29"/>
                    <a:pt x="134" y="29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83" y="59"/>
                    <a:pt x="69" y="60"/>
                    <a:pt x="60" y="60"/>
                  </a:cubicBezTo>
                  <a:cubicBezTo>
                    <a:pt x="44" y="60"/>
                    <a:pt x="33" y="54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未知">
              <a:extLst>
                <a:ext uri="{FF2B5EF4-FFF2-40B4-BE49-F238E27FC236}">
                  <a16:creationId xmlns:a16="http://schemas.microsoft.com/office/drawing/2014/main" id="{1A00B322-382A-44D4-8F3A-AD53C952F32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2" y="89"/>
              <a:ext cx="171" cy="152"/>
            </a:xfrm>
            <a:custGeom>
              <a:avLst/>
              <a:gdLst>
                <a:gd name="T0" fmla="*/ 39 w 105"/>
                <a:gd name="T1" fmla="*/ 80 h 93"/>
                <a:gd name="T2" fmla="*/ 69 w 105"/>
                <a:gd name="T3" fmla="*/ 63 h 93"/>
                <a:gd name="T4" fmla="*/ 66 w 105"/>
                <a:gd name="T5" fmla="*/ 50 h 93"/>
                <a:gd name="T6" fmla="*/ 28 w 105"/>
                <a:gd name="T7" fmla="*/ 29 h 93"/>
                <a:gd name="T8" fmla="*/ 28 w 105"/>
                <a:gd name="T9" fmla="*/ 53 h 93"/>
                <a:gd name="T10" fmla="*/ 0 w 105"/>
                <a:gd name="T11" fmla="*/ 53 h 93"/>
                <a:gd name="T12" fmla="*/ 0 w 105"/>
                <a:gd name="T13" fmla="*/ 0 h 93"/>
                <a:gd name="T14" fmla="*/ 92 w 105"/>
                <a:gd name="T15" fmla="*/ 0 h 93"/>
                <a:gd name="T16" fmla="*/ 92 w 105"/>
                <a:gd name="T17" fmla="*/ 15 h 93"/>
                <a:gd name="T18" fmla="*/ 50 w 105"/>
                <a:gd name="T19" fmla="*/ 15 h 93"/>
                <a:gd name="T20" fmla="*/ 88 w 105"/>
                <a:gd name="T21" fmla="*/ 37 h 93"/>
                <a:gd name="T22" fmla="*/ 105 w 105"/>
                <a:gd name="T23" fmla="*/ 58 h 93"/>
                <a:gd name="T24" fmla="*/ 91 w 105"/>
                <a:gd name="T25" fmla="*/ 76 h 93"/>
                <a:gd name="T26" fmla="*/ 62 w 105"/>
                <a:gd name="T27" fmla="*/ 93 h 93"/>
                <a:gd name="T28" fmla="*/ 39 w 105"/>
                <a:gd name="T29" fmla="*/ 80 h 93"/>
                <a:gd name="T30" fmla="*/ 39 w 105"/>
                <a:gd name="T31" fmla="*/ 8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93">
                  <a:moveTo>
                    <a:pt x="39" y="80"/>
                  </a:moveTo>
                  <a:cubicBezTo>
                    <a:pt x="69" y="63"/>
                    <a:pt x="69" y="63"/>
                    <a:pt x="69" y="63"/>
                  </a:cubicBezTo>
                  <a:cubicBezTo>
                    <a:pt x="75" y="60"/>
                    <a:pt x="74" y="55"/>
                    <a:pt x="66" y="50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102" y="45"/>
                    <a:pt x="105" y="53"/>
                    <a:pt x="105" y="58"/>
                  </a:cubicBezTo>
                  <a:cubicBezTo>
                    <a:pt x="104" y="68"/>
                    <a:pt x="94" y="75"/>
                    <a:pt x="91" y="76"/>
                  </a:cubicBezTo>
                  <a:cubicBezTo>
                    <a:pt x="62" y="93"/>
                    <a:pt x="62" y="93"/>
                    <a:pt x="62" y="93"/>
                  </a:cubicBezTo>
                  <a:cubicBezTo>
                    <a:pt x="39" y="80"/>
                    <a:pt x="39" y="80"/>
                    <a:pt x="39" y="80"/>
                  </a:cubicBezTo>
                  <a:cubicBezTo>
                    <a:pt x="39" y="80"/>
                    <a:pt x="39" y="80"/>
                    <a:pt x="39" y="80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未知">
              <a:extLst>
                <a:ext uri="{FF2B5EF4-FFF2-40B4-BE49-F238E27FC236}">
                  <a16:creationId xmlns:a16="http://schemas.microsoft.com/office/drawing/2014/main" id="{E2A11830-47CF-4DE5-B924-80089702E0D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7" y="247"/>
              <a:ext cx="265" cy="98"/>
            </a:xfrm>
            <a:custGeom>
              <a:avLst/>
              <a:gdLst>
                <a:gd name="T0" fmla="*/ 132 w 162"/>
                <a:gd name="T1" fmla="*/ 8 h 60"/>
                <a:gd name="T2" fmla="*/ 162 w 162"/>
                <a:gd name="T3" fmla="*/ 25 h 60"/>
                <a:gd name="T4" fmla="*/ 139 w 162"/>
                <a:gd name="T5" fmla="*/ 38 h 60"/>
                <a:gd name="T6" fmla="*/ 109 w 162"/>
                <a:gd name="T7" fmla="*/ 21 h 60"/>
                <a:gd name="T8" fmla="*/ 88 w 162"/>
                <a:gd name="T9" fmla="*/ 23 h 60"/>
                <a:gd name="T10" fmla="*/ 50 w 162"/>
                <a:gd name="T11" fmla="*/ 45 h 60"/>
                <a:gd name="T12" fmla="*/ 92 w 162"/>
                <a:gd name="T13" fmla="*/ 45 h 60"/>
                <a:gd name="T14" fmla="*/ 92 w 162"/>
                <a:gd name="T15" fmla="*/ 60 h 60"/>
                <a:gd name="T16" fmla="*/ 0 w 162"/>
                <a:gd name="T17" fmla="*/ 60 h 60"/>
                <a:gd name="T18" fmla="*/ 0 w 162"/>
                <a:gd name="T19" fmla="*/ 7 h 60"/>
                <a:gd name="T20" fmla="*/ 27 w 162"/>
                <a:gd name="T21" fmla="*/ 7 h 60"/>
                <a:gd name="T22" fmla="*/ 27 w 162"/>
                <a:gd name="T23" fmla="*/ 31 h 60"/>
                <a:gd name="T24" fmla="*/ 65 w 162"/>
                <a:gd name="T25" fmla="*/ 10 h 60"/>
                <a:gd name="T26" fmla="*/ 101 w 162"/>
                <a:gd name="T27" fmla="*/ 0 h 60"/>
                <a:gd name="T28" fmla="*/ 132 w 162"/>
                <a:gd name="T29" fmla="*/ 8 h 60"/>
                <a:gd name="T30" fmla="*/ 132 w 162"/>
                <a:gd name="T31" fmla="*/ 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2" h="60">
                  <a:moveTo>
                    <a:pt x="132" y="8"/>
                  </a:moveTo>
                  <a:cubicBezTo>
                    <a:pt x="162" y="25"/>
                    <a:pt x="162" y="25"/>
                    <a:pt x="162" y="25"/>
                  </a:cubicBezTo>
                  <a:cubicBezTo>
                    <a:pt x="139" y="38"/>
                    <a:pt x="139" y="38"/>
                    <a:pt x="139" y="38"/>
                  </a:cubicBezTo>
                  <a:cubicBezTo>
                    <a:pt x="109" y="21"/>
                    <a:pt x="109" y="21"/>
                    <a:pt x="109" y="21"/>
                  </a:cubicBezTo>
                  <a:cubicBezTo>
                    <a:pt x="103" y="17"/>
                    <a:pt x="96" y="18"/>
                    <a:pt x="88" y="23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79" y="2"/>
                    <a:pt x="92" y="0"/>
                    <a:pt x="101" y="0"/>
                  </a:cubicBezTo>
                  <a:cubicBezTo>
                    <a:pt x="118" y="0"/>
                    <a:pt x="129" y="6"/>
                    <a:pt x="132" y="8"/>
                  </a:cubicBezTo>
                  <a:cubicBezTo>
                    <a:pt x="132" y="8"/>
                    <a:pt x="132" y="8"/>
                    <a:pt x="132" y="8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未知">
              <a:extLst>
                <a:ext uri="{FF2B5EF4-FFF2-40B4-BE49-F238E27FC236}">
                  <a16:creationId xmlns:a16="http://schemas.microsoft.com/office/drawing/2014/main" id="{D684C055-AB3A-4BB3-9988-5C314FBB478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1" y="197"/>
              <a:ext cx="170" cy="153"/>
            </a:xfrm>
            <a:custGeom>
              <a:avLst/>
              <a:gdLst>
                <a:gd name="T0" fmla="*/ 104 w 104"/>
                <a:gd name="T1" fmla="*/ 40 h 94"/>
                <a:gd name="T2" fmla="*/ 104 w 104"/>
                <a:gd name="T3" fmla="*/ 94 h 94"/>
                <a:gd name="T4" fmla="*/ 13 w 104"/>
                <a:gd name="T5" fmla="*/ 94 h 94"/>
                <a:gd name="T6" fmla="*/ 12 w 104"/>
                <a:gd name="T7" fmla="*/ 78 h 94"/>
                <a:gd name="T8" fmla="*/ 54 w 104"/>
                <a:gd name="T9" fmla="*/ 78 h 94"/>
                <a:gd name="T10" fmla="*/ 16 w 104"/>
                <a:gd name="T11" fmla="*/ 56 h 94"/>
                <a:gd name="T12" fmla="*/ 0 w 104"/>
                <a:gd name="T13" fmla="*/ 35 h 94"/>
                <a:gd name="T14" fmla="*/ 13 w 104"/>
                <a:gd name="T15" fmla="*/ 17 h 94"/>
                <a:gd name="T16" fmla="*/ 43 w 104"/>
                <a:gd name="T17" fmla="*/ 0 h 94"/>
                <a:gd name="T18" fmla="*/ 65 w 104"/>
                <a:gd name="T19" fmla="*/ 13 h 94"/>
                <a:gd name="T20" fmla="*/ 36 w 104"/>
                <a:gd name="T21" fmla="*/ 30 h 94"/>
                <a:gd name="T22" fmla="*/ 39 w 104"/>
                <a:gd name="T23" fmla="*/ 43 h 94"/>
                <a:gd name="T24" fmla="*/ 77 w 104"/>
                <a:gd name="T25" fmla="*/ 65 h 94"/>
                <a:gd name="T26" fmla="*/ 77 w 104"/>
                <a:gd name="T27" fmla="*/ 40 h 94"/>
                <a:gd name="T28" fmla="*/ 104 w 104"/>
                <a:gd name="T29" fmla="*/ 40 h 94"/>
                <a:gd name="T30" fmla="*/ 104 w 104"/>
                <a:gd name="T31" fmla="*/ 4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4" h="94">
                  <a:moveTo>
                    <a:pt x="104" y="40"/>
                  </a:moveTo>
                  <a:cubicBezTo>
                    <a:pt x="104" y="94"/>
                    <a:pt x="104" y="94"/>
                    <a:pt x="104" y="94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54" y="78"/>
                    <a:pt x="54" y="78"/>
                    <a:pt x="54" y="78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3" y="48"/>
                    <a:pt x="0" y="40"/>
                    <a:pt x="0" y="35"/>
                  </a:cubicBezTo>
                  <a:cubicBezTo>
                    <a:pt x="0" y="25"/>
                    <a:pt x="11" y="18"/>
                    <a:pt x="13" y="17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65" y="13"/>
                    <a:pt x="65" y="13"/>
                    <a:pt x="65" y="13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0" y="34"/>
                    <a:pt x="31" y="38"/>
                    <a:pt x="39" y="43"/>
                  </a:cubicBezTo>
                  <a:cubicBezTo>
                    <a:pt x="77" y="65"/>
                    <a:pt x="77" y="65"/>
                    <a:pt x="77" y="65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未知">
              <a:extLst>
                <a:ext uri="{FF2B5EF4-FFF2-40B4-BE49-F238E27FC236}">
                  <a16:creationId xmlns:a16="http://schemas.microsoft.com/office/drawing/2014/main" id="{192B7CDF-5535-4D0D-83F2-4FC2EF60F6B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7" y="85"/>
              <a:ext cx="264" cy="100"/>
            </a:xfrm>
            <a:custGeom>
              <a:avLst/>
              <a:gdLst>
                <a:gd name="T0" fmla="*/ 30 w 162"/>
                <a:gd name="T1" fmla="*/ 53 h 61"/>
                <a:gd name="T2" fmla="*/ 30 w 162"/>
                <a:gd name="T3" fmla="*/ 53 h 61"/>
                <a:gd name="T4" fmla="*/ 0 w 162"/>
                <a:gd name="T5" fmla="*/ 36 h 61"/>
                <a:gd name="T6" fmla="*/ 23 w 162"/>
                <a:gd name="T7" fmla="*/ 23 h 61"/>
                <a:gd name="T8" fmla="*/ 53 w 162"/>
                <a:gd name="T9" fmla="*/ 40 h 61"/>
                <a:gd name="T10" fmla="*/ 74 w 162"/>
                <a:gd name="T11" fmla="*/ 38 h 61"/>
                <a:gd name="T12" fmla="*/ 112 w 162"/>
                <a:gd name="T13" fmla="*/ 16 h 61"/>
                <a:gd name="T14" fmla="*/ 70 w 162"/>
                <a:gd name="T15" fmla="*/ 16 h 61"/>
                <a:gd name="T16" fmla="*/ 70 w 162"/>
                <a:gd name="T17" fmla="*/ 0 h 61"/>
                <a:gd name="T18" fmla="*/ 162 w 162"/>
                <a:gd name="T19" fmla="*/ 0 h 61"/>
                <a:gd name="T20" fmla="*/ 162 w 162"/>
                <a:gd name="T21" fmla="*/ 54 h 61"/>
                <a:gd name="T22" fmla="*/ 135 w 162"/>
                <a:gd name="T23" fmla="*/ 54 h 61"/>
                <a:gd name="T24" fmla="*/ 135 w 162"/>
                <a:gd name="T25" fmla="*/ 29 h 61"/>
                <a:gd name="T26" fmla="*/ 97 w 162"/>
                <a:gd name="T27" fmla="*/ 51 h 61"/>
                <a:gd name="T28" fmla="*/ 61 w 162"/>
                <a:gd name="T29" fmla="*/ 61 h 61"/>
                <a:gd name="T30" fmla="*/ 30 w 162"/>
                <a:gd name="T31" fmla="*/ 53 h 61"/>
                <a:gd name="T32" fmla="*/ 30 w 162"/>
                <a:gd name="T33" fmla="*/ 5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2" h="61">
                  <a:moveTo>
                    <a:pt x="30" y="53"/>
                  </a:moveTo>
                  <a:cubicBezTo>
                    <a:pt x="30" y="53"/>
                    <a:pt x="30" y="53"/>
                    <a:pt x="30" y="5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59" y="43"/>
                    <a:pt x="66" y="43"/>
                    <a:pt x="74" y="38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2" y="54"/>
                    <a:pt x="162" y="54"/>
                    <a:pt x="162" y="54"/>
                  </a:cubicBezTo>
                  <a:cubicBezTo>
                    <a:pt x="135" y="54"/>
                    <a:pt x="135" y="54"/>
                    <a:pt x="135" y="54"/>
                  </a:cubicBezTo>
                  <a:cubicBezTo>
                    <a:pt x="135" y="29"/>
                    <a:pt x="135" y="29"/>
                    <a:pt x="135" y="29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83" y="59"/>
                    <a:pt x="70" y="61"/>
                    <a:pt x="61" y="61"/>
                  </a:cubicBezTo>
                  <a:cubicBezTo>
                    <a:pt x="44" y="60"/>
                    <a:pt x="33" y="55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未知">
              <a:extLst>
                <a:ext uri="{FF2B5EF4-FFF2-40B4-BE49-F238E27FC236}">
                  <a16:creationId xmlns:a16="http://schemas.microsoft.com/office/drawing/2014/main" id="{DDE2CB08-D35B-4243-AF24-4681FA55A90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5" y="82"/>
              <a:ext cx="172" cy="154"/>
            </a:xfrm>
            <a:custGeom>
              <a:avLst/>
              <a:gdLst>
                <a:gd name="T0" fmla="*/ 40 w 105"/>
                <a:gd name="T1" fmla="*/ 81 h 94"/>
                <a:gd name="T2" fmla="*/ 69 w 105"/>
                <a:gd name="T3" fmla="*/ 63 h 94"/>
                <a:gd name="T4" fmla="*/ 66 w 105"/>
                <a:gd name="T5" fmla="*/ 51 h 94"/>
                <a:gd name="T6" fmla="*/ 28 w 105"/>
                <a:gd name="T7" fmla="*/ 29 h 94"/>
                <a:gd name="T8" fmla="*/ 28 w 105"/>
                <a:gd name="T9" fmla="*/ 53 h 94"/>
                <a:gd name="T10" fmla="*/ 1 w 105"/>
                <a:gd name="T11" fmla="*/ 53 h 94"/>
                <a:gd name="T12" fmla="*/ 0 w 105"/>
                <a:gd name="T13" fmla="*/ 0 h 94"/>
                <a:gd name="T14" fmla="*/ 92 w 105"/>
                <a:gd name="T15" fmla="*/ 0 h 94"/>
                <a:gd name="T16" fmla="*/ 93 w 105"/>
                <a:gd name="T17" fmla="*/ 16 h 94"/>
                <a:gd name="T18" fmla="*/ 51 w 105"/>
                <a:gd name="T19" fmla="*/ 16 h 94"/>
                <a:gd name="T20" fmla="*/ 89 w 105"/>
                <a:gd name="T21" fmla="*/ 38 h 94"/>
                <a:gd name="T22" fmla="*/ 105 w 105"/>
                <a:gd name="T23" fmla="*/ 59 h 94"/>
                <a:gd name="T24" fmla="*/ 92 w 105"/>
                <a:gd name="T25" fmla="*/ 77 h 94"/>
                <a:gd name="T26" fmla="*/ 62 w 105"/>
                <a:gd name="T27" fmla="*/ 94 h 94"/>
                <a:gd name="T28" fmla="*/ 40 w 105"/>
                <a:gd name="T29" fmla="*/ 81 h 94"/>
                <a:gd name="T30" fmla="*/ 40 w 105"/>
                <a:gd name="T31" fmla="*/ 8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94">
                  <a:moveTo>
                    <a:pt x="40" y="81"/>
                  </a:moveTo>
                  <a:cubicBezTo>
                    <a:pt x="69" y="63"/>
                    <a:pt x="69" y="63"/>
                    <a:pt x="69" y="63"/>
                  </a:cubicBezTo>
                  <a:cubicBezTo>
                    <a:pt x="75" y="60"/>
                    <a:pt x="74" y="56"/>
                    <a:pt x="66" y="51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3" y="16"/>
                    <a:pt x="93" y="16"/>
                    <a:pt x="93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102" y="46"/>
                    <a:pt x="105" y="54"/>
                    <a:pt x="105" y="59"/>
                  </a:cubicBezTo>
                  <a:cubicBezTo>
                    <a:pt x="105" y="69"/>
                    <a:pt x="94" y="75"/>
                    <a:pt x="92" y="77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40" y="81"/>
                    <a:pt x="40" y="81"/>
                    <a:pt x="40" y="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未知">
              <a:extLst>
                <a:ext uri="{FF2B5EF4-FFF2-40B4-BE49-F238E27FC236}">
                  <a16:creationId xmlns:a16="http://schemas.microsoft.com/office/drawing/2014/main" id="{B43A3590-73EE-4CE5-9A40-F99E21FC5DA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1" y="241"/>
              <a:ext cx="264" cy="99"/>
            </a:xfrm>
            <a:custGeom>
              <a:avLst/>
              <a:gdLst>
                <a:gd name="T0" fmla="*/ 132 w 162"/>
                <a:gd name="T1" fmla="*/ 8 h 61"/>
                <a:gd name="T2" fmla="*/ 162 w 162"/>
                <a:gd name="T3" fmla="*/ 25 h 61"/>
                <a:gd name="T4" fmla="*/ 140 w 162"/>
                <a:gd name="T5" fmla="*/ 38 h 61"/>
                <a:gd name="T6" fmla="*/ 110 w 162"/>
                <a:gd name="T7" fmla="*/ 21 h 61"/>
                <a:gd name="T8" fmla="*/ 88 w 162"/>
                <a:gd name="T9" fmla="*/ 23 h 61"/>
                <a:gd name="T10" fmla="*/ 50 w 162"/>
                <a:gd name="T11" fmla="*/ 45 h 61"/>
                <a:gd name="T12" fmla="*/ 92 w 162"/>
                <a:gd name="T13" fmla="*/ 45 h 61"/>
                <a:gd name="T14" fmla="*/ 92 w 162"/>
                <a:gd name="T15" fmla="*/ 61 h 61"/>
                <a:gd name="T16" fmla="*/ 0 w 162"/>
                <a:gd name="T17" fmla="*/ 61 h 61"/>
                <a:gd name="T18" fmla="*/ 0 w 162"/>
                <a:gd name="T19" fmla="*/ 7 h 61"/>
                <a:gd name="T20" fmla="*/ 27 w 162"/>
                <a:gd name="T21" fmla="*/ 7 h 61"/>
                <a:gd name="T22" fmla="*/ 28 w 162"/>
                <a:gd name="T23" fmla="*/ 32 h 61"/>
                <a:gd name="T24" fmla="*/ 65 w 162"/>
                <a:gd name="T25" fmla="*/ 10 h 61"/>
                <a:gd name="T26" fmla="*/ 101 w 162"/>
                <a:gd name="T27" fmla="*/ 0 h 61"/>
                <a:gd name="T28" fmla="*/ 132 w 162"/>
                <a:gd name="T29" fmla="*/ 8 h 61"/>
                <a:gd name="T30" fmla="*/ 132 w 162"/>
                <a:gd name="T31" fmla="*/ 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2" h="61">
                  <a:moveTo>
                    <a:pt x="132" y="8"/>
                  </a:moveTo>
                  <a:cubicBezTo>
                    <a:pt x="162" y="25"/>
                    <a:pt x="162" y="25"/>
                    <a:pt x="162" y="25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04" y="18"/>
                    <a:pt x="96" y="18"/>
                    <a:pt x="88" y="23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79" y="2"/>
                    <a:pt x="93" y="0"/>
                    <a:pt x="101" y="0"/>
                  </a:cubicBezTo>
                  <a:cubicBezTo>
                    <a:pt x="118" y="1"/>
                    <a:pt x="130" y="7"/>
                    <a:pt x="132" y="8"/>
                  </a:cubicBezTo>
                  <a:cubicBezTo>
                    <a:pt x="132" y="8"/>
                    <a:pt x="132" y="8"/>
                    <a:pt x="132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未知">
              <a:extLst>
                <a:ext uri="{FF2B5EF4-FFF2-40B4-BE49-F238E27FC236}">
                  <a16:creationId xmlns:a16="http://schemas.microsoft.com/office/drawing/2014/main" id="{05B80D27-89DB-4858-9A2E-FE5C2A558D2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5" y="190"/>
              <a:ext cx="171" cy="154"/>
            </a:xfrm>
            <a:custGeom>
              <a:avLst/>
              <a:gdLst>
                <a:gd name="T0" fmla="*/ 105 w 105"/>
                <a:gd name="T1" fmla="*/ 41 h 94"/>
                <a:gd name="T2" fmla="*/ 105 w 105"/>
                <a:gd name="T3" fmla="*/ 94 h 94"/>
                <a:gd name="T4" fmla="*/ 13 w 105"/>
                <a:gd name="T5" fmla="*/ 94 h 94"/>
                <a:gd name="T6" fmla="*/ 13 w 105"/>
                <a:gd name="T7" fmla="*/ 78 h 94"/>
                <a:gd name="T8" fmla="*/ 55 w 105"/>
                <a:gd name="T9" fmla="*/ 78 h 94"/>
                <a:gd name="T10" fmla="*/ 17 w 105"/>
                <a:gd name="T11" fmla="*/ 56 h 94"/>
                <a:gd name="T12" fmla="*/ 0 w 105"/>
                <a:gd name="T13" fmla="*/ 35 h 94"/>
                <a:gd name="T14" fmla="*/ 14 w 105"/>
                <a:gd name="T15" fmla="*/ 17 h 94"/>
                <a:gd name="T16" fmla="*/ 43 w 105"/>
                <a:gd name="T17" fmla="*/ 0 h 94"/>
                <a:gd name="T18" fmla="*/ 66 w 105"/>
                <a:gd name="T19" fmla="*/ 13 h 94"/>
                <a:gd name="T20" fmla="*/ 36 w 105"/>
                <a:gd name="T21" fmla="*/ 31 h 94"/>
                <a:gd name="T22" fmla="*/ 39 w 105"/>
                <a:gd name="T23" fmla="*/ 43 h 94"/>
                <a:gd name="T24" fmla="*/ 77 w 105"/>
                <a:gd name="T25" fmla="*/ 65 h 94"/>
                <a:gd name="T26" fmla="*/ 77 w 105"/>
                <a:gd name="T27" fmla="*/ 41 h 94"/>
                <a:gd name="T28" fmla="*/ 105 w 105"/>
                <a:gd name="T29" fmla="*/ 41 h 94"/>
                <a:gd name="T30" fmla="*/ 105 w 105"/>
                <a:gd name="T31" fmla="*/ 4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94">
                  <a:moveTo>
                    <a:pt x="105" y="41"/>
                  </a:moveTo>
                  <a:cubicBezTo>
                    <a:pt x="105" y="94"/>
                    <a:pt x="105" y="94"/>
                    <a:pt x="105" y="94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55" y="78"/>
                    <a:pt x="55" y="78"/>
                    <a:pt x="55" y="78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3" y="48"/>
                    <a:pt x="0" y="40"/>
                    <a:pt x="0" y="35"/>
                  </a:cubicBezTo>
                  <a:cubicBezTo>
                    <a:pt x="1" y="25"/>
                    <a:pt x="11" y="19"/>
                    <a:pt x="14" y="17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0" y="34"/>
                    <a:pt x="31" y="38"/>
                    <a:pt x="39" y="43"/>
                  </a:cubicBezTo>
                  <a:cubicBezTo>
                    <a:pt x="77" y="65"/>
                    <a:pt x="77" y="65"/>
                    <a:pt x="77" y="65"/>
                  </a:cubicBezTo>
                  <a:cubicBezTo>
                    <a:pt x="77" y="41"/>
                    <a:pt x="77" y="41"/>
                    <a:pt x="7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41"/>
                    <a:pt x="105" y="41"/>
                    <a:pt x="105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" name="Group 37">
            <a:extLst>
              <a:ext uri="{FF2B5EF4-FFF2-40B4-BE49-F238E27FC236}">
                <a16:creationId xmlns:a16="http://schemas.microsoft.com/office/drawing/2014/main" id="{2E1B1FF2-484C-42C2-9A6F-ED42B0DB22C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39704" y="5257584"/>
            <a:ext cx="1008062" cy="701675"/>
            <a:chOff x="0" y="0"/>
            <a:chExt cx="747" cy="546"/>
          </a:xfrm>
        </p:grpSpPr>
        <p:sp>
          <p:nvSpPr>
            <p:cNvPr id="49" name="AutoShape 38">
              <a:extLst>
                <a:ext uri="{FF2B5EF4-FFF2-40B4-BE49-F238E27FC236}">
                  <a16:creationId xmlns:a16="http://schemas.microsoft.com/office/drawing/2014/main" id="{9CEB4411-F25B-4700-A124-79890173B66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3" y="20"/>
              <a:ext cx="681" cy="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未知">
              <a:extLst>
                <a:ext uri="{FF2B5EF4-FFF2-40B4-BE49-F238E27FC236}">
                  <a16:creationId xmlns:a16="http://schemas.microsoft.com/office/drawing/2014/main" id="{F7347CCF-4110-48D5-861E-9A144B4558C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" y="208"/>
              <a:ext cx="679" cy="338"/>
            </a:xfrm>
            <a:custGeom>
              <a:avLst/>
              <a:gdLst>
                <a:gd name="T0" fmla="*/ 356 w 416"/>
                <a:gd name="T1" fmla="*/ 84 h 207"/>
                <a:gd name="T2" fmla="*/ 62 w 416"/>
                <a:gd name="T3" fmla="*/ 84 h 207"/>
                <a:gd name="T4" fmla="*/ 1 w 416"/>
                <a:gd name="T5" fmla="*/ 1 h 207"/>
                <a:gd name="T6" fmla="*/ 0 w 416"/>
                <a:gd name="T7" fmla="*/ 1 h 207"/>
                <a:gd name="T8" fmla="*/ 0 w 416"/>
                <a:gd name="T9" fmla="*/ 80 h 207"/>
                <a:gd name="T10" fmla="*/ 1 w 416"/>
                <a:gd name="T11" fmla="*/ 80 h 207"/>
                <a:gd name="T12" fmla="*/ 62 w 416"/>
                <a:gd name="T13" fmla="*/ 160 h 207"/>
                <a:gd name="T14" fmla="*/ 356 w 416"/>
                <a:gd name="T15" fmla="*/ 160 h 207"/>
                <a:gd name="T16" fmla="*/ 416 w 416"/>
                <a:gd name="T17" fmla="*/ 80 h 207"/>
                <a:gd name="T18" fmla="*/ 416 w 416"/>
                <a:gd name="T19" fmla="*/ 80 h 207"/>
                <a:gd name="T20" fmla="*/ 416 w 416"/>
                <a:gd name="T21" fmla="*/ 0 h 207"/>
                <a:gd name="T22" fmla="*/ 356 w 416"/>
                <a:gd name="T23" fmla="*/ 8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6" h="207">
                  <a:moveTo>
                    <a:pt x="356" y="84"/>
                  </a:moveTo>
                  <a:cubicBezTo>
                    <a:pt x="275" y="131"/>
                    <a:pt x="143" y="131"/>
                    <a:pt x="62" y="84"/>
                  </a:cubicBezTo>
                  <a:cubicBezTo>
                    <a:pt x="18" y="59"/>
                    <a:pt x="1" y="33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3" y="109"/>
                    <a:pt x="23" y="138"/>
                    <a:pt x="62" y="160"/>
                  </a:cubicBezTo>
                  <a:cubicBezTo>
                    <a:pt x="143" y="207"/>
                    <a:pt x="275" y="207"/>
                    <a:pt x="356" y="160"/>
                  </a:cubicBezTo>
                  <a:cubicBezTo>
                    <a:pt x="394" y="138"/>
                    <a:pt x="414" y="109"/>
                    <a:pt x="416" y="80"/>
                  </a:cubicBezTo>
                  <a:cubicBezTo>
                    <a:pt x="416" y="80"/>
                    <a:pt x="416" y="80"/>
                    <a:pt x="416" y="80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416" y="31"/>
                    <a:pt x="396" y="61"/>
                    <a:pt x="356" y="84"/>
                  </a:cubicBezTo>
                  <a:close/>
                </a:path>
              </a:pathLst>
            </a:custGeom>
            <a:solidFill>
              <a:srgbClr val="113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未知">
              <a:extLst>
                <a:ext uri="{FF2B5EF4-FFF2-40B4-BE49-F238E27FC236}">
                  <a16:creationId xmlns:a16="http://schemas.microsoft.com/office/drawing/2014/main" id="{B6A65311-9BE7-4AC9-A6BC-ED1BA497A59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0" y="0"/>
              <a:ext cx="747" cy="432"/>
            </a:xfrm>
            <a:custGeom>
              <a:avLst/>
              <a:gdLst>
                <a:gd name="T0" fmla="*/ 375 w 457"/>
                <a:gd name="T1" fmla="*/ 47 h 264"/>
                <a:gd name="T2" fmla="*/ 376 w 457"/>
                <a:gd name="T3" fmla="*/ 217 h 264"/>
                <a:gd name="T4" fmla="*/ 82 w 457"/>
                <a:gd name="T5" fmla="*/ 217 h 264"/>
                <a:gd name="T6" fmla="*/ 81 w 457"/>
                <a:gd name="T7" fmla="*/ 47 h 264"/>
                <a:gd name="T8" fmla="*/ 375 w 457"/>
                <a:gd name="T9" fmla="*/ 47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7" h="264">
                  <a:moveTo>
                    <a:pt x="375" y="47"/>
                  </a:moveTo>
                  <a:cubicBezTo>
                    <a:pt x="456" y="94"/>
                    <a:pt x="457" y="170"/>
                    <a:pt x="376" y="217"/>
                  </a:cubicBezTo>
                  <a:cubicBezTo>
                    <a:pt x="295" y="264"/>
                    <a:pt x="163" y="264"/>
                    <a:pt x="82" y="217"/>
                  </a:cubicBezTo>
                  <a:cubicBezTo>
                    <a:pt x="0" y="170"/>
                    <a:pt x="0" y="94"/>
                    <a:pt x="81" y="47"/>
                  </a:cubicBezTo>
                  <a:cubicBezTo>
                    <a:pt x="162" y="0"/>
                    <a:pt x="293" y="0"/>
                    <a:pt x="375" y="47"/>
                  </a:cubicBezTo>
                </a:path>
              </a:pathLst>
            </a:custGeom>
            <a:solidFill>
              <a:srgbClr val="4A6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未知">
              <a:extLst>
                <a:ext uri="{FF2B5EF4-FFF2-40B4-BE49-F238E27FC236}">
                  <a16:creationId xmlns:a16="http://schemas.microsoft.com/office/drawing/2014/main" id="{BFD17F14-265D-4FEB-85A8-3C49D32D025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7" y="434"/>
              <a:ext cx="39" cy="53"/>
            </a:xfrm>
            <a:custGeom>
              <a:avLst/>
              <a:gdLst>
                <a:gd name="T0" fmla="*/ 7 w 24"/>
                <a:gd name="T1" fmla="*/ 5 h 33"/>
                <a:gd name="T2" fmla="*/ 7 w 24"/>
                <a:gd name="T3" fmla="*/ 14 h 33"/>
                <a:gd name="T4" fmla="*/ 10 w 24"/>
                <a:gd name="T5" fmla="*/ 14 h 33"/>
                <a:gd name="T6" fmla="*/ 13 w 24"/>
                <a:gd name="T7" fmla="*/ 13 h 33"/>
                <a:gd name="T8" fmla="*/ 14 w 24"/>
                <a:gd name="T9" fmla="*/ 10 h 33"/>
                <a:gd name="T10" fmla="*/ 10 w 24"/>
                <a:gd name="T11" fmla="*/ 5 h 33"/>
                <a:gd name="T12" fmla="*/ 7 w 24"/>
                <a:gd name="T13" fmla="*/ 5 h 33"/>
                <a:gd name="T14" fmla="*/ 0 w 24"/>
                <a:gd name="T15" fmla="*/ 33 h 33"/>
                <a:gd name="T16" fmla="*/ 0 w 24"/>
                <a:gd name="T17" fmla="*/ 0 h 33"/>
                <a:gd name="T18" fmla="*/ 12 w 24"/>
                <a:gd name="T19" fmla="*/ 0 h 33"/>
                <a:gd name="T20" fmla="*/ 19 w 24"/>
                <a:gd name="T21" fmla="*/ 2 h 33"/>
                <a:gd name="T22" fmla="*/ 22 w 24"/>
                <a:gd name="T23" fmla="*/ 8 h 33"/>
                <a:gd name="T24" fmla="*/ 15 w 24"/>
                <a:gd name="T25" fmla="*/ 17 h 33"/>
                <a:gd name="T26" fmla="*/ 15 w 24"/>
                <a:gd name="T27" fmla="*/ 17 h 33"/>
                <a:gd name="T28" fmla="*/ 19 w 24"/>
                <a:gd name="T29" fmla="*/ 19 h 33"/>
                <a:gd name="T30" fmla="*/ 20 w 24"/>
                <a:gd name="T31" fmla="*/ 22 h 33"/>
                <a:gd name="T32" fmla="*/ 24 w 24"/>
                <a:gd name="T33" fmla="*/ 33 h 33"/>
                <a:gd name="T34" fmla="*/ 15 w 24"/>
                <a:gd name="T35" fmla="*/ 33 h 33"/>
                <a:gd name="T36" fmla="*/ 13 w 24"/>
                <a:gd name="T37" fmla="*/ 24 h 33"/>
                <a:gd name="T38" fmla="*/ 11 w 24"/>
                <a:gd name="T39" fmla="*/ 20 h 33"/>
                <a:gd name="T40" fmla="*/ 7 w 24"/>
                <a:gd name="T41" fmla="*/ 20 h 33"/>
                <a:gd name="T42" fmla="*/ 7 w 24"/>
                <a:gd name="T43" fmla="*/ 33 h 33"/>
                <a:gd name="T44" fmla="*/ 0 w 24"/>
                <a:gd name="T4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" h="33">
                  <a:moveTo>
                    <a:pt x="7" y="5"/>
                  </a:moveTo>
                  <a:cubicBezTo>
                    <a:pt x="7" y="14"/>
                    <a:pt x="7" y="14"/>
                    <a:pt x="7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4"/>
                    <a:pt x="12" y="14"/>
                    <a:pt x="13" y="13"/>
                  </a:cubicBezTo>
                  <a:cubicBezTo>
                    <a:pt x="14" y="12"/>
                    <a:pt x="14" y="11"/>
                    <a:pt x="14" y="10"/>
                  </a:cubicBezTo>
                  <a:cubicBezTo>
                    <a:pt x="14" y="7"/>
                    <a:pt x="13" y="5"/>
                    <a:pt x="10" y="5"/>
                  </a:cubicBezTo>
                  <a:cubicBezTo>
                    <a:pt x="7" y="5"/>
                    <a:pt x="7" y="5"/>
                    <a:pt x="7" y="5"/>
                  </a:cubicBezTo>
                  <a:close/>
                  <a:moveTo>
                    <a:pt x="0" y="3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7" y="0"/>
                    <a:pt x="19" y="2"/>
                  </a:cubicBezTo>
                  <a:cubicBezTo>
                    <a:pt x="21" y="3"/>
                    <a:pt x="22" y="5"/>
                    <a:pt x="22" y="8"/>
                  </a:cubicBezTo>
                  <a:cubicBezTo>
                    <a:pt x="22" y="13"/>
                    <a:pt x="20" y="16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7" y="17"/>
                    <a:pt x="18" y="17"/>
                    <a:pt x="19" y="19"/>
                  </a:cubicBezTo>
                  <a:cubicBezTo>
                    <a:pt x="19" y="19"/>
                    <a:pt x="20" y="20"/>
                    <a:pt x="20" y="2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2"/>
                    <a:pt x="11" y="21"/>
                    <a:pt x="11" y="20"/>
                  </a:cubicBezTo>
                  <a:cubicBezTo>
                    <a:pt x="10" y="20"/>
                    <a:pt x="9" y="20"/>
                    <a:pt x="7" y="20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0" y="33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未知">
              <a:extLst>
                <a:ext uri="{FF2B5EF4-FFF2-40B4-BE49-F238E27FC236}">
                  <a16:creationId xmlns:a16="http://schemas.microsoft.com/office/drawing/2014/main" id="{1BD04968-F849-4AA4-B705-87E08C360DD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1" y="432"/>
              <a:ext cx="47" cy="57"/>
            </a:xfrm>
            <a:custGeom>
              <a:avLst/>
              <a:gdLst>
                <a:gd name="T0" fmla="*/ 8 w 29"/>
                <a:gd name="T1" fmla="*/ 17 h 35"/>
                <a:gd name="T2" fmla="*/ 14 w 29"/>
                <a:gd name="T3" fmla="*/ 29 h 35"/>
                <a:gd name="T4" fmla="*/ 20 w 29"/>
                <a:gd name="T5" fmla="*/ 17 h 35"/>
                <a:gd name="T6" fmla="*/ 14 w 29"/>
                <a:gd name="T7" fmla="*/ 6 h 35"/>
                <a:gd name="T8" fmla="*/ 8 w 29"/>
                <a:gd name="T9" fmla="*/ 17 h 35"/>
                <a:gd name="T10" fmla="*/ 0 w 29"/>
                <a:gd name="T11" fmla="*/ 17 h 35"/>
                <a:gd name="T12" fmla="*/ 3 w 29"/>
                <a:gd name="T13" fmla="*/ 5 h 35"/>
                <a:gd name="T14" fmla="*/ 14 w 29"/>
                <a:gd name="T15" fmla="*/ 0 h 35"/>
                <a:gd name="T16" fmla="*/ 25 w 29"/>
                <a:gd name="T17" fmla="*/ 5 h 35"/>
                <a:gd name="T18" fmla="*/ 29 w 29"/>
                <a:gd name="T19" fmla="*/ 17 h 35"/>
                <a:gd name="T20" fmla="*/ 25 w 29"/>
                <a:gd name="T21" fmla="*/ 30 h 35"/>
                <a:gd name="T22" fmla="*/ 14 w 29"/>
                <a:gd name="T23" fmla="*/ 35 h 35"/>
                <a:gd name="T24" fmla="*/ 3 w 29"/>
                <a:gd name="T25" fmla="*/ 29 h 35"/>
                <a:gd name="T26" fmla="*/ 0 w 29"/>
                <a:gd name="T27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8" y="17"/>
                  </a:moveTo>
                  <a:cubicBezTo>
                    <a:pt x="8" y="25"/>
                    <a:pt x="10" y="29"/>
                    <a:pt x="14" y="29"/>
                  </a:cubicBezTo>
                  <a:cubicBezTo>
                    <a:pt x="18" y="29"/>
                    <a:pt x="20" y="25"/>
                    <a:pt x="20" y="17"/>
                  </a:cubicBezTo>
                  <a:cubicBezTo>
                    <a:pt x="20" y="10"/>
                    <a:pt x="18" y="6"/>
                    <a:pt x="14" y="6"/>
                  </a:cubicBezTo>
                  <a:cubicBezTo>
                    <a:pt x="10" y="6"/>
                    <a:pt x="8" y="10"/>
                    <a:pt x="8" y="17"/>
                  </a:cubicBezTo>
                  <a:close/>
                  <a:moveTo>
                    <a:pt x="0" y="17"/>
                  </a:moveTo>
                  <a:cubicBezTo>
                    <a:pt x="0" y="12"/>
                    <a:pt x="1" y="8"/>
                    <a:pt x="3" y="5"/>
                  </a:cubicBezTo>
                  <a:cubicBezTo>
                    <a:pt x="6" y="2"/>
                    <a:pt x="10" y="0"/>
                    <a:pt x="14" y="0"/>
                  </a:cubicBezTo>
                  <a:cubicBezTo>
                    <a:pt x="19" y="0"/>
                    <a:pt x="23" y="2"/>
                    <a:pt x="25" y="5"/>
                  </a:cubicBezTo>
                  <a:cubicBezTo>
                    <a:pt x="27" y="8"/>
                    <a:pt x="29" y="12"/>
                    <a:pt x="29" y="17"/>
                  </a:cubicBezTo>
                  <a:cubicBezTo>
                    <a:pt x="29" y="22"/>
                    <a:pt x="27" y="26"/>
                    <a:pt x="25" y="30"/>
                  </a:cubicBezTo>
                  <a:cubicBezTo>
                    <a:pt x="23" y="33"/>
                    <a:pt x="19" y="35"/>
                    <a:pt x="14" y="35"/>
                  </a:cubicBezTo>
                  <a:cubicBezTo>
                    <a:pt x="10" y="35"/>
                    <a:pt x="6" y="33"/>
                    <a:pt x="3" y="29"/>
                  </a:cubicBezTo>
                  <a:cubicBezTo>
                    <a:pt x="1" y="26"/>
                    <a:pt x="0" y="22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未知">
              <a:extLst>
                <a:ext uri="{FF2B5EF4-FFF2-40B4-BE49-F238E27FC236}">
                  <a16:creationId xmlns:a16="http://schemas.microsoft.com/office/drawing/2014/main" id="{89A63C7B-48A5-47B4-98CE-64ED1B70A40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7" y="434"/>
              <a:ext cx="39" cy="55"/>
            </a:xfrm>
            <a:custGeom>
              <a:avLst/>
              <a:gdLst>
                <a:gd name="T0" fmla="*/ 0 w 24"/>
                <a:gd name="T1" fmla="*/ 21 h 34"/>
                <a:gd name="T2" fmla="*/ 0 w 24"/>
                <a:gd name="T3" fmla="*/ 0 h 34"/>
                <a:gd name="T4" fmla="*/ 7 w 24"/>
                <a:gd name="T5" fmla="*/ 0 h 34"/>
                <a:gd name="T6" fmla="*/ 7 w 24"/>
                <a:gd name="T7" fmla="*/ 22 h 34"/>
                <a:gd name="T8" fmla="*/ 12 w 24"/>
                <a:gd name="T9" fmla="*/ 28 h 34"/>
                <a:gd name="T10" fmla="*/ 16 w 24"/>
                <a:gd name="T11" fmla="*/ 22 h 34"/>
                <a:gd name="T12" fmla="*/ 16 w 24"/>
                <a:gd name="T13" fmla="*/ 0 h 34"/>
                <a:gd name="T14" fmla="*/ 24 w 24"/>
                <a:gd name="T15" fmla="*/ 0 h 34"/>
                <a:gd name="T16" fmla="*/ 24 w 24"/>
                <a:gd name="T17" fmla="*/ 21 h 34"/>
                <a:gd name="T18" fmla="*/ 21 w 24"/>
                <a:gd name="T19" fmla="*/ 30 h 34"/>
                <a:gd name="T20" fmla="*/ 12 w 24"/>
                <a:gd name="T21" fmla="*/ 34 h 34"/>
                <a:gd name="T22" fmla="*/ 3 w 24"/>
                <a:gd name="T23" fmla="*/ 30 h 34"/>
                <a:gd name="T24" fmla="*/ 0 w 24"/>
                <a:gd name="T25" fmla="*/ 2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34">
                  <a:moveTo>
                    <a:pt x="0" y="2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6"/>
                    <a:pt x="9" y="28"/>
                    <a:pt x="12" y="28"/>
                  </a:cubicBezTo>
                  <a:cubicBezTo>
                    <a:pt x="15" y="28"/>
                    <a:pt x="16" y="26"/>
                    <a:pt x="16" y="2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25"/>
                    <a:pt x="23" y="28"/>
                    <a:pt x="21" y="30"/>
                  </a:cubicBezTo>
                  <a:cubicBezTo>
                    <a:pt x="19" y="33"/>
                    <a:pt x="16" y="34"/>
                    <a:pt x="12" y="34"/>
                  </a:cubicBezTo>
                  <a:cubicBezTo>
                    <a:pt x="8" y="34"/>
                    <a:pt x="5" y="33"/>
                    <a:pt x="3" y="30"/>
                  </a:cubicBezTo>
                  <a:cubicBezTo>
                    <a:pt x="1" y="28"/>
                    <a:pt x="0" y="25"/>
                    <a:pt x="0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未知">
              <a:extLst>
                <a:ext uri="{FF2B5EF4-FFF2-40B4-BE49-F238E27FC236}">
                  <a16:creationId xmlns:a16="http://schemas.microsoft.com/office/drawing/2014/main" id="{4DEF649C-AD28-4BD4-A928-BB30BE798B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2" y="434"/>
              <a:ext cx="36" cy="53"/>
            </a:xfrm>
            <a:custGeom>
              <a:avLst/>
              <a:gdLst>
                <a:gd name="T0" fmla="*/ 12 w 36"/>
                <a:gd name="T1" fmla="*/ 53 h 53"/>
                <a:gd name="T2" fmla="*/ 12 w 36"/>
                <a:gd name="T3" fmla="*/ 9 h 53"/>
                <a:gd name="T4" fmla="*/ 0 w 36"/>
                <a:gd name="T5" fmla="*/ 9 h 53"/>
                <a:gd name="T6" fmla="*/ 0 w 36"/>
                <a:gd name="T7" fmla="*/ 0 h 53"/>
                <a:gd name="T8" fmla="*/ 36 w 36"/>
                <a:gd name="T9" fmla="*/ 0 h 53"/>
                <a:gd name="T10" fmla="*/ 36 w 36"/>
                <a:gd name="T11" fmla="*/ 9 h 53"/>
                <a:gd name="T12" fmla="*/ 25 w 36"/>
                <a:gd name="T13" fmla="*/ 9 h 53"/>
                <a:gd name="T14" fmla="*/ 25 w 36"/>
                <a:gd name="T15" fmla="*/ 53 h 53"/>
                <a:gd name="T16" fmla="*/ 12 w 36"/>
                <a:gd name="T17" fmla="*/ 53 h 53"/>
                <a:gd name="T18" fmla="*/ 12 w 36"/>
                <a:gd name="T1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53">
                  <a:moveTo>
                    <a:pt x="12" y="53"/>
                  </a:moveTo>
                  <a:lnTo>
                    <a:pt x="12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36" y="0"/>
                  </a:lnTo>
                  <a:lnTo>
                    <a:pt x="36" y="9"/>
                  </a:lnTo>
                  <a:lnTo>
                    <a:pt x="25" y="9"/>
                  </a:lnTo>
                  <a:lnTo>
                    <a:pt x="25" y="53"/>
                  </a:lnTo>
                  <a:lnTo>
                    <a:pt x="12" y="53"/>
                  </a:lnTo>
                  <a:lnTo>
                    <a:pt x="12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未知">
              <a:extLst>
                <a:ext uri="{FF2B5EF4-FFF2-40B4-BE49-F238E27FC236}">
                  <a16:creationId xmlns:a16="http://schemas.microsoft.com/office/drawing/2014/main" id="{D6D91B48-572F-4463-B650-8F109EC02AE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5" y="434"/>
              <a:ext cx="32" cy="53"/>
            </a:xfrm>
            <a:custGeom>
              <a:avLst/>
              <a:gdLst>
                <a:gd name="T0" fmla="*/ 0 w 32"/>
                <a:gd name="T1" fmla="*/ 53 h 53"/>
                <a:gd name="T2" fmla="*/ 0 w 32"/>
                <a:gd name="T3" fmla="*/ 0 h 53"/>
                <a:gd name="T4" fmla="*/ 32 w 32"/>
                <a:gd name="T5" fmla="*/ 0 h 53"/>
                <a:gd name="T6" fmla="*/ 32 w 32"/>
                <a:gd name="T7" fmla="*/ 9 h 53"/>
                <a:gd name="T8" fmla="*/ 13 w 32"/>
                <a:gd name="T9" fmla="*/ 9 h 53"/>
                <a:gd name="T10" fmla="*/ 13 w 32"/>
                <a:gd name="T11" fmla="*/ 21 h 53"/>
                <a:gd name="T12" fmla="*/ 31 w 32"/>
                <a:gd name="T13" fmla="*/ 21 h 53"/>
                <a:gd name="T14" fmla="*/ 31 w 32"/>
                <a:gd name="T15" fmla="*/ 31 h 53"/>
                <a:gd name="T16" fmla="*/ 13 w 32"/>
                <a:gd name="T17" fmla="*/ 31 h 53"/>
                <a:gd name="T18" fmla="*/ 13 w 32"/>
                <a:gd name="T19" fmla="*/ 44 h 53"/>
                <a:gd name="T20" fmla="*/ 32 w 32"/>
                <a:gd name="T21" fmla="*/ 44 h 53"/>
                <a:gd name="T22" fmla="*/ 32 w 32"/>
                <a:gd name="T23" fmla="*/ 53 h 53"/>
                <a:gd name="T24" fmla="*/ 0 w 32"/>
                <a:gd name="T25" fmla="*/ 53 h 53"/>
                <a:gd name="T26" fmla="*/ 0 w 32"/>
                <a:gd name="T27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53">
                  <a:moveTo>
                    <a:pt x="0" y="53"/>
                  </a:moveTo>
                  <a:lnTo>
                    <a:pt x="0" y="0"/>
                  </a:lnTo>
                  <a:lnTo>
                    <a:pt x="32" y="0"/>
                  </a:lnTo>
                  <a:lnTo>
                    <a:pt x="32" y="9"/>
                  </a:lnTo>
                  <a:lnTo>
                    <a:pt x="13" y="9"/>
                  </a:lnTo>
                  <a:lnTo>
                    <a:pt x="13" y="21"/>
                  </a:lnTo>
                  <a:lnTo>
                    <a:pt x="31" y="21"/>
                  </a:lnTo>
                  <a:lnTo>
                    <a:pt x="31" y="31"/>
                  </a:lnTo>
                  <a:lnTo>
                    <a:pt x="13" y="31"/>
                  </a:lnTo>
                  <a:lnTo>
                    <a:pt x="13" y="44"/>
                  </a:lnTo>
                  <a:lnTo>
                    <a:pt x="32" y="44"/>
                  </a:lnTo>
                  <a:lnTo>
                    <a:pt x="32" y="53"/>
                  </a:lnTo>
                  <a:lnTo>
                    <a:pt x="0" y="53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未知">
              <a:extLst>
                <a:ext uri="{FF2B5EF4-FFF2-40B4-BE49-F238E27FC236}">
                  <a16:creationId xmlns:a16="http://schemas.microsoft.com/office/drawing/2014/main" id="{AF9A4C25-305D-4F2C-81F5-ED30DDB7E38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76" y="434"/>
              <a:ext cx="39" cy="53"/>
            </a:xfrm>
            <a:custGeom>
              <a:avLst/>
              <a:gdLst>
                <a:gd name="T0" fmla="*/ 8 w 24"/>
                <a:gd name="T1" fmla="*/ 5 h 33"/>
                <a:gd name="T2" fmla="*/ 8 w 24"/>
                <a:gd name="T3" fmla="*/ 14 h 33"/>
                <a:gd name="T4" fmla="*/ 10 w 24"/>
                <a:gd name="T5" fmla="*/ 14 h 33"/>
                <a:gd name="T6" fmla="*/ 13 w 24"/>
                <a:gd name="T7" fmla="*/ 13 h 33"/>
                <a:gd name="T8" fmla="*/ 15 w 24"/>
                <a:gd name="T9" fmla="*/ 10 h 33"/>
                <a:gd name="T10" fmla="*/ 10 w 24"/>
                <a:gd name="T11" fmla="*/ 5 h 33"/>
                <a:gd name="T12" fmla="*/ 8 w 24"/>
                <a:gd name="T13" fmla="*/ 5 h 33"/>
                <a:gd name="T14" fmla="*/ 0 w 24"/>
                <a:gd name="T15" fmla="*/ 33 h 33"/>
                <a:gd name="T16" fmla="*/ 0 w 24"/>
                <a:gd name="T17" fmla="*/ 0 h 33"/>
                <a:gd name="T18" fmla="*/ 12 w 24"/>
                <a:gd name="T19" fmla="*/ 0 h 33"/>
                <a:gd name="T20" fmla="*/ 20 w 24"/>
                <a:gd name="T21" fmla="*/ 2 h 33"/>
                <a:gd name="T22" fmla="*/ 23 w 24"/>
                <a:gd name="T23" fmla="*/ 8 h 33"/>
                <a:gd name="T24" fmla="*/ 16 w 24"/>
                <a:gd name="T25" fmla="*/ 17 h 33"/>
                <a:gd name="T26" fmla="*/ 16 w 24"/>
                <a:gd name="T27" fmla="*/ 17 h 33"/>
                <a:gd name="T28" fmla="*/ 19 w 24"/>
                <a:gd name="T29" fmla="*/ 19 h 33"/>
                <a:gd name="T30" fmla="*/ 21 w 24"/>
                <a:gd name="T31" fmla="*/ 22 h 33"/>
                <a:gd name="T32" fmla="*/ 24 w 24"/>
                <a:gd name="T33" fmla="*/ 33 h 33"/>
                <a:gd name="T34" fmla="*/ 16 w 24"/>
                <a:gd name="T35" fmla="*/ 33 h 33"/>
                <a:gd name="T36" fmla="*/ 13 w 24"/>
                <a:gd name="T37" fmla="*/ 24 h 33"/>
                <a:gd name="T38" fmla="*/ 11 w 24"/>
                <a:gd name="T39" fmla="*/ 20 h 33"/>
                <a:gd name="T40" fmla="*/ 8 w 24"/>
                <a:gd name="T41" fmla="*/ 20 h 33"/>
                <a:gd name="T42" fmla="*/ 8 w 24"/>
                <a:gd name="T43" fmla="*/ 33 h 33"/>
                <a:gd name="T44" fmla="*/ 0 w 24"/>
                <a:gd name="T4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" h="33">
                  <a:moveTo>
                    <a:pt x="8" y="5"/>
                  </a:moveTo>
                  <a:cubicBezTo>
                    <a:pt x="8" y="14"/>
                    <a:pt x="8" y="14"/>
                    <a:pt x="8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4"/>
                    <a:pt x="13" y="14"/>
                    <a:pt x="13" y="13"/>
                  </a:cubicBezTo>
                  <a:cubicBezTo>
                    <a:pt x="14" y="12"/>
                    <a:pt x="15" y="11"/>
                    <a:pt x="15" y="10"/>
                  </a:cubicBezTo>
                  <a:cubicBezTo>
                    <a:pt x="15" y="7"/>
                    <a:pt x="13" y="5"/>
                    <a:pt x="10" y="5"/>
                  </a:cubicBezTo>
                  <a:cubicBezTo>
                    <a:pt x="8" y="5"/>
                    <a:pt x="8" y="5"/>
                    <a:pt x="8" y="5"/>
                  </a:cubicBezTo>
                  <a:close/>
                  <a:moveTo>
                    <a:pt x="0" y="3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8" y="0"/>
                    <a:pt x="20" y="2"/>
                  </a:cubicBezTo>
                  <a:cubicBezTo>
                    <a:pt x="22" y="3"/>
                    <a:pt x="23" y="5"/>
                    <a:pt x="23" y="8"/>
                  </a:cubicBezTo>
                  <a:cubicBezTo>
                    <a:pt x="23" y="13"/>
                    <a:pt x="20" y="16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7"/>
                    <a:pt x="18" y="17"/>
                    <a:pt x="19" y="19"/>
                  </a:cubicBezTo>
                  <a:cubicBezTo>
                    <a:pt x="20" y="19"/>
                    <a:pt x="20" y="20"/>
                    <a:pt x="21" y="2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2"/>
                    <a:pt x="12" y="21"/>
                    <a:pt x="11" y="20"/>
                  </a:cubicBezTo>
                  <a:cubicBezTo>
                    <a:pt x="11" y="20"/>
                    <a:pt x="10" y="20"/>
                    <a:pt x="8" y="20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0" y="33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未知">
              <a:extLst>
                <a:ext uri="{FF2B5EF4-FFF2-40B4-BE49-F238E27FC236}">
                  <a16:creationId xmlns:a16="http://schemas.microsoft.com/office/drawing/2014/main" id="{EE7D8240-E39A-4509-ABEC-52937AA82B6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3" y="92"/>
              <a:ext cx="265" cy="98"/>
            </a:xfrm>
            <a:custGeom>
              <a:avLst/>
              <a:gdLst>
                <a:gd name="T0" fmla="*/ 30 w 162"/>
                <a:gd name="T1" fmla="*/ 53 h 60"/>
                <a:gd name="T2" fmla="*/ 29 w 162"/>
                <a:gd name="T3" fmla="*/ 52 h 60"/>
                <a:gd name="T4" fmla="*/ 0 w 162"/>
                <a:gd name="T5" fmla="*/ 35 h 60"/>
                <a:gd name="T6" fmla="*/ 22 w 162"/>
                <a:gd name="T7" fmla="*/ 22 h 60"/>
                <a:gd name="T8" fmla="*/ 52 w 162"/>
                <a:gd name="T9" fmla="*/ 40 h 60"/>
                <a:gd name="T10" fmla="*/ 74 w 162"/>
                <a:gd name="T11" fmla="*/ 38 h 60"/>
                <a:gd name="T12" fmla="*/ 112 w 162"/>
                <a:gd name="T13" fmla="*/ 16 h 60"/>
                <a:gd name="T14" fmla="*/ 70 w 162"/>
                <a:gd name="T15" fmla="*/ 16 h 60"/>
                <a:gd name="T16" fmla="*/ 70 w 162"/>
                <a:gd name="T17" fmla="*/ 0 h 60"/>
                <a:gd name="T18" fmla="*/ 162 w 162"/>
                <a:gd name="T19" fmla="*/ 0 h 60"/>
                <a:gd name="T20" fmla="*/ 162 w 162"/>
                <a:gd name="T21" fmla="*/ 53 h 60"/>
                <a:gd name="T22" fmla="*/ 135 w 162"/>
                <a:gd name="T23" fmla="*/ 53 h 60"/>
                <a:gd name="T24" fmla="*/ 134 w 162"/>
                <a:gd name="T25" fmla="*/ 29 h 60"/>
                <a:gd name="T26" fmla="*/ 97 w 162"/>
                <a:gd name="T27" fmla="*/ 51 h 60"/>
                <a:gd name="T28" fmla="*/ 60 w 162"/>
                <a:gd name="T29" fmla="*/ 60 h 60"/>
                <a:gd name="T30" fmla="*/ 30 w 162"/>
                <a:gd name="T31" fmla="*/ 53 h 60"/>
                <a:gd name="T32" fmla="*/ 30 w 162"/>
                <a:gd name="T33" fmla="*/ 5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2" h="60">
                  <a:moveTo>
                    <a:pt x="30" y="53"/>
                  </a:moveTo>
                  <a:cubicBezTo>
                    <a:pt x="30" y="53"/>
                    <a:pt x="29" y="52"/>
                    <a:pt x="29" y="52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8" y="43"/>
                    <a:pt x="66" y="42"/>
                    <a:pt x="74" y="38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2" y="53"/>
                    <a:pt x="162" y="53"/>
                    <a:pt x="162" y="53"/>
                  </a:cubicBezTo>
                  <a:cubicBezTo>
                    <a:pt x="135" y="53"/>
                    <a:pt x="135" y="53"/>
                    <a:pt x="135" y="53"/>
                  </a:cubicBezTo>
                  <a:cubicBezTo>
                    <a:pt x="134" y="29"/>
                    <a:pt x="134" y="29"/>
                    <a:pt x="134" y="29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83" y="59"/>
                    <a:pt x="69" y="60"/>
                    <a:pt x="60" y="60"/>
                  </a:cubicBezTo>
                  <a:cubicBezTo>
                    <a:pt x="44" y="60"/>
                    <a:pt x="33" y="54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未知">
              <a:extLst>
                <a:ext uri="{FF2B5EF4-FFF2-40B4-BE49-F238E27FC236}">
                  <a16:creationId xmlns:a16="http://schemas.microsoft.com/office/drawing/2014/main" id="{6D041770-4448-45C0-A895-5ABFC0593A9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2" y="89"/>
              <a:ext cx="171" cy="152"/>
            </a:xfrm>
            <a:custGeom>
              <a:avLst/>
              <a:gdLst>
                <a:gd name="T0" fmla="*/ 39 w 105"/>
                <a:gd name="T1" fmla="*/ 80 h 93"/>
                <a:gd name="T2" fmla="*/ 69 w 105"/>
                <a:gd name="T3" fmla="*/ 63 h 93"/>
                <a:gd name="T4" fmla="*/ 66 w 105"/>
                <a:gd name="T5" fmla="*/ 50 h 93"/>
                <a:gd name="T6" fmla="*/ 28 w 105"/>
                <a:gd name="T7" fmla="*/ 29 h 93"/>
                <a:gd name="T8" fmla="*/ 28 w 105"/>
                <a:gd name="T9" fmla="*/ 53 h 93"/>
                <a:gd name="T10" fmla="*/ 0 w 105"/>
                <a:gd name="T11" fmla="*/ 53 h 93"/>
                <a:gd name="T12" fmla="*/ 0 w 105"/>
                <a:gd name="T13" fmla="*/ 0 h 93"/>
                <a:gd name="T14" fmla="*/ 92 w 105"/>
                <a:gd name="T15" fmla="*/ 0 h 93"/>
                <a:gd name="T16" fmla="*/ 92 w 105"/>
                <a:gd name="T17" fmla="*/ 15 h 93"/>
                <a:gd name="T18" fmla="*/ 50 w 105"/>
                <a:gd name="T19" fmla="*/ 15 h 93"/>
                <a:gd name="T20" fmla="*/ 88 w 105"/>
                <a:gd name="T21" fmla="*/ 37 h 93"/>
                <a:gd name="T22" fmla="*/ 105 w 105"/>
                <a:gd name="T23" fmla="*/ 58 h 93"/>
                <a:gd name="T24" fmla="*/ 91 w 105"/>
                <a:gd name="T25" fmla="*/ 76 h 93"/>
                <a:gd name="T26" fmla="*/ 62 w 105"/>
                <a:gd name="T27" fmla="*/ 93 h 93"/>
                <a:gd name="T28" fmla="*/ 39 w 105"/>
                <a:gd name="T29" fmla="*/ 80 h 93"/>
                <a:gd name="T30" fmla="*/ 39 w 105"/>
                <a:gd name="T31" fmla="*/ 8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93">
                  <a:moveTo>
                    <a:pt x="39" y="80"/>
                  </a:moveTo>
                  <a:cubicBezTo>
                    <a:pt x="69" y="63"/>
                    <a:pt x="69" y="63"/>
                    <a:pt x="69" y="63"/>
                  </a:cubicBezTo>
                  <a:cubicBezTo>
                    <a:pt x="75" y="60"/>
                    <a:pt x="74" y="55"/>
                    <a:pt x="66" y="50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102" y="45"/>
                    <a:pt x="105" y="53"/>
                    <a:pt x="105" y="58"/>
                  </a:cubicBezTo>
                  <a:cubicBezTo>
                    <a:pt x="104" y="68"/>
                    <a:pt x="94" y="75"/>
                    <a:pt x="91" y="76"/>
                  </a:cubicBezTo>
                  <a:cubicBezTo>
                    <a:pt x="62" y="93"/>
                    <a:pt x="62" y="93"/>
                    <a:pt x="62" y="93"/>
                  </a:cubicBezTo>
                  <a:cubicBezTo>
                    <a:pt x="39" y="80"/>
                    <a:pt x="39" y="80"/>
                    <a:pt x="39" y="80"/>
                  </a:cubicBezTo>
                  <a:cubicBezTo>
                    <a:pt x="39" y="80"/>
                    <a:pt x="39" y="80"/>
                    <a:pt x="39" y="80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未知">
              <a:extLst>
                <a:ext uri="{FF2B5EF4-FFF2-40B4-BE49-F238E27FC236}">
                  <a16:creationId xmlns:a16="http://schemas.microsoft.com/office/drawing/2014/main" id="{7BE9D000-9559-43A1-957E-DA5E57180CA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7" y="247"/>
              <a:ext cx="265" cy="98"/>
            </a:xfrm>
            <a:custGeom>
              <a:avLst/>
              <a:gdLst>
                <a:gd name="T0" fmla="*/ 132 w 162"/>
                <a:gd name="T1" fmla="*/ 8 h 60"/>
                <a:gd name="T2" fmla="*/ 162 w 162"/>
                <a:gd name="T3" fmla="*/ 25 h 60"/>
                <a:gd name="T4" fmla="*/ 139 w 162"/>
                <a:gd name="T5" fmla="*/ 38 h 60"/>
                <a:gd name="T6" fmla="*/ 109 w 162"/>
                <a:gd name="T7" fmla="*/ 21 h 60"/>
                <a:gd name="T8" fmla="*/ 88 w 162"/>
                <a:gd name="T9" fmla="*/ 23 h 60"/>
                <a:gd name="T10" fmla="*/ 50 w 162"/>
                <a:gd name="T11" fmla="*/ 45 h 60"/>
                <a:gd name="T12" fmla="*/ 92 w 162"/>
                <a:gd name="T13" fmla="*/ 45 h 60"/>
                <a:gd name="T14" fmla="*/ 92 w 162"/>
                <a:gd name="T15" fmla="*/ 60 h 60"/>
                <a:gd name="T16" fmla="*/ 0 w 162"/>
                <a:gd name="T17" fmla="*/ 60 h 60"/>
                <a:gd name="T18" fmla="*/ 0 w 162"/>
                <a:gd name="T19" fmla="*/ 7 h 60"/>
                <a:gd name="T20" fmla="*/ 27 w 162"/>
                <a:gd name="T21" fmla="*/ 7 h 60"/>
                <a:gd name="T22" fmla="*/ 27 w 162"/>
                <a:gd name="T23" fmla="*/ 31 h 60"/>
                <a:gd name="T24" fmla="*/ 65 w 162"/>
                <a:gd name="T25" fmla="*/ 10 h 60"/>
                <a:gd name="T26" fmla="*/ 101 w 162"/>
                <a:gd name="T27" fmla="*/ 0 h 60"/>
                <a:gd name="T28" fmla="*/ 132 w 162"/>
                <a:gd name="T29" fmla="*/ 8 h 60"/>
                <a:gd name="T30" fmla="*/ 132 w 162"/>
                <a:gd name="T31" fmla="*/ 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2" h="60">
                  <a:moveTo>
                    <a:pt x="132" y="8"/>
                  </a:moveTo>
                  <a:cubicBezTo>
                    <a:pt x="162" y="25"/>
                    <a:pt x="162" y="25"/>
                    <a:pt x="162" y="25"/>
                  </a:cubicBezTo>
                  <a:cubicBezTo>
                    <a:pt x="139" y="38"/>
                    <a:pt x="139" y="38"/>
                    <a:pt x="139" y="38"/>
                  </a:cubicBezTo>
                  <a:cubicBezTo>
                    <a:pt x="109" y="21"/>
                    <a:pt x="109" y="21"/>
                    <a:pt x="109" y="21"/>
                  </a:cubicBezTo>
                  <a:cubicBezTo>
                    <a:pt x="103" y="17"/>
                    <a:pt x="96" y="18"/>
                    <a:pt x="88" y="23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79" y="2"/>
                    <a:pt x="92" y="0"/>
                    <a:pt x="101" y="0"/>
                  </a:cubicBezTo>
                  <a:cubicBezTo>
                    <a:pt x="118" y="0"/>
                    <a:pt x="129" y="6"/>
                    <a:pt x="132" y="8"/>
                  </a:cubicBezTo>
                  <a:cubicBezTo>
                    <a:pt x="132" y="8"/>
                    <a:pt x="132" y="8"/>
                    <a:pt x="132" y="8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未知">
              <a:extLst>
                <a:ext uri="{FF2B5EF4-FFF2-40B4-BE49-F238E27FC236}">
                  <a16:creationId xmlns:a16="http://schemas.microsoft.com/office/drawing/2014/main" id="{6B0B9027-1A0D-4BC9-9064-24E7F477475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1" y="197"/>
              <a:ext cx="170" cy="153"/>
            </a:xfrm>
            <a:custGeom>
              <a:avLst/>
              <a:gdLst>
                <a:gd name="T0" fmla="*/ 104 w 104"/>
                <a:gd name="T1" fmla="*/ 40 h 94"/>
                <a:gd name="T2" fmla="*/ 104 w 104"/>
                <a:gd name="T3" fmla="*/ 94 h 94"/>
                <a:gd name="T4" fmla="*/ 13 w 104"/>
                <a:gd name="T5" fmla="*/ 94 h 94"/>
                <a:gd name="T6" fmla="*/ 12 w 104"/>
                <a:gd name="T7" fmla="*/ 78 h 94"/>
                <a:gd name="T8" fmla="*/ 54 w 104"/>
                <a:gd name="T9" fmla="*/ 78 h 94"/>
                <a:gd name="T10" fmla="*/ 16 w 104"/>
                <a:gd name="T11" fmla="*/ 56 h 94"/>
                <a:gd name="T12" fmla="*/ 0 w 104"/>
                <a:gd name="T13" fmla="*/ 35 h 94"/>
                <a:gd name="T14" fmla="*/ 13 w 104"/>
                <a:gd name="T15" fmla="*/ 17 h 94"/>
                <a:gd name="T16" fmla="*/ 43 w 104"/>
                <a:gd name="T17" fmla="*/ 0 h 94"/>
                <a:gd name="T18" fmla="*/ 65 w 104"/>
                <a:gd name="T19" fmla="*/ 13 h 94"/>
                <a:gd name="T20" fmla="*/ 36 w 104"/>
                <a:gd name="T21" fmla="*/ 30 h 94"/>
                <a:gd name="T22" fmla="*/ 39 w 104"/>
                <a:gd name="T23" fmla="*/ 43 h 94"/>
                <a:gd name="T24" fmla="*/ 77 w 104"/>
                <a:gd name="T25" fmla="*/ 65 h 94"/>
                <a:gd name="T26" fmla="*/ 77 w 104"/>
                <a:gd name="T27" fmla="*/ 40 h 94"/>
                <a:gd name="T28" fmla="*/ 104 w 104"/>
                <a:gd name="T29" fmla="*/ 40 h 94"/>
                <a:gd name="T30" fmla="*/ 104 w 104"/>
                <a:gd name="T31" fmla="*/ 4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4" h="94">
                  <a:moveTo>
                    <a:pt x="104" y="40"/>
                  </a:moveTo>
                  <a:cubicBezTo>
                    <a:pt x="104" y="94"/>
                    <a:pt x="104" y="94"/>
                    <a:pt x="104" y="94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54" y="78"/>
                    <a:pt x="54" y="78"/>
                    <a:pt x="54" y="78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3" y="48"/>
                    <a:pt x="0" y="40"/>
                    <a:pt x="0" y="35"/>
                  </a:cubicBezTo>
                  <a:cubicBezTo>
                    <a:pt x="0" y="25"/>
                    <a:pt x="11" y="18"/>
                    <a:pt x="13" y="17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65" y="13"/>
                    <a:pt x="65" y="13"/>
                    <a:pt x="65" y="13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0" y="34"/>
                    <a:pt x="31" y="38"/>
                    <a:pt x="39" y="43"/>
                  </a:cubicBezTo>
                  <a:cubicBezTo>
                    <a:pt x="77" y="65"/>
                    <a:pt x="77" y="65"/>
                    <a:pt x="77" y="65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未知">
              <a:extLst>
                <a:ext uri="{FF2B5EF4-FFF2-40B4-BE49-F238E27FC236}">
                  <a16:creationId xmlns:a16="http://schemas.microsoft.com/office/drawing/2014/main" id="{16DA493B-57B1-4DD9-8D72-CDED5A41702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7" y="85"/>
              <a:ext cx="264" cy="100"/>
            </a:xfrm>
            <a:custGeom>
              <a:avLst/>
              <a:gdLst>
                <a:gd name="T0" fmla="*/ 30 w 162"/>
                <a:gd name="T1" fmla="*/ 53 h 61"/>
                <a:gd name="T2" fmla="*/ 30 w 162"/>
                <a:gd name="T3" fmla="*/ 53 h 61"/>
                <a:gd name="T4" fmla="*/ 0 w 162"/>
                <a:gd name="T5" fmla="*/ 36 h 61"/>
                <a:gd name="T6" fmla="*/ 23 w 162"/>
                <a:gd name="T7" fmla="*/ 23 h 61"/>
                <a:gd name="T8" fmla="*/ 53 w 162"/>
                <a:gd name="T9" fmla="*/ 40 h 61"/>
                <a:gd name="T10" fmla="*/ 74 w 162"/>
                <a:gd name="T11" fmla="*/ 38 h 61"/>
                <a:gd name="T12" fmla="*/ 112 w 162"/>
                <a:gd name="T13" fmla="*/ 16 h 61"/>
                <a:gd name="T14" fmla="*/ 70 w 162"/>
                <a:gd name="T15" fmla="*/ 16 h 61"/>
                <a:gd name="T16" fmla="*/ 70 w 162"/>
                <a:gd name="T17" fmla="*/ 0 h 61"/>
                <a:gd name="T18" fmla="*/ 162 w 162"/>
                <a:gd name="T19" fmla="*/ 0 h 61"/>
                <a:gd name="T20" fmla="*/ 162 w 162"/>
                <a:gd name="T21" fmla="*/ 54 h 61"/>
                <a:gd name="T22" fmla="*/ 135 w 162"/>
                <a:gd name="T23" fmla="*/ 54 h 61"/>
                <a:gd name="T24" fmla="*/ 135 w 162"/>
                <a:gd name="T25" fmla="*/ 29 h 61"/>
                <a:gd name="T26" fmla="*/ 97 w 162"/>
                <a:gd name="T27" fmla="*/ 51 h 61"/>
                <a:gd name="T28" fmla="*/ 61 w 162"/>
                <a:gd name="T29" fmla="*/ 61 h 61"/>
                <a:gd name="T30" fmla="*/ 30 w 162"/>
                <a:gd name="T31" fmla="*/ 53 h 61"/>
                <a:gd name="T32" fmla="*/ 30 w 162"/>
                <a:gd name="T33" fmla="*/ 5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2" h="61">
                  <a:moveTo>
                    <a:pt x="30" y="53"/>
                  </a:moveTo>
                  <a:cubicBezTo>
                    <a:pt x="30" y="53"/>
                    <a:pt x="30" y="53"/>
                    <a:pt x="30" y="5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59" y="43"/>
                    <a:pt x="66" y="43"/>
                    <a:pt x="74" y="38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2" y="54"/>
                    <a:pt x="162" y="54"/>
                    <a:pt x="162" y="54"/>
                  </a:cubicBezTo>
                  <a:cubicBezTo>
                    <a:pt x="135" y="54"/>
                    <a:pt x="135" y="54"/>
                    <a:pt x="135" y="54"/>
                  </a:cubicBezTo>
                  <a:cubicBezTo>
                    <a:pt x="135" y="29"/>
                    <a:pt x="135" y="29"/>
                    <a:pt x="135" y="29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83" y="59"/>
                    <a:pt x="70" y="61"/>
                    <a:pt x="61" y="61"/>
                  </a:cubicBezTo>
                  <a:cubicBezTo>
                    <a:pt x="44" y="60"/>
                    <a:pt x="33" y="55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未知">
              <a:extLst>
                <a:ext uri="{FF2B5EF4-FFF2-40B4-BE49-F238E27FC236}">
                  <a16:creationId xmlns:a16="http://schemas.microsoft.com/office/drawing/2014/main" id="{38A86E38-0DF3-4597-AFE7-40921A6A07C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5" y="82"/>
              <a:ext cx="172" cy="154"/>
            </a:xfrm>
            <a:custGeom>
              <a:avLst/>
              <a:gdLst>
                <a:gd name="T0" fmla="*/ 40 w 105"/>
                <a:gd name="T1" fmla="*/ 81 h 94"/>
                <a:gd name="T2" fmla="*/ 69 w 105"/>
                <a:gd name="T3" fmla="*/ 63 h 94"/>
                <a:gd name="T4" fmla="*/ 66 w 105"/>
                <a:gd name="T5" fmla="*/ 51 h 94"/>
                <a:gd name="T6" fmla="*/ 28 w 105"/>
                <a:gd name="T7" fmla="*/ 29 h 94"/>
                <a:gd name="T8" fmla="*/ 28 w 105"/>
                <a:gd name="T9" fmla="*/ 53 h 94"/>
                <a:gd name="T10" fmla="*/ 1 w 105"/>
                <a:gd name="T11" fmla="*/ 53 h 94"/>
                <a:gd name="T12" fmla="*/ 0 w 105"/>
                <a:gd name="T13" fmla="*/ 0 h 94"/>
                <a:gd name="T14" fmla="*/ 92 w 105"/>
                <a:gd name="T15" fmla="*/ 0 h 94"/>
                <a:gd name="T16" fmla="*/ 93 w 105"/>
                <a:gd name="T17" fmla="*/ 16 h 94"/>
                <a:gd name="T18" fmla="*/ 51 w 105"/>
                <a:gd name="T19" fmla="*/ 16 h 94"/>
                <a:gd name="T20" fmla="*/ 89 w 105"/>
                <a:gd name="T21" fmla="*/ 38 h 94"/>
                <a:gd name="T22" fmla="*/ 105 w 105"/>
                <a:gd name="T23" fmla="*/ 59 h 94"/>
                <a:gd name="T24" fmla="*/ 92 w 105"/>
                <a:gd name="T25" fmla="*/ 77 h 94"/>
                <a:gd name="T26" fmla="*/ 62 w 105"/>
                <a:gd name="T27" fmla="*/ 94 h 94"/>
                <a:gd name="T28" fmla="*/ 40 w 105"/>
                <a:gd name="T29" fmla="*/ 81 h 94"/>
                <a:gd name="T30" fmla="*/ 40 w 105"/>
                <a:gd name="T31" fmla="*/ 8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94">
                  <a:moveTo>
                    <a:pt x="40" y="81"/>
                  </a:moveTo>
                  <a:cubicBezTo>
                    <a:pt x="69" y="63"/>
                    <a:pt x="69" y="63"/>
                    <a:pt x="69" y="63"/>
                  </a:cubicBezTo>
                  <a:cubicBezTo>
                    <a:pt x="75" y="60"/>
                    <a:pt x="74" y="56"/>
                    <a:pt x="66" y="51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3" y="16"/>
                    <a:pt x="93" y="16"/>
                    <a:pt x="93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102" y="46"/>
                    <a:pt x="105" y="54"/>
                    <a:pt x="105" y="59"/>
                  </a:cubicBezTo>
                  <a:cubicBezTo>
                    <a:pt x="105" y="69"/>
                    <a:pt x="94" y="75"/>
                    <a:pt x="92" y="77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40" y="81"/>
                    <a:pt x="40" y="81"/>
                    <a:pt x="40" y="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未知">
              <a:extLst>
                <a:ext uri="{FF2B5EF4-FFF2-40B4-BE49-F238E27FC236}">
                  <a16:creationId xmlns:a16="http://schemas.microsoft.com/office/drawing/2014/main" id="{133DB333-EFC4-4A30-947C-8CFFF56448A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1" y="241"/>
              <a:ext cx="264" cy="99"/>
            </a:xfrm>
            <a:custGeom>
              <a:avLst/>
              <a:gdLst>
                <a:gd name="T0" fmla="*/ 132 w 162"/>
                <a:gd name="T1" fmla="*/ 8 h 61"/>
                <a:gd name="T2" fmla="*/ 162 w 162"/>
                <a:gd name="T3" fmla="*/ 25 h 61"/>
                <a:gd name="T4" fmla="*/ 140 w 162"/>
                <a:gd name="T5" fmla="*/ 38 h 61"/>
                <a:gd name="T6" fmla="*/ 110 w 162"/>
                <a:gd name="T7" fmla="*/ 21 h 61"/>
                <a:gd name="T8" fmla="*/ 88 w 162"/>
                <a:gd name="T9" fmla="*/ 23 h 61"/>
                <a:gd name="T10" fmla="*/ 50 w 162"/>
                <a:gd name="T11" fmla="*/ 45 h 61"/>
                <a:gd name="T12" fmla="*/ 92 w 162"/>
                <a:gd name="T13" fmla="*/ 45 h 61"/>
                <a:gd name="T14" fmla="*/ 92 w 162"/>
                <a:gd name="T15" fmla="*/ 61 h 61"/>
                <a:gd name="T16" fmla="*/ 0 w 162"/>
                <a:gd name="T17" fmla="*/ 61 h 61"/>
                <a:gd name="T18" fmla="*/ 0 w 162"/>
                <a:gd name="T19" fmla="*/ 7 h 61"/>
                <a:gd name="T20" fmla="*/ 27 w 162"/>
                <a:gd name="T21" fmla="*/ 7 h 61"/>
                <a:gd name="T22" fmla="*/ 28 w 162"/>
                <a:gd name="T23" fmla="*/ 32 h 61"/>
                <a:gd name="T24" fmla="*/ 65 w 162"/>
                <a:gd name="T25" fmla="*/ 10 h 61"/>
                <a:gd name="T26" fmla="*/ 101 w 162"/>
                <a:gd name="T27" fmla="*/ 0 h 61"/>
                <a:gd name="T28" fmla="*/ 132 w 162"/>
                <a:gd name="T29" fmla="*/ 8 h 61"/>
                <a:gd name="T30" fmla="*/ 132 w 162"/>
                <a:gd name="T31" fmla="*/ 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2" h="61">
                  <a:moveTo>
                    <a:pt x="132" y="8"/>
                  </a:moveTo>
                  <a:cubicBezTo>
                    <a:pt x="162" y="25"/>
                    <a:pt x="162" y="25"/>
                    <a:pt x="162" y="25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04" y="18"/>
                    <a:pt x="96" y="18"/>
                    <a:pt x="88" y="23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79" y="2"/>
                    <a:pt x="93" y="0"/>
                    <a:pt x="101" y="0"/>
                  </a:cubicBezTo>
                  <a:cubicBezTo>
                    <a:pt x="118" y="1"/>
                    <a:pt x="130" y="7"/>
                    <a:pt x="132" y="8"/>
                  </a:cubicBezTo>
                  <a:cubicBezTo>
                    <a:pt x="132" y="8"/>
                    <a:pt x="132" y="8"/>
                    <a:pt x="132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未知">
              <a:extLst>
                <a:ext uri="{FF2B5EF4-FFF2-40B4-BE49-F238E27FC236}">
                  <a16:creationId xmlns:a16="http://schemas.microsoft.com/office/drawing/2014/main" id="{96524929-353D-4912-B90C-5ABC1D71BE2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5" y="190"/>
              <a:ext cx="171" cy="154"/>
            </a:xfrm>
            <a:custGeom>
              <a:avLst/>
              <a:gdLst>
                <a:gd name="T0" fmla="*/ 105 w 105"/>
                <a:gd name="T1" fmla="*/ 41 h 94"/>
                <a:gd name="T2" fmla="*/ 105 w 105"/>
                <a:gd name="T3" fmla="*/ 94 h 94"/>
                <a:gd name="T4" fmla="*/ 13 w 105"/>
                <a:gd name="T5" fmla="*/ 94 h 94"/>
                <a:gd name="T6" fmla="*/ 13 w 105"/>
                <a:gd name="T7" fmla="*/ 78 h 94"/>
                <a:gd name="T8" fmla="*/ 55 w 105"/>
                <a:gd name="T9" fmla="*/ 78 h 94"/>
                <a:gd name="T10" fmla="*/ 17 w 105"/>
                <a:gd name="T11" fmla="*/ 56 h 94"/>
                <a:gd name="T12" fmla="*/ 0 w 105"/>
                <a:gd name="T13" fmla="*/ 35 h 94"/>
                <a:gd name="T14" fmla="*/ 14 w 105"/>
                <a:gd name="T15" fmla="*/ 17 h 94"/>
                <a:gd name="T16" fmla="*/ 43 w 105"/>
                <a:gd name="T17" fmla="*/ 0 h 94"/>
                <a:gd name="T18" fmla="*/ 66 w 105"/>
                <a:gd name="T19" fmla="*/ 13 h 94"/>
                <a:gd name="T20" fmla="*/ 36 w 105"/>
                <a:gd name="T21" fmla="*/ 31 h 94"/>
                <a:gd name="T22" fmla="*/ 39 w 105"/>
                <a:gd name="T23" fmla="*/ 43 h 94"/>
                <a:gd name="T24" fmla="*/ 77 w 105"/>
                <a:gd name="T25" fmla="*/ 65 h 94"/>
                <a:gd name="T26" fmla="*/ 77 w 105"/>
                <a:gd name="T27" fmla="*/ 41 h 94"/>
                <a:gd name="T28" fmla="*/ 105 w 105"/>
                <a:gd name="T29" fmla="*/ 41 h 94"/>
                <a:gd name="T30" fmla="*/ 105 w 105"/>
                <a:gd name="T31" fmla="*/ 4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94">
                  <a:moveTo>
                    <a:pt x="105" y="41"/>
                  </a:moveTo>
                  <a:cubicBezTo>
                    <a:pt x="105" y="94"/>
                    <a:pt x="105" y="94"/>
                    <a:pt x="105" y="94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55" y="78"/>
                    <a:pt x="55" y="78"/>
                    <a:pt x="55" y="78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3" y="48"/>
                    <a:pt x="0" y="40"/>
                    <a:pt x="0" y="35"/>
                  </a:cubicBezTo>
                  <a:cubicBezTo>
                    <a:pt x="1" y="25"/>
                    <a:pt x="11" y="19"/>
                    <a:pt x="14" y="17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0" y="34"/>
                    <a:pt x="31" y="38"/>
                    <a:pt x="39" y="43"/>
                  </a:cubicBezTo>
                  <a:cubicBezTo>
                    <a:pt x="77" y="65"/>
                    <a:pt x="77" y="65"/>
                    <a:pt x="77" y="65"/>
                  </a:cubicBezTo>
                  <a:cubicBezTo>
                    <a:pt x="77" y="41"/>
                    <a:pt x="77" y="41"/>
                    <a:pt x="7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41"/>
                    <a:pt x="105" y="41"/>
                    <a:pt x="105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14DA328B-98B9-4B48-B3D7-D36C7096121E}"/>
              </a:ext>
            </a:extLst>
          </p:cNvPr>
          <p:cNvCxnSpPr>
            <a:cxnSpLocks/>
            <a:endCxn id="7" idx="1"/>
          </p:cNvCxnSpPr>
          <p:nvPr/>
        </p:nvCxnSpPr>
        <p:spPr>
          <a:xfrm flipH="1" flipV="1">
            <a:off x="2482505" y="3549454"/>
            <a:ext cx="19199" cy="163561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30DA474-C695-4A6A-B796-058136C09842}"/>
              </a:ext>
            </a:extLst>
          </p:cNvPr>
          <p:cNvCxnSpPr>
            <a:cxnSpLocks/>
          </p:cNvCxnSpPr>
          <p:nvPr/>
        </p:nvCxnSpPr>
        <p:spPr>
          <a:xfrm flipV="1">
            <a:off x="6241140" y="3390188"/>
            <a:ext cx="2749" cy="189309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024B8A1A-5E55-4200-A242-C80CBCC4606F}"/>
              </a:ext>
            </a:extLst>
          </p:cNvPr>
          <p:cNvCxnSpPr>
            <a:cxnSpLocks/>
          </p:cNvCxnSpPr>
          <p:nvPr/>
        </p:nvCxnSpPr>
        <p:spPr>
          <a:xfrm flipH="1">
            <a:off x="3267291" y="2834367"/>
            <a:ext cx="2186736" cy="4678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Box 76">
            <a:extLst>
              <a:ext uri="{FF2B5EF4-FFF2-40B4-BE49-F238E27FC236}">
                <a16:creationId xmlns:a16="http://schemas.microsoft.com/office/drawing/2014/main" id="{31D5D513-F174-4201-BC5A-D74EA5253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7472" y="2170845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" name="Text Box 76">
            <a:extLst>
              <a:ext uri="{FF2B5EF4-FFF2-40B4-BE49-F238E27FC236}">
                <a16:creationId xmlns:a16="http://schemas.microsoft.com/office/drawing/2014/main" id="{2C8B6040-03FE-42DD-85EA-0FF17AD6F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3694" y="2026169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" name="Text Box 76">
            <a:extLst>
              <a:ext uri="{FF2B5EF4-FFF2-40B4-BE49-F238E27FC236}">
                <a16:creationId xmlns:a16="http://schemas.microsoft.com/office/drawing/2014/main" id="{29EEF36C-E57F-416B-8378-91B256414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699" y="5850667"/>
            <a:ext cx="15067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终端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1/PC1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" name="Line 7">
            <a:extLst>
              <a:ext uri="{FF2B5EF4-FFF2-40B4-BE49-F238E27FC236}">
                <a16:creationId xmlns:a16="http://schemas.microsoft.com/office/drawing/2014/main" id="{E3720C16-0A36-479C-BEAC-B9A477AE9E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067" y="4133375"/>
            <a:ext cx="1436586" cy="1169188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5" name="Picture 48" descr="computer">
            <a:extLst>
              <a:ext uri="{FF2B5EF4-FFF2-40B4-BE49-F238E27FC236}">
                <a16:creationId xmlns:a16="http://schemas.microsoft.com/office/drawing/2014/main" id="{3FBC5646-1626-421E-8731-58D131060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85" y="3592626"/>
            <a:ext cx="734804" cy="700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" name="Text Box 76">
            <a:extLst>
              <a:ext uri="{FF2B5EF4-FFF2-40B4-BE49-F238E27FC236}">
                <a16:creationId xmlns:a16="http://schemas.microsoft.com/office/drawing/2014/main" id="{DE1AC25E-C1B5-4451-8F8A-72C74E575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379" y="3258505"/>
            <a:ext cx="15495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管理端主机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6AE63398-C131-4731-8BBB-356B9D1FAF0C}"/>
              </a:ext>
            </a:extLst>
          </p:cNvPr>
          <p:cNvCxnSpPr>
            <a:cxnSpLocks/>
          </p:cNvCxnSpPr>
          <p:nvPr/>
        </p:nvCxnSpPr>
        <p:spPr>
          <a:xfrm flipH="1">
            <a:off x="3267291" y="3043854"/>
            <a:ext cx="2186736" cy="4678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 Box 76">
            <a:extLst>
              <a:ext uri="{FF2B5EF4-FFF2-40B4-BE49-F238E27FC236}">
                <a16:creationId xmlns:a16="http://schemas.microsoft.com/office/drawing/2014/main" id="{15EBF749-783A-478A-8FE2-7AC2A1BCC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8489" y="5954971"/>
            <a:ext cx="15067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终端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2/PC2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7676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9" y="1196752"/>
            <a:ext cx="8353424" cy="1105986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实验拓扑图</a:t>
            </a:r>
            <a:r>
              <a:rPr lang="en-US" altLang="zh-CN" sz="3600" dirty="0"/>
              <a:t>(1)-</a:t>
            </a:r>
            <a:r>
              <a:rPr lang="zh-CN" altLang="en-US" sz="3600" dirty="0"/>
              <a:t>链路聚合</a:t>
            </a:r>
            <a:endParaRPr lang="en-US" altLang="zh-CN" sz="3600" dirty="0"/>
          </a:p>
          <a:p>
            <a:endParaRPr lang="en-US" altLang="zh-CN" sz="3600" dirty="0"/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BF41FDAD-D222-468F-B1DD-254CEBFBD520}"/>
              </a:ext>
            </a:extLst>
          </p:cNvPr>
          <p:cNvGrpSpPr>
            <a:grpSpLocks/>
          </p:cNvGrpSpPr>
          <p:nvPr/>
        </p:nvGrpSpPr>
        <p:grpSpPr bwMode="auto">
          <a:xfrm>
            <a:off x="1688388" y="2402122"/>
            <a:ext cx="1582738" cy="1144588"/>
            <a:chOff x="0" y="0"/>
            <a:chExt cx="576" cy="417"/>
          </a:xfrm>
        </p:grpSpPr>
        <p:sp>
          <p:nvSpPr>
            <p:cNvPr id="5" name="AutoShape 10">
              <a:extLst>
                <a:ext uri="{FF2B5EF4-FFF2-40B4-BE49-F238E27FC236}">
                  <a16:creationId xmlns:a16="http://schemas.microsoft.com/office/drawing/2014/main" id="{0E77EAFB-A93D-4D92-AAE0-4622CC8B69F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未知">
              <a:extLst>
                <a:ext uri="{FF2B5EF4-FFF2-40B4-BE49-F238E27FC236}">
                  <a16:creationId xmlns:a16="http://schemas.microsoft.com/office/drawing/2014/main" id="{38433F19-B585-450A-A811-2FC1859FD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未知">
              <a:extLst>
                <a:ext uri="{FF2B5EF4-FFF2-40B4-BE49-F238E27FC236}">
                  <a16:creationId xmlns:a16="http://schemas.microsoft.com/office/drawing/2014/main" id="{F671A56C-685B-4084-9705-38BB1A98A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未知">
              <a:extLst>
                <a:ext uri="{FF2B5EF4-FFF2-40B4-BE49-F238E27FC236}">
                  <a16:creationId xmlns:a16="http://schemas.microsoft.com/office/drawing/2014/main" id="{521FAB8F-A464-4CF0-B9B9-C37DE94CC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未知">
              <a:extLst>
                <a:ext uri="{FF2B5EF4-FFF2-40B4-BE49-F238E27FC236}">
                  <a16:creationId xmlns:a16="http://schemas.microsoft.com/office/drawing/2014/main" id="{85CE0267-FB37-49D0-8BC9-35071F4104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未知">
              <a:extLst>
                <a:ext uri="{FF2B5EF4-FFF2-40B4-BE49-F238E27FC236}">
                  <a16:creationId xmlns:a16="http://schemas.microsoft.com/office/drawing/2014/main" id="{6E571D82-2230-4916-B016-1727B59EF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未知">
              <a:extLst>
                <a:ext uri="{FF2B5EF4-FFF2-40B4-BE49-F238E27FC236}">
                  <a16:creationId xmlns:a16="http://schemas.microsoft.com/office/drawing/2014/main" id="{E51F8658-E9E3-4FD2-99A7-04D507740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未知">
              <a:extLst>
                <a:ext uri="{FF2B5EF4-FFF2-40B4-BE49-F238E27FC236}">
                  <a16:creationId xmlns:a16="http://schemas.microsoft.com/office/drawing/2014/main" id="{0480F7F6-474E-4E58-B8B2-24C99C6F4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未知">
              <a:extLst>
                <a:ext uri="{FF2B5EF4-FFF2-40B4-BE49-F238E27FC236}">
                  <a16:creationId xmlns:a16="http://schemas.microsoft.com/office/drawing/2014/main" id="{82671A23-CA99-4CC0-A88E-575A49FFF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未知">
              <a:extLst>
                <a:ext uri="{FF2B5EF4-FFF2-40B4-BE49-F238E27FC236}">
                  <a16:creationId xmlns:a16="http://schemas.microsoft.com/office/drawing/2014/main" id="{CC8F53B6-EA2C-4BAD-98B5-0AFFA6665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未知">
              <a:extLst>
                <a:ext uri="{FF2B5EF4-FFF2-40B4-BE49-F238E27FC236}">
                  <a16:creationId xmlns:a16="http://schemas.microsoft.com/office/drawing/2014/main" id="{B4C33F98-BEE3-4E82-9FBF-30D08281D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未知">
              <a:extLst>
                <a:ext uri="{FF2B5EF4-FFF2-40B4-BE49-F238E27FC236}">
                  <a16:creationId xmlns:a16="http://schemas.microsoft.com/office/drawing/2014/main" id="{94C3740E-7309-419A-9F6B-A321B552D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22">
            <a:extLst>
              <a:ext uri="{FF2B5EF4-FFF2-40B4-BE49-F238E27FC236}">
                <a16:creationId xmlns:a16="http://schemas.microsoft.com/office/drawing/2014/main" id="{A23E4BDF-3142-47CA-B715-8116B116CC5B}"/>
              </a:ext>
            </a:extLst>
          </p:cNvPr>
          <p:cNvGrpSpPr>
            <a:grpSpLocks/>
          </p:cNvGrpSpPr>
          <p:nvPr/>
        </p:nvGrpSpPr>
        <p:grpSpPr bwMode="auto">
          <a:xfrm>
            <a:off x="5452366" y="2355334"/>
            <a:ext cx="1582738" cy="1144587"/>
            <a:chOff x="0" y="0"/>
            <a:chExt cx="576" cy="417"/>
          </a:xfrm>
        </p:grpSpPr>
        <p:sp>
          <p:nvSpPr>
            <p:cNvPr id="18" name="AutoShape 23">
              <a:extLst>
                <a:ext uri="{FF2B5EF4-FFF2-40B4-BE49-F238E27FC236}">
                  <a16:creationId xmlns:a16="http://schemas.microsoft.com/office/drawing/2014/main" id="{B34CF989-1A31-48A3-8666-BF17848E428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未知">
              <a:extLst>
                <a:ext uri="{FF2B5EF4-FFF2-40B4-BE49-F238E27FC236}">
                  <a16:creationId xmlns:a16="http://schemas.microsoft.com/office/drawing/2014/main" id="{567F9A8F-4049-47BB-A0F8-6220F6DB9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未知">
              <a:extLst>
                <a:ext uri="{FF2B5EF4-FFF2-40B4-BE49-F238E27FC236}">
                  <a16:creationId xmlns:a16="http://schemas.microsoft.com/office/drawing/2014/main" id="{2C923673-ABB6-4C9E-B215-4ED3A87A4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未知">
              <a:extLst>
                <a:ext uri="{FF2B5EF4-FFF2-40B4-BE49-F238E27FC236}">
                  <a16:creationId xmlns:a16="http://schemas.microsoft.com/office/drawing/2014/main" id="{AA40F61C-9F62-433D-83B3-4B9F69ED4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未知">
              <a:extLst>
                <a:ext uri="{FF2B5EF4-FFF2-40B4-BE49-F238E27FC236}">
                  <a16:creationId xmlns:a16="http://schemas.microsoft.com/office/drawing/2014/main" id="{2C48731C-99DF-4462-93DF-E3465F1102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未知">
              <a:extLst>
                <a:ext uri="{FF2B5EF4-FFF2-40B4-BE49-F238E27FC236}">
                  <a16:creationId xmlns:a16="http://schemas.microsoft.com/office/drawing/2014/main" id="{509040BF-CC85-477B-A43D-0CC6555598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未知">
              <a:extLst>
                <a:ext uri="{FF2B5EF4-FFF2-40B4-BE49-F238E27FC236}">
                  <a16:creationId xmlns:a16="http://schemas.microsoft.com/office/drawing/2014/main" id="{78252AF8-126C-4933-97C9-31C7D06D8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未知">
              <a:extLst>
                <a:ext uri="{FF2B5EF4-FFF2-40B4-BE49-F238E27FC236}">
                  <a16:creationId xmlns:a16="http://schemas.microsoft.com/office/drawing/2014/main" id="{224B5036-1A90-4BC7-A135-81F914D5D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未知">
              <a:extLst>
                <a:ext uri="{FF2B5EF4-FFF2-40B4-BE49-F238E27FC236}">
                  <a16:creationId xmlns:a16="http://schemas.microsoft.com/office/drawing/2014/main" id="{8C2154BB-4E7A-4F3A-80DE-6B8866BBE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未知">
              <a:extLst>
                <a:ext uri="{FF2B5EF4-FFF2-40B4-BE49-F238E27FC236}">
                  <a16:creationId xmlns:a16="http://schemas.microsoft.com/office/drawing/2014/main" id="{865DB086-526E-4E7C-920E-CB9629876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未知">
              <a:extLst>
                <a:ext uri="{FF2B5EF4-FFF2-40B4-BE49-F238E27FC236}">
                  <a16:creationId xmlns:a16="http://schemas.microsoft.com/office/drawing/2014/main" id="{29E073C1-C304-43BA-9251-D06579D42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未知">
              <a:extLst>
                <a:ext uri="{FF2B5EF4-FFF2-40B4-BE49-F238E27FC236}">
                  <a16:creationId xmlns:a16="http://schemas.microsoft.com/office/drawing/2014/main" id="{1C932241-270A-4EAE-A0B3-D1DC576CE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14DA328B-98B9-4B48-B3D7-D36C7096121E}"/>
              </a:ext>
            </a:extLst>
          </p:cNvPr>
          <p:cNvCxnSpPr>
            <a:cxnSpLocks/>
            <a:endCxn id="7" idx="1"/>
          </p:cNvCxnSpPr>
          <p:nvPr/>
        </p:nvCxnSpPr>
        <p:spPr>
          <a:xfrm flipH="1" flipV="1">
            <a:off x="2482505" y="3549454"/>
            <a:ext cx="19199" cy="163561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30DA474-C695-4A6A-B796-058136C09842}"/>
              </a:ext>
            </a:extLst>
          </p:cNvPr>
          <p:cNvCxnSpPr>
            <a:cxnSpLocks/>
          </p:cNvCxnSpPr>
          <p:nvPr/>
        </p:nvCxnSpPr>
        <p:spPr>
          <a:xfrm flipV="1">
            <a:off x="6241140" y="3390188"/>
            <a:ext cx="2749" cy="189309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024B8A1A-5E55-4200-A242-C80CBCC4606F}"/>
              </a:ext>
            </a:extLst>
          </p:cNvPr>
          <p:cNvCxnSpPr>
            <a:cxnSpLocks/>
          </p:cNvCxnSpPr>
          <p:nvPr/>
        </p:nvCxnSpPr>
        <p:spPr>
          <a:xfrm flipH="1">
            <a:off x="3267291" y="2834367"/>
            <a:ext cx="2186736" cy="4678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Box 76">
            <a:extLst>
              <a:ext uri="{FF2B5EF4-FFF2-40B4-BE49-F238E27FC236}">
                <a16:creationId xmlns:a16="http://schemas.microsoft.com/office/drawing/2014/main" id="{31D5D513-F174-4201-BC5A-D74EA5253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7472" y="2170845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" name="Text Box 76">
            <a:extLst>
              <a:ext uri="{FF2B5EF4-FFF2-40B4-BE49-F238E27FC236}">
                <a16:creationId xmlns:a16="http://schemas.microsoft.com/office/drawing/2014/main" id="{2C8B6040-03FE-42DD-85EA-0FF17AD6F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3694" y="2026169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" name="Text Box 76">
            <a:extLst>
              <a:ext uri="{FF2B5EF4-FFF2-40B4-BE49-F238E27FC236}">
                <a16:creationId xmlns:a16="http://schemas.microsoft.com/office/drawing/2014/main" id="{29EEF36C-E57F-416B-8378-91B256414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699" y="5850667"/>
            <a:ext cx="15067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终端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1/PC1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5" name="Picture 48" descr="computer">
            <a:extLst>
              <a:ext uri="{FF2B5EF4-FFF2-40B4-BE49-F238E27FC236}">
                <a16:creationId xmlns:a16="http://schemas.microsoft.com/office/drawing/2014/main" id="{3FBC5646-1626-421E-8731-58D131060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515" y="5146569"/>
            <a:ext cx="734804" cy="700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6AE63398-C131-4731-8BBB-356B9D1FAF0C}"/>
              </a:ext>
            </a:extLst>
          </p:cNvPr>
          <p:cNvCxnSpPr>
            <a:cxnSpLocks/>
          </p:cNvCxnSpPr>
          <p:nvPr/>
        </p:nvCxnSpPr>
        <p:spPr>
          <a:xfrm flipH="1">
            <a:off x="3267291" y="3043854"/>
            <a:ext cx="2186736" cy="4678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 Box 76">
            <a:extLst>
              <a:ext uri="{FF2B5EF4-FFF2-40B4-BE49-F238E27FC236}">
                <a16:creationId xmlns:a16="http://schemas.microsoft.com/office/drawing/2014/main" id="{15EBF749-783A-478A-8FE2-7AC2A1BCC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8489" y="5954971"/>
            <a:ext cx="15067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终端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2/PC2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1" name="Picture 48" descr="computer">
            <a:extLst>
              <a:ext uri="{FF2B5EF4-FFF2-40B4-BE49-F238E27FC236}">
                <a16:creationId xmlns:a16="http://schemas.microsoft.com/office/drawing/2014/main" id="{FBB46639-4D66-4ED2-8F8F-9597BF239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807" y="5269112"/>
            <a:ext cx="734804" cy="700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820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链路聚合操作步骤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、配置终端信息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、配置交换机信息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、配置终端与交换机间物理连线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、查看交换机参数，验证是否配置成功</a:t>
            </a:r>
            <a:endParaRPr lang="en-US" altLang="zh-CN" dirty="0"/>
          </a:p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顺序不固定，可互换</a:t>
            </a:r>
          </a:p>
        </p:txBody>
      </p:sp>
    </p:spTree>
    <p:extLst>
      <p:ext uri="{BB962C8B-B14F-4D97-AF65-F5344CB8AC3E}">
        <p14:creationId xmlns:p14="http://schemas.microsoft.com/office/powerpoint/2010/main" val="1860169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6612" y="1196752"/>
            <a:ext cx="8957387" cy="5474636"/>
          </a:xfrm>
        </p:spPr>
        <p:txBody>
          <a:bodyPr>
            <a:normAutofit/>
          </a:bodyPr>
          <a:lstStyle/>
          <a:p>
            <a:r>
              <a:rPr lang="zh-CN" altLang="en-US" dirty="0"/>
              <a:t>链路聚合操作步骤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、配置终端信息</a:t>
            </a:r>
            <a:endParaRPr lang="en-US" altLang="zh-CN" dirty="0"/>
          </a:p>
          <a:p>
            <a:r>
              <a:rPr lang="en-US" altLang="zh-CN" sz="2400" dirty="0"/>
              <a:t>&lt;MSR36-20_3&gt;system-view</a:t>
            </a:r>
          </a:p>
          <a:p>
            <a:r>
              <a:rPr lang="en-US" altLang="zh-CN" sz="2400" dirty="0"/>
              <a:t>&lt;MSR36-20_3&gt;</a:t>
            </a:r>
            <a:r>
              <a:rPr lang="en-US" altLang="zh-CN" sz="2400" dirty="0" err="1"/>
              <a:t>sysname</a:t>
            </a:r>
            <a:r>
              <a:rPr lang="en-US" altLang="zh-CN" sz="2400" dirty="0"/>
              <a:t> pc1</a:t>
            </a:r>
          </a:p>
          <a:p>
            <a:r>
              <a:rPr lang="en-US" altLang="zh-CN" sz="2400" dirty="0"/>
              <a:t>[pc1]int g0/0</a:t>
            </a:r>
          </a:p>
          <a:p>
            <a:r>
              <a:rPr lang="en-US" altLang="zh-CN" sz="2400" dirty="0"/>
              <a:t>[pc1-GigabitEthernet0/0]</a:t>
            </a:r>
            <a:r>
              <a:rPr lang="en-US" altLang="zh-CN" sz="2400" dirty="0" err="1"/>
              <a:t>ip</a:t>
            </a:r>
            <a:r>
              <a:rPr lang="en-US" altLang="zh-CN" sz="2400" dirty="0"/>
              <a:t> address 12.1.1.1 24</a:t>
            </a:r>
          </a:p>
          <a:p>
            <a:endParaRPr lang="en-US" altLang="zh-CN" sz="2400" dirty="0"/>
          </a:p>
          <a:p>
            <a:r>
              <a:rPr lang="zh-CN" altLang="en-US" sz="2400" dirty="0"/>
              <a:t>另一终端配置类似（</a:t>
            </a:r>
            <a:r>
              <a:rPr lang="en-US" altLang="zh-CN" sz="2400" dirty="0"/>
              <a:t>IP</a:t>
            </a:r>
            <a:r>
              <a:rPr lang="zh-CN" altLang="en-US" sz="2400" dirty="0"/>
              <a:t>需不同）</a:t>
            </a:r>
            <a:endParaRPr lang="en-US" altLang="zh-CN" sz="2400" dirty="0"/>
          </a:p>
          <a:p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E45DFA-532E-4D1B-9A18-30425458894A}"/>
              </a:ext>
            </a:extLst>
          </p:cNvPr>
          <p:cNvSpPr/>
          <p:nvPr/>
        </p:nvSpPr>
        <p:spPr>
          <a:xfrm>
            <a:off x="4478694" y="2981144"/>
            <a:ext cx="3107094" cy="4665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进入系统视图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B7DC0C-4C25-409A-BA5F-6249B31F617E}"/>
              </a:ext>
            </a:extLst>
          </p:cNvPr>
          <p:cNvSpPr/>
          <p:nvPr/>
        </p:nvSpPr>
        <p:spPr>
          <a:xfrm>
            <a:off x="4478694" y="3592286"/>
            <a:ext cx="3107094" cy="4665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重命名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名称可任意指定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DC6FAC-9D9A-40AA-B319-146C851FC240}"/>
              </a:ext>
            </a:extLst>
          </p:cNvPr>
          <p:cNvSpPr/>
          <p:nvPr/>
        </p:nvSpPr>
        <p:spPr>
          <a:xfrm>
            <a:off x="4478694" y="4175435"/>
            <a:ext cx="3592286" cy="6484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进入接口视图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端口号可任选，但需要和物理连线对应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A96E7D-6A30-4CB4-AF8E-64C6DED537FB}"/>
              </a:ext>
            </a:extLst>
          </p:cNvPr>
          <p:cNvSpPr/>
          <p:nvPr/>
        </p:nvSpPr>
        <p:spPr>
          <a:xfrm>
            <a:off x="4478694" y="5232066"/>
            <a:ext cx="3107094" cy="7768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配置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IP(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可任选，但设备网段要一致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6C4471-AD08-4AC7-AC1E-AFE4BB77E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128" y="972555"/>
            <a:ext cx="3295027" cy="1957257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4A44CF8F-3808-487E-973F-528C356F3522}"/>
              </a:ext>
            </a:extLst>
          </p:cNvPr>
          <p:cNvSpPr/>
          <p:nvPr/>
        </p:nvSpPr>
        <p:spPr>
          <a:xfrm>
            <a:off x="6106886" y="2192719"/>
            <a:ext cx="704461" cy="64381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12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/>
              <a:t>链路聚合操作步骤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、配置交换机信息</a:t>
            </a:r>
            <a:endParaRPr lang="en-US" altLang="zh-CN" dirty="0"/>
          </a:p>
          <a:p>
            <a:r>
              <a:rPr lang="en-US" altLang="zh-CN" dirty="0"/>
              <a:t>&lt;H3C&gt;system-view</a:t>
            </a:r>
          </a:p>
          <a:p>
            <a:r>
              <a:rPr lang="en-US" altLang="zh-CN" dirty="0"/>
              <a:t>[H3C]sys </a:t>
            </a:r>
            <a:r>
              <a:rPr lang="en-US" altLang="zh-CN" dirty="0" err="1"/>
              <a:t>swa</a:t>
            </a:r>
            <a:endParaRPr lang="en-US" altLang="zh-CN" dirty="0"/>
          </a:p>
          <a:p>
            <a:r>
              <a:rPr lang="en-US" altLang="zh-CN" dirty="0"/>
              <a:t>[</a:t>
            </a:r>
            <a:r>
              <a:rPr lang="en-US" altLang="zh-CN" dirty="0" err="1"/>
              <a:t>swa</a:t>
            </a:r>
            <a:r>
              <a:rPr lang="en-US" altLang="zh-CN" dirty="0"/>
              <a:t>]interface Bridge-Aggregation 1</a:t>
            </a:r>
          </a:p>
          <a:p>
            <a:r>
              <a:rPr lang="en-US" altLang="zh-CN" dirty="0"/>
              <a:t>[swa-Bridge-Aggregation1]quit</a:t>
            </a:r>
          </a:p>
          <a:p>
            <a:r>
              <a:rPr lang="en-US" altLang="zh-CN" dirty="0"/>
              <a:t>[</a:t>
            </a:r>
            <a:r>
              <a:rPr lang="en-US" altLang="zh-CN" dirty="0" err="1"/>
              <a:t>swa</a:t>
            </a:r>
            <a:r>
              <a:rPr lang="en-US" altLang="zh-CN" dirty="0"/>
              <a:t>]interface range g1/0/1 to g1/0/2</a:t>
            </a:r>
          </a:p>
          <a:p>
            <a:r>
              <a:rPr lang="en-US" altLang="zh-CN" dirty="0"/>
              <a:t>[</a:t>
            </a:r>
            <a:r>
              <a:rPr lang="en-US" altLang="zh-CN" dirty="0" err="1"/>
              <a:t>swa</a:t>
            </a:r>
            <a:r>
              <a:rPr lang="en-US" altLang="zh-CN" dirty="0"/>
              <a:t>-if-range]port link-aggregation group 1</a:t>
            </a:r>
          </a:p>
          <a:p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5CE569-D68B-4694-AB52-CCCF92DA6DC7}"/>
              </a:ext>
            </a:extLst>
          </p:cNvPr>
          <p:cNvSpPr/>
          <p:nvPr/>
        </p:nvSpPr>
        <p:spPr>
          <a:xfrm>
            <a:off x="2948473" y="3286208"/>
            <a:ext cx="3107094" cy="4665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重命名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名称可任意指定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7FD82F-A5DE-45F8-8049-A46E88C88B58}"/>
              </a:ext>
            </a:extLst>
          </p:cNvPr>
          <p:cNvSpPr/>
          <p:nvPr/>
        </p:nvSpPr>
        <p:spPr>
          <a:xfrm>
            <a:off x="6883658" y="3778763"/>
            <a:ext cx="2219616" cy="6466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创建聚合接口，</a:t>
            </a:r>
            <a:endParaRPr lang="en-US" altLang="zh-CN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进入接口视图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0D8600-8E5D-4CE8-A4FA-E03B6C1BFEAB}"/>
              </a:ext>
            </a:extLst>
          </p:cNvPr>
          <p:cNvSpPr/>
          <p:nvPr/>
        </p:nvSpPr>
        <p:spPr>
          <a:xfrm>
            <a:off x="6407797" y="4872207"/>
            <a:ext cx="2571847" cy="6466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一次性配置多个接口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26D6D2E-33E5-4F1C-BFAD-DC283EC56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128" y="972555"/>
            <a:ext cx="3295027" cy="1957257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E44B1E8E-9805-492D-9DB5-25D46F27B19C}"/>
              </a:ext>
            </a:extLst>
          </p:cNvPr>
          <p:cNvSpPr/>
          <p:nvPr/>
        </p:nvSpPr>
        <p:spPr>
          <a:xfrm>
            <a:off x="6055567" y="1086629"/>
            <a:ext cx="704461" cy="64381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dirty="0">
              <a:solidFill>
                <a:srgbClr val="FFFF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ECD0C8-3A43-4EC9-93BC-E7467B10C18C}"/>
              </a:ext>
            </a:extLst>
          </p:cNvPr>
          <p:cNvSpPr/>
          <p:nvPr/>
        </p:nvSpPr>
        <p:spPr>
          <a:xfrm>
            <a:off x="6040308" y="6018462"/>
            <a:ext cx="2571847" cy="6466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聚合配置应用到接口</a:t>
            </a:r>
          </a:p>
        </p:txBody>
      </p:sp>
    </p:spTree>
    <p:extLst>
      <p:ext uri="{BB962C8B-B14F-4D97-AF65-F5344CB8AC3E}">
        <p14:creationId xmlns:p14="http://schemas.microsoft.com/office/powerpoint/2010/main" val="173657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9" y="1196752"/>
            <a:ext cx="8353424" cy="154686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链路聚合操作步骤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、配置连线</a:t>
            </a:r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773B7223-FD2C-4AAF-9A09-52A3B52B6166}"/>
              </a:ext>
            </a:extLst>
          </p:cNvPr>
          <p:cNvGrpSpPr>
            <a:grpSpLocks/>
          </p:cNvGrpSpPr>
          <p:nvPr/>
        </p:nvGrpSpPr>
        <p:grpSpPr bwMode="auto">
          <a:xfrm>
            <a:off x="1693767" y="2856706"/>
            <a:ext cx="1582738" cy="1144588"/>
            <a:chOff x="0" y="0"/>
            <a:chExt cx="576" cy="417"/>
          </a:xfrm>
        </p:grpSpPr>
        <p:sp>
          <p:nvSpPr>
            <p:cNvPr id="8" name="AutoShape 10">
              <a:extLst>
                <a:ext uri="{FF2B5EF4-FFF2-40B4-BE49-F238E27FC236}">
                  <a16:creationId xmlns:a16="http://schemas.microsoft.com/office/drawing/2014/main" id="{5BFBBC6D-7B44-464A-A357-1E328ACBF71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未知">
              <a:extLst>
                <a:ext uri="{FF2B5EF4-FFF2-40B4-BE49-F238E27FC236}">
                  <a16:creationId xmlns:a16="http://schemas.microsoft.com/office/drawing/2014/main" id="{7D63FDE5-3834-4287-8C8B-6993014DB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未知">
              <a:extLst>
                <a:ext uri="{FF2B5EF4-FFF2-40B4-BE49-F238E27FC236}">
                  <a16:creationId xmlns:a16="http://schemas.microsoft.com/office/drawing/2014/main" id="{4FC71A52-B0B8-462F-9A0D-3552CE6EE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未知">
              <a:extLst>
                <a:ext uri="{FF2B5EF4-FFF2-40B4-BE49-F238E27FC236}">
                  <a16:creationId xmlns:a16="http://schemas.microsoft.com/office/drawing/2014/main" id="{44D3ABF2-1568-45B8-B9AA-63A926F9A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未知">
              <a:extLst>
                <a:ext uri="{FF2B5EF4-FFF2-40B4-BE49-F238E27FC236}">
                  <a16:creationId xmlns:a16="http://schemas.microsoft.com/office/drawing/2014/main" id="{47D40833-ADA9-4CF4-88F6-96D5529157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未知">
              <a:extLst>
                <a:ext uri="{FF2B5EF4-FFF2-40B4-BE49-F238E27FC236}">
                  <a16:creationId xmlns:a16="http://schemas.microsoft.com/office/drawing/2014/main" id="{EB2CB300-99F7-48C9-87FC-D1C8A176BF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未知">
              <a:extLst>
                <a:ext uri="{FF2B5EF4-FFF2-40B4-BE49-F238E27FC236}">
                  <a16:creationId xmlns:a16="http://schemas.microsoft.com/office/drawing/2014/main" id="{4987FBA0-BE60-497A-80E9-48E032197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未知">
              <a:extLst>
                <a:ext uri="{FF2B5EF4-FFF2-40B4-BE49-F238E27FC236}">
                  <a16:creationId xmlns:a16="http://schemas.microsoft.com/office/drawing/2014/main" id="{66FC321E-6A62-48CD-8787-97772BADA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未知">
              <a:extLst>
                <a:ext uri="{FF2B5EF4-FFF2-40B4-BE49-F238E27FC236}">
                  <a16:creationId xmlns:a16="http://schemas.microsoft.com/office/drawing/2014/main" id="{F3189435-567A-470A-B86B-5628427EA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未知">
              <a:extLst>
                <a:ext uri="{FF2B5EF4-FFF2-40B4-BE49-F238E27FC236}">
                  <a16:creationId xmlns:a16="http://schemas.microsoft.com/office/drawing/2014/main" id="{8AF0EC8E-2BD1-48CD-9388-3798E9C18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未知">
              <a:extLst>
                <a:ext uri="{FF2B5EF4-FFF2-40B4-BE49-F238E27FC236}">
                  <a16:creationId xmlns:a16="http://schemas.microsoft.com/office/drawing/2014/main" id="{18A47E09-161D-4F47-9173-323A89076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未知">
              <a:extLst>
                <a:ext uri="{FF2B5EF4-FFF2-40B4-BE49-F238E27FC236}">
                  <a16:creationId xmlns:a16="http://schemas.microsoft.com/office/drawing/2014/main" id="{1681670B-5462-4FC0-89A6-9A9BB0F12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22">
            <a:extLst>
              <a:ext uri="{FF2B5EF4-FFF2-40B4-BE49-F238E27FC236}">
                <a16:creationId xmlns:a16="http://schemas.microsoft.com/office/drawing/2014/main" id="{020DB0C4-5FDD-4438-ACC5-8E0547BB4034}"/>
              </a:ext>
            </a:extLst>
          </p:cNvPr>
          <p:cNvGrpSpPr>
            <a:grpSpLocks/>
          </p:cNvGrpSpPr>
          <p:nvPr/>
        </p:nvGrpSpPr>
        <p:grpSpPr bwMode="auto">
          <a:xfrm>
            <a:off x="5457745" y="2809918"/>
            <a:ext cx="1582738" cy="1144587"/>
            <a:chOff x="0" y="0"/>
            <a:chExt cx="576" cy="417"/>
          </a:xfrm>
        </p:grpSpPr>
        <p:sp>
          <p:nvSpPr>
            <p:cNvPr id="21" name="AutoShape 23">
              <a:extLst>
                <a:ext uri="{FF2B5EF4-FFF2-40B4-BE49-F238E27FC236}">
                  <a16:creationId xmlns:a16="http://schemas.microsoft.com/office/drawing/2014/main" id="{4D18B4E4-65AF-48EE-A266-AB5D917B50B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未知">
              <a:extLst>
                <a:ext uri="{FF2B5EF4-FFF2-40B4-BE49-F238E27FC236}">
                  <a16:creationId xmlns:a16="http://schemas.microsoft.com/office/drawing/2014/main" id="{A23A72DF-CEF7-4FC3-A22C-8A2601A68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未知">
              <a:extLst>
                <a:ext uri="{FF2B5EF4-FFF2-40B4-BE49-F238E27FC236}">
                  <a16:creationId xmlns:a16="http://schemas.microsoft.com/office/drawing/2014/main" id="{FE8D1674-B0C2-4103-9455-1CE5E1C2C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未知">
              <a:extLst>
                <a:ext uri="{FF2B5EF4-FFF2-40B4-BE49-F238E27FC236}">
                  <a16:creationId xmlns:a16="http://schemas.microsoft.com/office/drawing/2014/main" id="{E7EEACE2-DD2F-4108-96D5-BD2539D13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未知">
              <a:extLst>
                <a:ext uri="{FF2B5EF4-FFF2-40B4-BE49-F238E27FC236}">
                  <a16:creationId xmlns:a16="http://schemas.microsoft.com/office/drawing/2014/main" id="{9CA37458-CDB8-42E8-A3EF-EE0AF86712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未知">
              <a:extLst>
                <a:ext uri="{FF2B5EF4-FFF2-40B4-BE49-F238E27FC236}">
                  <a16:creationId xmlns:a16="http://schemas.microsoft.com/office/drawing/2014/main" id="{0F7A0FB4-DC99-4B6A-9D82-82CC2EE491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未知">
              <a:extLst>
                <a:ext uri="{FF2B5EF4-FFF2-40B4-BE49-F238E27FC236}">
                  <a16:creationId xmlns:a16="http://schemas.microsoft.com/office/drawing/2014/main" id="{870478C5-3D0B-426D-B7CD-C79D9F771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未知">
              <a:extLst>
                <a:ext uri="{FF2B5EF4-FFF2-40B4-BE49-F238E27FC236}">
                  <a16:creationId xmlns:a16="http://schemas.microsoft.com/office/drawing/2014/main" id="{9DBE21BB-FEE4-43EF-AD3C-DAFE7A7D5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未知">
              <a:extLst>
                <a:ext uri="{FF2B5EF4-FFF2-40B4-BE49-F238E27FC236}">
                  <a16:creationId xmlns:a16="http://schemas.microsoft.com/office/drawing/2014/main" id="{63217F66-606E-4B06-BFBD-3A61E358B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未知">
              <a:extLst>
                <a:ext uri="{FF2B5EF4-FFF2-40B4-BE49-F238E27FC236}">
                  <a16:creationId xmlns:a16="http://schemas.microsoft.com/office/drawing/2014/main" id="{CD2B0CB8-00A4-44A5-82FE-160B3E6F7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未知">
              <a:extLst>
                <a:ext uri="{FF2B5EF4-FFF2-40B4-BE49-F238E27FC236}">
                  <a16:creationId xmlns:a16="http://schemas.microsoft.com/office/drawing/2014/main" id="{4AE81EE5-E548-4406-A658-1F63EB33B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未知">
              <a:extLst>
                <a:ext uri="{FF2B5EF4-FFF2-40B4-BE49-F238E27FC236}">
                  <a16:creationId xmlns:a16="http://schemas.microsoft.com/office/drawing/2014/main" id="{75449E33-0FFC-4F20-B9CB-2137D90D9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" name="Group 37">
            <a:extLst>
              <a:ext uri="{FF2B5EF4-FFF2-40B4-BE49-F238E27FC236}">
                <a16:creationId xmlns:a16="http://schemas.microsoft.com/office/drawing/2014/main" id="{36CC8713-3470-4008-B1D6-4C2C920996A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21357" y="5636346"/>
            <a:ext cx="1008062" cy="701675"/>
            <a:chOff x="0" y="0"/>
            <a:chExt cx="747" cy="546"/>
          </a:xfrm>
        </p:grpSpPr>
        <p:sp>
          <p:nvSpPr>
            <p:cNvPr id="34" name="AutoShape 38">
              <a:extLst>
                <a:ext uri="{FF2B5EF4-FFF2-40B4-BE49-F238E27FC236}">
                  <a16:creationId xmlns:a16="http://schemas.microsoft.com/office/drawing/2014/main" id="{1FBBFB6F-9DB7-43D4-96EE-0621585ACB0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3" y="20"/>
              <a:ext cx="681" cy="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未知">
              <a:extLst>
                <a:ext uri="{FF2B5EF4-FFF2-40B4-BE49-F238E27FC236}">
                  <a16:creationId xmlns:a16="http://schemas.microsoft.com/office/drawing/2014/main" id="{CCC0B569-71AC-480B-B3D4-A664D2FBD3B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" y="208"/>
              <a:ext cx="679" cy="338"/>
            </a:xfrm>
            <a:custGeom>
              <a:avLst/>
              <a:gdLst>
                <a:gd name="T0" fmla="*/ 356 w 416"/>
                <a:gd name="T1" fmla="*/ 84 h 207"/>
                <a:gd name="T2" fmla="*/ 62 w 416"/>
                <a:gd name="T3" fmla="*/ 84 h 207"/>
                <a:gd name="T4" fmla="*/ 1 w 416"/>
                <a:gd name="T5" fmla="*/ 1 h 207"/>
                <a:gd name="T6" fmla="*/ 0 w 416"/>
                <a:gd name="T7" fmla="*/ 1 h 207"/>
                <a:gd name="T8" fmla="*/ 0 w 416"/>
                <a:gd name="T9" fmla="*/ 80 h 207"/>
                <a:gd name="T10" fmla="*/ 1 w 416"/>
                <a:gd name="T11" fmla="*/ 80 h 207"/>
                <a:gd name="T12" fmla="*/ 62 w 416"/>
                <a:gd name="T13" fmla="*/ 160 h 207"/>
                <a:gd name="T14" fmla="*/ 356 w 416"/>
                <a:gd name="T15" fmla="*/ 160 h 207"/>
                <a:gd name="T16" fmla="*/ 416 w 416"/>
                <a:gd name="T17" fmla="*/ 80 h 207"/>
                <a:gd name="T18" fmla="*/ 416 w 416"/>
                <a:gd name="T19" fmla="*/ 80 h 207"/>
                <a:gd name="T20" fmla="*/ 416 w 416"/>
                <a:gd name="T21" fmla="*/ 0 h 207"/>
                <a:gd name="T22" fmla="*/ 356 w 416"/>
                <a:gd name="T23" fmla="*/ 8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6" h="207">
                  <a:moveTo>
                    <a:pt x="356" y="84"/>
                  </a:moveTo>
                  <a:cubicBezTo>
                    <a:pt x="275" y="131"/>
                    <a:pt x="143" y="131"/>
                    <a:pt x="62" y="84"/>
                  </a:cubicBezTo>
                  <a:cubicBezTo>
                    <a:pt x="18" y="59"/>
                    <a:pt x="1" y="33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3" y="109"/>
                    <a:pt x="23" y="138"/>
                    <a:pt x="62" y="160"/>
                  </a:cubicBezTo>
                  <a:cubicBezTo>
                    <a:pt x="143" y="207"/>
                    <a:pt x="275" y="207"/>
                    <a:pt x="356" y="160"/>
                  </a:cubicBezTo>
                  <a:cubicBezTo>
                    <a:pt x="394" y="138"/>
                    <a:pt x="414" y="109"/>
                    <a:pt x="416" y="80"/>
                  </a:cubicBezTo>
                  <a:cubicBezTo>
                    <a:pt x="416" y="80"/>
                    <a:pt x="416" y="80"/>
                    <a:pt x="416" y="80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416" y="31"/>
                    <a:pt x="396" y="61"/>
                    <a:pt x="356" y="84"/>
                  </a:cubicBezTo>
                  <a:close/>
                </a:path>
              </a:pathLst>
            </a:custGeom>
            <a:solidFill>
              <a:srgbClr val="113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未知">
              <a:extLst>
                <a:ext uri="{FF2B5EF4-FFF2-40B4-BE49-F238E27FC236}">
                  <a16:creationId xmlns:a16="http://schemas.microsoft.com/office/drawing/2014/main" id="{DC6A02B1-9407-48EB-9203-8AD7DB7B3F5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0" y="0"/>
              <a:ext cx="747" cy="432"/>
            </a:xfrm>
            <a:custGeom>
              <a:avLst/>
              <a:gdLst>
                <a:gd name="T0" fmla="*/ 375 w 457"/>
                <a:gd name="T1" fmla="*/ 47 h 264"/>
                <a:gd name="T2" fmla="*/ 376 w 457"/>
                <a:gd name="T3" fmla="*/ 217 h 264"/>
                <a:gd name="T4" fmla="*/ 82 w 457"/>
                <a:gd name="T5" fmla="*/ 217 h 264"/>
                <a:gd name="T6" fmla="*/ 81 w 457"/>
                <a:gd name="T7" fmla="*/ 47 h 264"/>
                <a:gd name="T8" fmla="*/ 375 w 457"/>
                <a:gd name="T9" fmla="*/ 47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7" h="264">
                  <a:moveTo>
                    <a:pt x="375" y="47"/>
                  </a:moveTo>
                  <a:cubicBezTo>
                    <a:pt x="456" y="94"/>
                    <a:pt x="457" y="170"/>
                    <a:pt x="376" y="217"/>
                  </a:cubicBezTo>
                  <a:cubicBezTo>
                    <a:pt x="295" y="264"/>
                    <a:pt x="163" y="264"/>
                    <a:pt x="82" y="217"/>
                  </a:cubicBezTo>
                  <a:cubicBezTo>
                    <a:pt x="0" y="170"/>
                    <a:pt x="0" y="94"/>
                    <a:pt x="81" y="47"/>
                  </a:cubicBezTo>
                  <a:cubicBezTo>
                    <a:pt x="162" y="0"/>
                    <a:pt x="293" y="0"/>
                    <a:pt x="375" y="47"/>
                  </a:cubicBezTo>
                </a:path>
              </a:pathLst>
            </a:custGeom>
            <a:solidFill>
              <a:srgbClr val="4A6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未知">
              <a:extLst>
                <a:ext uri="{FF2B5EF4-FFF2-40B4-BE49-F238E27FC236}">
                  <a16:creationId xmlns:a16="http://schemas.microsoft.com/office/drawing/2014/main" id="{D0B14108-6028-4985-A13B-3ABD36A0D9B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7" y="434"/>
              <a:ext cx="39" cy="53"/>
            </a:xfrm>
            <a:custGeom>
              <a:avLst/>
              <a:gdLst>
                <a:gd name="T0" fmla="*/ 7 w 24"/>
                <a:gd name="T1" fmla="*/ 5 h 33"/>
                <a:gd name="T2" fmla="*/ 7 w 24"/>
                <a:gd name="T3" fmla="*/ 14 h 33"/>
                <a:gd name="T4" fmla="*/ 10 w 24"/>
                <a:gd name="T5" fmla="*/ 14 h 33"/>
                <a:gd name="T6" fmla="*/ 13 w 24"/>
                <a:gd name="T7" fmla="*/ 13 h 33"/>
                <a:gd name="T8" fmla="*/ 14 w 24"/>
                <a:gd name="T9" fmla="*/ 10 h 33"/>
                <a:gd name="T10" fmla="*/ 10 w 24"/>
                <a:gd name="T11" fmla="*/ 5 h 33"/>
                <a:gd name="T12" fmla="*/ 7 w 24"/>
                <a:gd name="T13" fmla="*/ 5 h 33"/>
                <a:gd name="T14" fmla="*/ 0 w 24"/>
                <a:gd name="T15" fmla="*/ 33 h 33"/>
                <a:gd name="T16" fmla="*/ 0 w 24"/>
                <a:gd name="T17" fmla="*/ 0 h 33"/>
                <a:gd name="T18" fmla="*/ 12 w 24"/>
                <a:gd name="T19" fmla="*/ 0 h 33"/>
                <a:gd name="T20" fmla="*/ 19 w 24"/>
                <a:gd name="T21" fmla="*/ 2 h 33"/>
                <a:gd name="T22" fmla="*/ 22 w 24"/>
                <a:gd name="T23" fmla="*/ 8 h 33"/>
                <a:gd name="T24" fmla="*/ 15 w 24"/>
                <a:gd name="T25" fmla="*/ 17 h 33"/>
                <a:gd name="T26" fmla="*/ 15 w 24"/>
                <a:gd name="T27" fmla="*/ 17 h 33"/>
                <a:gd name="T28" fmla="*/ 19 w 24"/>
                <a:gd name="T29" fmla="*/ 19 h 33"/>
                <a:gd name="T30" fmla="*/ 20 w 24"/>
                <a:gd name="T31" fmla="*/ 22 h 33"/>
                <a:gd name="T32" fmla="*/ 24 w 24"/>
                <a:gd name="T33" fmla="*/ 33 h 33"/>
                <a:gd name="T34" fmla="*/ 15 w 24"/>
                <a:gd name="T35" fmla="*/ 33 h 33"/>
                <a:gd name="T36" fmla="*/ 13 w 24"/>
                <a:gd name="T37" fmla="*/ 24 h 33"/>
                <a:gd name="T38" fmla="*/ 11 w 24"/>
                <a:gd name="T39" fmla="*/ 20 h 33"/>
                <a:gd name="T40" fmla="*/ 7 w 24"/>
                <a:gd name="T41" fmla="*/ 20 h 33"/>
                <a:gd name="T42" fmla="*/ 7 w 24"/>
                <a:gd name="T43" fmla="*/ 33 h 33"/>
                <a:gd name="T44" fmla="*/ 0 w 24"/>
                <a:gd name="T4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" h="33">
                  <a:moveTo>
                    <a:pt x="7" y="5"/>
                  </a:moveTo>
                  <a:cubicBezTo>
                    <a:pt x="7" y="14"/>
                    <a:pt x="7" y="14"/>
                    <a:pt x="7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4"/>
                    <a:pt x="12" y="14"/>
                    <a:pt x="13" y="13"/>
                  </a:cubicBezTo>
                  <a:cubicBezTo>
                    <a:pt x="14" y="12"/>
                    <a:pt x="14" y="11"/>
                    <a:pt x="14" y="10"/>
                  </a:cubicBezTo>
                  <a:cubicBezTo>
                    <a:pt x="14" y="7"/>
                    <a:pt x="13" y="5"/>
                    <a:pt x="10" y="5"/>
                  </a:cubicBezTo>
                  <a:cubicBezTo>
                    <a:pt x="7" y="5"/>
                    <a:pt x="7" y="5"/>
                    <a:pt x="7" y="5"/>
                  </a:cubicBezTo>
                  <a:close/>
                  <a:moveTo>
                    <a:pt x="0" y="3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7" y="0"/>
                    <a:pt x="19" y="2"/>
                  </a:cubicBezTo>
                  <a:cubicBezTo>
                    <a:pt x="21" y="3"/>
                    <a:pt x="22" y="5"/>
                    <a:pt x="22" y="8"/>
                  </a:cubicBezTo>
                  <a:cubicBezTo>
                    <a:pt x="22" y="13"/>
                    <a:pt x="20" y="16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7" y="17"/>
                    <a:pt x="18" y="17"/>
                    <a:pt x="19" y="19"/>
                  </a:cubicBezTo>
                  <a:cubicBezTo>
                    <a:pt x="19" y="19"/>
                    <a:pt x="20" y="20"/>
                    <a:pt x="20" y="2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2"/>
                    <a:pt x="11" y="21"/>
                    <a:pt x="11" y="20"/>
                  </a:cubicBezTo>
                  <a:cubicBezTo>
                    <a:pt x="10" y="20"/>
                    <a:pt x="9" y="20"/>
                    <a:pt x="7" y="20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0" y="33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未知">
              <a:extLst>
                <a:ext uri="{FF2B5EF4-FFF2-40B4-BE49-F238E27FC236}">
                  <a16:creationId xmlns:a16="http://schemas.microsoft.com/office/drawing/2014/main" id="{DE28BB7D-34C2-4512-A318-27E8106D2AA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1" y="432"/>
              <a:ext cx="47" cy="57"/>
            </a:xfrm>
            <a:custGeom>
              <a:avLst/>
              <a:gdLst>
                <a:gd name="T0" fmla="*/ 8 w 29"/>
                <a:gd name="T1" fmla="*/ 17 h 35"/>
                <a:gd name="T2" fmla="*/ 14 w 29"/>
                <a:gd name="T3" fmla="*/ 29 h 35"/>
                <a:gd name="T4" fmla="*/ 20 w 29"/>
                <a:gd name="T5" fmla="*/ 17 h 35"/>
                <a:gd name="T6" fmla="*/ 14 w 29"/>
                <a:gd name="T7" fmla="*/ 6 h 35"/>
                <a:gd name="T8" fmla="*/ 8 w 29"/>
                <a:gd name="T9" fmla="*/ 17 h 35"/>
                <a:gd name="T10" fmla="*/ 0 w 29"/>
                <a:gd name="T11" fmla="*/ 17 h 35"/>
                <a:gd name="T12" fmla="*/ 3 w 29"/>
                <a:gd name="T13" fmla="*/ 5 h 35"/>
                <a:gd name="T14" fmla="*/ 14 w 29"/>
                <a:gd name="T15" fmla="*/ 0 h 35"/>
                <a:gd name="T16" fmla="*/ 25 w 29"/>
                <a:gd name="T17" fmla="*/ 5 h 35"/>
                <a:gd name="T18" fmla="*/ 29 w 29"/>
                <a:gd name="T19" fmla="*/ 17 h 35"/>
                <a:gd name="T20" fmla="*/ 25 w 29"/>
                <a:gd name="T21" fmla="*/ 30 h 35"/>
                <a:gd name="T22" fmla="*/ 14 w 29"/>
                <a:gd name="T23" fmla="*/ 35 h 35"/>
                <a:gd name="T24" fmla="*/ 3 w 29"/>
                <a:gd name="T25" fmla="*/ 29 h 35"/>
                <a:gd name="T26" fmla="*/ 0 w 29"/>
                <a:gd name="T27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8" y="17"/>
                  </a:moveTo>
                  <a:cubicBezTo>
                    <a:pt x="8" y="25"/>
                    <a:pt x="10" y="29"/>
                    <a:pt x="14" y="29"/>
                  </a:cubicBezTo>
                  <a:cubicBezTo>
                    <a:pt x="18" y="29"/>
                    <a:pt x="20" y="25"/>
                    <a:pt x="20" y="17"/>
                  </a:cubicBezTo>
                  <a:cubicBezTo>
                    <a:pt x="20" y="10"/>
                    <a:pt x="18" y="6"/>
                    <a:pt x="14" y="6"/>
                  </a:cubicBezTo>
                  <a:cubicBezTo>
                    <a:pt x="10" y="6"/>
                    <a:pt x="8" y="10"/>
                    <a:pt x="8" y="17"/>
                  </a:cubicBezTo>
                  <a:close/>
                  <a:moveTo>
                    <a:pt x="0" y="17"/>
                  </a:moveTo>
                  <a:cubicBezTo>
                    <a:pt x="0" y="12"/>
                    <a:pt x="1" y="8"/>
                    <a:pt x="3" y="5"/>
                  </a:cubicBezTo>
                  <a:cubicBezTo>
                    <a:pt x="6" y="2"/>
                    <a:pt x="10" y="0"/>
                    <a:pt x="14" y="0"/>
                  </a:cubicBezTo>
                  <a:cubicBezTo>
                    <a:pt x="19" y="0"/>
                    <a:pt x="23" y="2"/>
                    <a:pt x="25" y="5"/>
                  </a:cubicBezTo>
                  <a:cubicBezTo>
                    <a:pt x="27" y="8"/>
                    <a:pt x="29" y="12"/>
                    <a:pt x="29" y="17"/>
                  </a:cubicBezTo>
                  <a:cubicBezTo>
                    <a:pt x="29" y="22"/>
                    <a:pt x="27" y="26"/>
                    <a:pt x="25" y="30"/>
                  </a:cubicBezTo>
                  <a:cubicBezTo>
                    <a:pt x="23" y="33"/>
                    <a:pt x="19" y="35"/>
                    <a:pt x="14" y="35"/>
                  </a:cubicBezTo>
                  <a:cubicBezTo>
                    <a:pt x="10" y="35"/>
                    <a:pt x="6" y="33"/>
                    <a:pt x="3" y="29"/>
                  </a:cubicBezTo>
                  <a:cubicBezTo>
                    <a:pt x="1" y="26"/>
                    <a:pt x="0" y="22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未知">
              <a:extLst>
                <a:ext uri="{FF2B5EF4-FFF2-40B4-BE49-F238E27FC236}">
                  <a16:creationId xmlns:a16="http://schemas.microsoft.com/office/drawing/2014/main" id="{D7C0875C-4430-4F57-BB7E-89E4E6F4731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7" y="434"/>
              <a:ext cx="39" cy="55"/>
            </a:xfrm>
            <a:custGeom>
              <a:avLst/>
              <a:gdLst>
                <a:gd name="T0" fmla="*/ 0 w 24"/>
                <a:gd name="T1" fmla="*/ 21 h 34"/>
                <a:gd name="T2" fmla="*/ 0 w 24"/>
                <a:gd name="T3" fmla="*/ 0 h 34"/>
                <a:gd name="T4" fmla="*/ 7 w 24"/>
                <a:gd name="T5" fmla="*/ 0 h 34"/>
                <a:gd name="T6" fmla="*/ 7 w 24"/>
                <a:gd name="T7" fmla="*/ 22 h 34"/>
                <a:gd name="T8" fmla="*/ 12 w 24"/>
                <a:gd name="T9" fmla="*/ 28 h 34"/>
                <a:gd name="T10" fmla="*/ 16 w 24"/>
                <a:gd name="T11" fmla="*/ 22 h 34"/>
                <a:gd name="T12" fmla="*/ 16 w 24"/>
                <a:gd name="T13" fmla="*/ 0 h 34"/>
                <a:gd name="T14" fmla="*/ 24 w 24"/>
                <a:gd name="T15" fmla="*/ 0 h 34"/>
                <a:gd name="T16" fmla="*/ 24 w 24"/>
                <a:gd name="T17" fmla="*/ 21 h 34"/>
                <a:gd name="T18" fmla="*/ 21 w 24"/>
                <a:gd name="T19" fmla="*/ 30 h 34"/>
                <a:gd name="T20" fmla="*/ 12 w 24"/>
                <a:gd name="T21" fmla="*/ 34 h 34"/>
                <a:gd name="T22" fmla="*/ 3 w 24"/>
                <a:gd name="T23" fmla="*/ 30 h 34"/>
                <a:gd name="T24" fmla="*/ 0 w 24"/>
                <a:gd name="T25" fmla="*/ 2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34">
                  <a:moveTo>
                    <a:pt x="0" y="2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6"/>
                    <a:pt x="9" y="28"/>
                    <a:pt x="12" y="28"/>
                  </a:cubicBezTo>
                  <a:cubicBezTo>
                    <a:pt x="15" y="28"/>
                    <a:pt x="16" y="26"/>
                    <a:pt x="16" y="2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25"/>
                    <a:pt x="23" y="28"/>
                    <a:pt x="21" y="30"/>
                  </a:cubicBezTo>
                  <a:cubicBezTo>
                    <a:pt x="19" y="33"/>
                    <a:pt x="16" y="34"/>
                    <a:pt x="12" y="34"/>
                  </a:cubicBezTo>
                  <a:cubicBezTo>
                    <a:pt x="8" y="34"/>
                    <a:pt x="5" y="33"/>
                    <a:pt x="3" y="30"/>
                  </a:cubicBezTo>
                  <a:cubicBezTo>
                    <a:pt x="1" y="28"/>
                    <a:pt x="0" y="25"/>
                    <a:pt x="0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未知">
              <a:extLst>
                <a:ext uri="{FF2B5EF4-FFF2-40B4-BE49-F238E27FC236}">
                  <a16:creationId xmlns:a16="http://schemas.microsoft.com/office/drawing/2014/main" id="{F4E7217A-5E37-4589-AC8A-C1F60CA34AD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2" y="434"/>
              <a:ext cx="36" cy="53"/>
            </a:xfrm>
            <a:custGeom>
              <a:avLst/>
              <a:gdLst>
                <a:gd name="T0" fmla="*/ 12 w 36"/>
                <a:gd name="T1" fmla="*/ 53 h 53"/>
                <a:gd name="T2" fmla="*/ 12 w 36"/>
                <a:gd name="T3" fmla="*/ 9 h 53"/>
                <a:gd name="T4" fmla="*/ 0 w 36"/>
                <a:gd name="T5" fmla="*/ 9 h 53"/>
                <a:gd name="T6" fmla="*/ 0 w 36"/>
                <a:gd name="T7" fmla="*/ 0 h 53"/>
                <a:gd name="T8" fmla="*/ 36 w 36"/>
                <a:gd name="T9" fmla="*/ 0 h 53"/>
                <a:gd name="T10" fmla="*/ 36 w 36"/>
                <a:gd name="T11" fmla="*/ 9 h 53"/>
                <a:gd name="T12" fmla="*/ 25 w 36"/>
                <a:gd name="T13" fmla="*/ 9 h 53"/>
                <a:gd name="T14" fmla="*/ 25 w 36"/>
                <a:gd name="T15" fmla="*/ 53 h 53"/>
                <a:gd name="T16" fmla="*/ 12 w 36"/>
                <a:gd name="T17" fmla="*/ 53 h 53"/>
                <a:gd name="T18" fmla="*/ 12 w 36"/>
                <a:gd name="T1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53">
                  <a:moveTo>
                    <a:pt x="12" y="53"/>
                  </a:moveTo>
                  <a:lnTo>
                    <a:pt x="12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36" y="0"/>
                  </a:lnTo>
                  <a:lnTo>
                    <a:pt x="36" y="9"/>
                  </a:lnTo>
                  <a:lnTo>
                    <a:pt x="25" y="9"/>
                  </a:lnTo>
                  <a:lnTo>
                    <a:pt x="25" y="53"/>
                  </a:lnTo>
                  <a:lnTo>
                    <a:pt x="12" y="53"/>
                  </a:lnTo>
                  <a:lnTo>
                    <a:pt x="12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未知">
              <a:extLst>
                <a:ext uri="{FF2B5EF4-FFF2-40B4-BE49-F238E27FC236}">
                  <a16:creationId xmlns:a16="http://schemas.microsoft.com/office/drawing/2014/main" id="{45FF3ECC-0FC7-4CAB-A347-202ECAF5B10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5" y="434"/>
              <a:ext cx="32" cy="53"/>
            </a:xfrm>
            <a:custGeom>
              <a:avLst/>
              <a:gdLst>
                <a:gd name="T0" fmla="*/ 0 w 32"/>
                <a:gd name="T1" fmla="*/ 53 h 53"/>
                <a:gd name="T2" fmla="*/ 0 w 32"/>
                <a:gd name="T3" fmla="*/ 0 h 53"/>
                <a:gd name="T4" fmla="*/ 32 w 32"/>
                <a:gd name="T5" fmla="*/ 0 h 53"/>
                <a:gd name="T6" fmla="*/ 32 w 32"/>
                <a:gd name="T7" fmla="*/ 9 h 53"/>
                <a:gd name="T8" fmla="*/ 13 w 32"/>
                <a:gd name="T9" fmla="*/ 9 h 53"/>
                <a:gd name="T10" fmla="*/ 13 w 32"/>
                <a:gd name="T11" fmla="*/ 21 h 53"/>
                <a:gd name="T12" fmla="*/ 31 w 32"/>
                <a:gd name="T13" fmla="*/ 21 h 53"/>
                <a:gd name="T14" fmla="*/ 31 w 32"/>
                <a:gd name="T15" fmla="*/ 31 h 53"/>
                <a:gd name="T16" fmla="*/ 13 w 32"/>
                <a:gd name="T17" fmla="*/ 31 h 53"/>
                <a:gd name="T18" fmla="*/ 13 w 32"/>
                <a:gd name="T19" fmla="*/ 44 h 53"/>
                <a:gd name="T20" fmla="*/ 32 w 32"/>
                <a:gd name="T21" fmla="*/ 44 h 53"/>
                <a:gd name="T22" fmla="*/ 32 w 32"/>
                <a:gd name="T23" fmla="*/ 53 h 53"/>
                <a:gd name="T24" fmla="*/ 0 w 32"/>
                <a:gd name="T25" fmla="*/ 53 h 53"/>
                <a:gd name="T26" fmla="*/ 0 w 32"/>
                <a:gd name="T27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53">
                  <a:moveTo>
                    <a:pt x="0" y="53"/>
                  </a:moveTo>
                  <a:lnTo>
                    <a:pt x="0" y="0"/>
                  </a:lnTo>
                  <a:lnTo>
                    <a:pt x="32" y="0"/>
                  </a:lnTo>
                  <a:lnTo>
                    <a:pt x="32" y="9"/>
                  </a:lnTo>
                  <a:lnTo>
                    <a:pt x="13" y="9"/>
                  </a:lnTo>
                  <a:lnTo>
                    <a:pt x="13" y="21"/>
                  </a:lnTo>
                  <a:lnTo>
                    <a:pt x="31" y="21"/>
                  </a:lnTo>
                  <a:lnTo>
                    <a:pt x="31" y="31"/>
                  </a:lnTo>
                  <a:lnTo>
                    <a:pt x="13" y="31"/>
                  </a:lnTo>
                  <a:lnTo>
                    <a:pt x="13" y="44"/>
                  </a:lnTo>
                  <a:lnTo>
                    <a:pt x="32" y="44"/>
                  </a:lnTo>
                  <a:lnTo>
                    <a:pt x="32" y="53"/>
                  </a:lnTo>
                  <a:lnTo>
                    <a:pt x="0" y="53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未知">
              <a:extLst>
                <a:ext uri="{FF2B5EF4-FFF2-40B4-BE49-F238E27FC236}">
                  <a16:creationId xmlns:a16="http://schemas.microsoft.com/office/drawing/2014/main" id="{E7EE750F-7D38-4557-9FE0-7684B0A160E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76" y="434"/>
              <a:ext cx="39" cy="53"/>
            </a:xfrm>
            <a:custGeom>
              <a:avLst/>
              <a:gdLst>
                <a:gd name="T0" fmla="*/ 8 w 24"/>
                <a:gd name="T1" fmla="*/ 5 h 33"/>
                <a:gd name="T2" fmla="*/ 8 w 24"/>
                <a:gd name="T3" fmla="*/ 14 h 33"/>
                <a:gd name="T4" fmla="*/ 10 w 24"/>
                <a:gd name="T5" fmla="*/ 14 h 33"/>
                <a:gd name="T6" fmla="*/ 13 w 24"/>
                <a:gd name="T7" fmla="*/ 13 h 33"/>
                <a:gd name="T8" fmla="*/ 15 w 24"/>
                <a:gd name="T9" fmla="*/ 10 h 33"/>
                <a:gd name="T10" fmla="*/ 10 w 24"/>
                <a:gd name="T11" fmla="*/ 5 h 33"/>
                <a:gd name="T12" fmla="*/ 8 w 24"/>
                <a:gd name="T13" fmla="*/ 5 h 33"/>
                <a:gd name="T14" fmla="*/ 0 w 24"/>
                <a:gd name="T15" fmla="*/ 33 h 33"/>
                <a:gd name="T16" fmla="*/ 0 w 24"/>
                <a:gd name="T17" fmla="*/ 0 h 33"/>
                <a:gd name="T18" fmla="*/ 12 w 24"/>
                <a:gd name="T19" fmla="*/ 0 h 33"/>
                <a:gd name="T20" fmla="*/ 20 w 24"/>
                <a:gd name="T21" fmla="*/ 2 h 33"/>
                <a:gd name="T22" fmla="*/ 23 w 24"/>
                <a:gd name="T23" fmla="*/ 8 h 33"/>
                <a:gd name="T24" fmla="*/ 16 w 24"/>
                <a:gd name="T25" fmla="*/ 17 h 33"/>
                <a:gd name="T26" fmla="*/ 16 w 24"/>
                <a:gd name="T27" fmla="*/ 17 h 33"/>
                <a:gd name="T28" fmla="*/ 19 w 24"/>
                <a:gd name="T29" fmla="*/ 19 h 33"/>
                <a:gd name="T30" fmla="*/ 21 w 24"/>
                <a:gd name="T31" fmla="*/ 22 h 33"/>
                <a:gd name="T32" fmla="*/ 24 w 24"/>
                <a:gd name="T33" fmla="*/ 33 h 33"/>
                <a:gd name="T34" fmla="*/ 16 w 24"/>
                <a:gd name="T35" fmla="*/ 33 h 33"/>
                <a:gd name="T36" fmla="*/ 13 w 24"/>
                <a:gd name="T37" fmla="*/ 24 h 33"/>
                <a:gd name="T38" fmla="*/ 11 w 24"/>
                <a:gd name="T39" fmla="*/ 20 h 33"/>
                <a:gd name="T40" fmla="*/ 8 w 24"/>
                <a:gd name="T41" fmla="*/ 20 h 33"/>
                <a:gd name="T42" fmla="*/ 8 w 24"/>
                <a:gd name="T43" fmla="*/ 33 h 33"/>
                <a:gd name="T44" fmla="*/ 0 w 24"/>
                <a:gd name="T4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" h="33">
                  <a:moveTo>
                    <a:pt x="8" y="5"/>
                  </a:moveTo>
                  <a:cubicBezTo>
                    <a:pt x="8" y="14"/>
                    <a:pt x="8" y="14"/>
                    <a:pt x="8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4"/>
                    <a:pt x="13" y="14"/>
                    <a:pt x="13" y="13"/>
                  </a:cubicBezTo>
                  <a:cubicBezTo>
                    <a:pt x="14" y="12"/>
                    <a:pt x="15" y="11"/>
                    <a:pt x="15" y="10"/>
                  </a:cubicBezTo>
                  <a:cubicBezTo>
                    <a:pt x="15" y="7"/>
                    <a:pt x="13" y="5"/>
                    <a:pt x="10" y="5"/>
                  </a:cubicBezTo>
                  <a:cubicBezTo>
                    <a:pt x="8" y="5"/>
                    <a:pt x="8" y="5"/>
                    <a:pt x="8" y="5"/>
                  </a:cubicBezTo>
                  <a:close/>
                  <a:moveTo>
                    <a:pt x="0" y="3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8" y="0"/>
                    <a:pt x="20" y="2"/>
                  </a:cubicBezTo>
                  <a:cubicBezTo>
                    <a:pt x="22" y="3"/>
                    <a:pt x="23" y="5"/>
                    <a:pt x="23" y="8"/>
                  </a:cubicBezTo>
                  <a:cubicBezTo>
                    <a:pt x="23" y="13"/>
                    <a:pt x="20" y="16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7"/>
                    <a:pt x="18" y="17"/>
                    <a:pt x="19" y="19"/>
                  </a:cubicBezTo>
                  <a:cubicBezTo>
                    <a:pt x="20" y="19"/>
                    <a:pt x="20" y="20"/>
                    <a:pt x="21" y="2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2"/>
                    <a:pt x="12" y="21"/>
                    <a:pt x="11" y="20"/>
                  </a:cubicBezTo>
                  <a:cubicBezTo>
                    <a:pt x="11" y="20"/>
                    <a:pt x="10" y="20"/>
                    <a:pt x="8" y="20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0" y="33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未知">
              <a:extLst>
                <a:ext uri="{FF2B5EF4-FFF2-40B4-BE49-F238E27FC236}">
                  <a16:creationId xmlns:a16="http://schemas.microsoft.com/office/drawing/2014/main" id="{8B4EFA1F-BF42-466D-8CEE-63FB7716F52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3" y="92"/>
              <a:ext cx="265" cy="98"/>
            </a:xfrm>
            <a:custGeom>
              <a:avLst/>
              <a:gdLst>
                <a:gd name="T0" fmla="*/ 30 w 162"/>
                <a:gd name="T1" fmla="*/ 53 h 60"/>
                <a:gd name="T2" fmla="*/ 29 w 162"/>
                <a:gd name="T3" fmla="*/ 52 h 60"/>
                <a:gd name="T4" fmla="*/ 0 w 162"/>
                <a:gd name="T5" fmla="*/ 35 h 60"/>
                <a:gd name="T6" fmla="*/ 22 w 162"/>
                <a:gd name="T7" fmla="*/ 22 h 60"/>
                <a:gd name="T8" fmla="*/ 52 w 162"/>
                <a:gd name="T9" fmla="*/ 40 h 60"/>
                <a:gd name="T10" fmla="*/ 74 w 162"/>
                <a:gd name="T11" fmla="*/ 38 h 60"/>
                <a:gd name="T12" fmla="*/ 112 w 162"/>
                <a:gd name="T13" fmla="*/ 16 h 60"/>
                <a:gd name="T14" fmla="*/ 70 w 162"/>
                <a:gd name="T15" fmla="*/ 16 h 60"/>
                <a:gd name="T16" fmla="*/ 70 w 162"/>
                <a:gd name="T17" fmla="*/ 0 h 60"/>
                <a:gd name="T18" fmla="*/ 162 w 162"/>
                <a:gd name="T19" fmla="*/ 0 h 60"/>
                <a:gd name="T20" fmla="*/ 162 w 162"/>
                <a:gd name="T21" fmla="*/ 53 h 60"/>
                <a:gd name="T22" fmla="*/ 135 w 162"/>
                <a:gd name="T23" fmla="*/ 53 h 60"/>
                <a:gd name="T24" fmla="*/ 134 w 162"/>
                <a:gd name="T25" fmla="*/ 29 h 60"/>
                <a:gd name="T26" fmla="*/ 97 w 162"/>
                <a:gd name="T27" fmla="*/ 51 h 60"/>
                <a:gd name="T28" fmla="*/ 60 w 162"/>
                <a:gd name="T29" fmla="*/ 60 h 60"/>
                <a:gd name="T30" fmla="*/ 30 w 162"/>
                <a:gd name="T31" fmla="*/ 53 h 60"/>
                <a:gd name="T32" fmla="*/ 30 w 162"/>
                <a:gd name="T33" fmla="*/ 5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2" h="60">
                  <a:moveTo>
                    <a:pt x="30" y="53"/>
                  </a:moveTo>
                  <a:cubicBezTo>
                    <a:pt x="30" y="53"/>
                    <a:pt x="29" y="52"/>
                    <a:pt x="29" y="52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8" y="43"/>
                    <a:pt x="66" y="42"/>
                    <a:pt x="74" y="38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2" y="53"/>
                    <a:pt x="162" y="53"/>
                    <a:pt x="162" y="53"/>
                  </a:cubicBezTo>
                  <a:cubicBezTo>
                    <a:pt x="135" y="53"/>
                    <a:pt x="135" y="53"/>
                    <a:pt x="135" y="53"/>
                  </a:cubicBezTo>
                  <a:cubicBezTo>
                    <a:pt x="134" y="29"/>
                    <a:pt x="134" y="29"/>
                    <a:pt x="134" y="29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83" y="59"/>
                    <a:pt x="69" y="60"/>
                    <a:pt x="60" y="60"/>
                  </a:cubicBezTo>
                  <a:cubicBezTo>
                    <a:pt x="44" y="60"/>
                    <a:pt x="33" y="54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未知">
              <a:extLst>
                <a:ext uri="{FF2B5EF4-FFF2-40B4-BE49-F238E27FC236}">
                  <a16:creationId xmlns:a16="http://schemas.microsoft.com/office/drawing/2014/main" id="{77D1432F-4EF7-4A8B-A538-08C76FFB8E1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2" y="89"/>
              <a:ext cx="171" cy="152"/>
            </a:xfrm>
            <a:custGeom>
              <a:avLst/>
              <a:gdLst>
                <a:gd name="T0" fmla="*/ 39 w 105"/>
                <a:gd name="T1" fmla="*/ 80 h 93"/>
                <a:gd name="T2" fmla="*/ 69 w 105"/>
                <a:gd name="T3" fmla="*/ 63 h 93"/>
                <a:gd name="T4" fmla="*/ 66 w 105"/>
                <a:gd name="T5" fmla="*/ 50 h 93"/>
                <a:gd name="T6" fmla="*/ 28 w 105"/>
                <a:gd name="T7" fmla="*/ 29 h 93"/>
                <a:gd name="T8" fmla="*/ 28 w 105"/>
                <a:gd name="T9" fmla="*/ 53 h 93"/>
                <a:gd name="T10" fmla="*/ 0 w 105"/>
                <a:gd name="T11" fmla="*/ 53 h 93"/>
                <a:gd name="T12" fmla="*/ 0 w 105"/>
                <a:gd name="T13" fmla="*/ 0 h 93"/>
                <a:gd name="T14" fmla="*/ 92 w 105"/>
                <a:gd name="T15" fmla="*/ 0 h 93"/>
                <a:gd name="T16" fmla="*/ 92 w 105"/>
                <a:gd name="T17" fmla="*/ 15 h 93"/>
                <a:gd name="T18" fmla="*/ 50 w 105"/>
                <a:gd name="T19" fmla="*/ 15 h 93"/>
                <a:gd name="T20" fmla="*/ 88 w 105"/>
                <a:gd name="T21" fmla="*/ 37 h 93"/>
                <a:gd name="T22" fmla="*/ 105 w 105"/>
                <a:gd name="T23" fmla="*/ 58 h 93"/>
                <a:gd name="T24" fmla="*/ 91 w 105"/>
                <a:gd name="T25" fmla="*/ 76 h 93"/>
                <a:gd name="T26" fmla="*/ 62 w 105"/>
                <a:gd name="T27" fmla="*/ 93 h 93"/>
                <a:gd name="T28" fmla="*/ 39 w 105"/>
                <a:gd name="T29" fmla="*/ 80 h 93"/>
                <a:gd name="T30" fmla="*/ 39 w 105"/>
                <a:gd name="T31" fmla="*/ 8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93">
                  <a:moveTo>
                    <a:pt x="39" y="80"/>
                  </a:moveTo>
                  <a:cubicBezTo>
                    <a:pt x="69" y="63"/>
                    <a:pt x="69" y="63"/>
                    <a:pt x="69" y="63"/>
                  </a:cubicBezTo>
                  <a:cubicBezTo>
                    <a:pt x="75" y="60"/>
                    <a:pt x="74" y="55"/>
                    <a:pt x="66" y="50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102" y="45"/>
                    <a:pt x="105" y="53"/>
                    <a:pt x="105" y="58"/>
                  </a:cubicBezTo>
                  <a:cubicBezTo>
                    <a:pt x="104" y="68"/>
                    <a:pt x="94" y="75"/>
                    <a:pt x="91" y="76"/>
                  </a:cubicBezTo>
                  <a:cubicBezTo>
                    <a:pt x="62" y="93"/>
                    <a:pt x="62" y="93"/>
                    <a:pt x="62" y="93"/>
                  </a:cubicBezTo>
                  <a:cubicBezTo>
                    <a:pt x="39" y="80"/>
                    <a:pt x="39" y="80"/>
                    <a:pt x="39" y="80"/>
                  </a:cubicBezTo>
                  <a:cubicBezTo>
                    <a:pt x="39" y="80"/>
                    <a:pt x="39" y="80"/>
                    <a:pt x="39" y="80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未知">
              <a:extLst>
                <a:ext uri="{FF2B5EF4-FFF2-40B4-BE49-F238E27FC236}">
                  <a16:creationId xmlns:a16="http://schemas.microsoft.com/office/drawing/2014/main" id="{38AFB367-7898-4AE4-94A4-4FDDD491378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7" y="247"/>
              <a:ext cx="265" cy="98"/>
            </a:xfrm>
            <a:custGeom>
              <a:avLst/>
              <a:gdLst>
                <a:gd name="T0" fmla="*/ 132 w 162"/>
                <a:gd name="T1" fmla="*/ 8 h 60"/>
                <a:gd name="T2" fmla="*/ 162 w 162"/>
                <a:gd name="T3" fmla="*/ 25 h 60"/>
                <a:gd name="T4" fmla="*/ 139 w 162"/>
                <a:gd name="T5" fmla="*/ 38 h 60"/>
                <a:gd name="T6" fmla="*/ 109 w 162"/>
                <a:gd name="T7" fmla="*/ 21 h 60"/>
                <a:gd name="T8" fmla="*/ 88 w 162"/>
                <a:gd name="T9" fmla="*/ 23 h 60"/>
                <a:gd name="T10" fmla="*/ 50 w 162"/>
                <a:gd name="T11" fmla="*/ 45 h 60"/>
                <a:gd name="T12" fmla="*/ 92 w 162"/>
                <a:gd name="T13" fmla="*/ 45 h 60"/>
                <a:gd name="T14" fmla="*/ 92 w 162"/>
                <a:gd name="T15" fmla="*/ 60 h 60"/>
                <a:gd name="T16" fmla="*/ 0 w 162"/>
                <a:gd name="T17" fmla="*/ 60 h 60"/>
                <a:gd name="T18" fmla="*/ 0 w 162"/>
                <a:gd name="T19" fmla="*/ 7 h 60"/>
                <a:gd name="T20" fmla="*/ 27 w 162"/>
                <a:gd name="T21" fmla="*/ 7 h 60"/>
                <a:gd name="T22" fmla="*/ 27 w 162"/>
                <a:gd name="T23" fmla="*/ 31 h 60"/>
                <a:gd name="T24" fmla="*/ 65 w 162"/>
                <a:gd name="T25" fmla="*/ 10 h 60"/>
                <a:gd name="T26" fmla="*/ 101 w 162"/>
                <a:gd name="T27" fmla="*/ 0 h 60"/>
                <a:gd name="T28" fmla="*/ 132 w 162"/>
                <a:gd name="T29" fmla="*/ 8 h 60"/>
                <a:gd name="T30" fmla="*/ 132 w 162"/>
                <a:gd name="T31" fmla="*/ 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2" h="60">
                  <a:moveTo>
                    <a:pt x="132" y="8"/>
                  </a:moveTo>
                  <a:cubicBezTo>
                    <a:pt x="162" y="25"/>
                    <a:pt x="162" y="25"/>
                    <a:pt x="162" y="25"/>
                  </a:cubicBezTo>
                  <a:cubicBezTo>
                    <a:pt x="139" y="38"/>
                    <a:pt x="139" y="38"/>
                    <a:pt x="139" y="38"/>
                  </a:cubicBezTo>
                  <a:cubicBezTo>
                    <a:pt x="109" y="21"/>
                    <a:pt x="109" y="21"/>
                    <a:pt x="109" y="21"/>
                  </a:cubicBezTo>
                  <a:cubicBezTo>
                    <a:pt x="103" y="17"/>
                    <a:pt x="96" y="18"/>
                    <a:pt x="88" y="23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79" y="2"/>
                    <a:pt x="92" y="0"/>
                    <a:pt x="101" y="0"/>
                  </a:cubicBezTo>
                  <a:cubicBezTo>
                    <a:pt x="118" y="0"/>
                    <a:pt x="129" y="6"/>
                    <a:pt x="132" y="8"/>
                  </a:cubicBezTo>
                  <a:cubicBezTo>
                    <a:pt x="132" y="8"/>
                    <a:pt x="132" y="8"/>
                    <a:pt x="132" y="8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未知">
              <a:extLst>
                <a:ext uri="{FF2B5EF4-FFF2-40B4-BE49-F238E27FC236}">
                  <a16:creationId xmlns:a16="http://schemas.microsoft.com/office/drawing/2014/main" id="{87EA43A6-06B1-49E6-9033-3585222E85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1" y="197"/>
              <a:ext cx="170" cy="153"/>
            </a:xfrm>
            <a:custGeom>
              <a:avLst/>
              <a:gdLst>
                <a:gd name="T0" fmla="*/ 104 w 104"/>
                <a:gd name="T1" fmla="*/ 40 h 94"/>
                <a:gd name="T2" fmla="*/ 104 w 104"/>
                <a:gd name="T3" fmla="*/ 94 h 94"/>
                <a:gd name="T4" fmla="*/ 13 w 104"/>
                <a:gd name="T5" fmla="*/ 94 h 94"/>
                <a:gd name="T6" fmla="*/ 12 w 104"/>
                <a:gd name="T7" fmla="*/ 78 h 94"/>
                <a:gd name="T8" fmla="*/ 54 w 104"/>
                <a:gd name="T9" fmla="*/ 78 h 94"/>
                <a:gd name="T10" fmla="*/ 16 w 104"/>
                <a:gd name="T11" fmla="*/ 56 h 94"/>
                <a:gd name="T12" fmla="*/ 0 w 104"/>
                <a:gd name="T13" fmla="*/ 35 h 94"/>
                <a:gd name="T14" fmla="*/ 13 w 104"/>
                <a:gd name="T15" fmla="*/ 17 h 94"/>
                <a:gd name="T16" fmla="*/ 43 w 104"/>
                <a:gd name="T17" fmla="*/ 0 h 94"/>
                <a:gd name="T18" fmla="*/ 65 w 104"/>
                <a:gd name="T19" fmla="*/ 13 h 94"/>
                <a:gd name="T20" fmla="*/ 36 w 104"/>
                <a:gd name="T21" fmla="*/ 30 h 94"/>
                <a:gd name="T22" fmla="*/ 39 w 104"/>
                <a:gd name="T23" fmla="*/ 43 h 94"/>
                <a:gd name="T24" fmla="*/ 77 w 104"/>
                <a:gd name="T25" fmla="*/ 65 h 94"/>
                <a:gd name="T26" fmla="*/ 77 w 104"/>
                <a:gd name="T27" fmla="*/ 40 h 94"/>
                <a:gd name="T28" fmla="*/ 104 w 104"/>
                <a:gd name="T29" fmla="*/ 40 h 94"/>
                <a:gd name="T30" fmla="*/ 104 w 104"/>
                <a:gd name="T31" fmla="*/ 4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4" h="94">
                  <a:moveTo>
                    <a:pt x="104" y="40"/>
                  </a:moveTo>
                  <a:cubicBezTo>
                    <a:pt x="104" y="94"/>
                    <a:pt x="104" y="94"/>
                    <a:pt x="104" y="94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54" y="78"/>
                    <a:pt x="54" y="78"/>
                    <a:pt x="54" y="78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3" y="48"/>
                    <a:pt x="0" y="40"/>
                    <a:pt x="0" y="35"/>
                  </a:cubicBezTo>
                  <a:cubicBezTo>
                    <a:pt x="0" y="25"/>
                    <a:pt x="11" y="18"/>
                    <a:pt x="13" y="17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65" y="13"/>
                    <a:pt x="65" y="13"/>
                    <a:pt x="65" y="13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0" y="34"/>
                    <a:pt x="31" y="38"/>
                    <a:pt x="39" y="43"/>
                  </a:cubicBezTo>
                  <a:cubicBezTo>
                    <a:pt x="77" y="65"/>
                    <a:pt x="77" y="65"/>
                    <a:pt x="77" y="65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未知">
              <a:extLst>
                <a:ext uri="{FF2B5EF4-FFF2-40B4-BE49-F238E27FC236}">
                  <a16:creationId xmlns:a16="http://schemas.microsoft.com/office/drawing/2014/main" id="{1303BE47-5069-4D32-B2A5-47DA3887673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7" y="85"/>
              <a:ext cx="264" cy="100"/>
            </a:xfrm>
            <a:custGeom>
              <a:avLst/>
              <a:gdLst>
                <a:gd name="T0" fmla="*/ 30 w 162"/>
                <a:gd name="T1" fmla="*/ 53 h 61"/>
                <a:gd name="T2" fmla="*/ 30 w 162"/>
                <a:gd name="T3" fmla="*/ 53 h 61"/>
                <a:gd name="T4" fmla="*/ 0 w 162"/>
                <a:gd name="T5" fmla="*/ 36 h 61"/>
                <a:gd name="T6" fmla="*/ 23 w 162"/>
                <a:gd name="T7" fmla="*/ 23 h 61"/>
                <a:gd name="T8" fmla="*/ 53 w 162"/>
                <a:gd name="T9" fmla="*/ 40 h 61"/>
                <a:gd name="T10" fmla="*/ 74 w 162"/>
                <a:gd name="T11" fmla="*/ 38 h 61"/>
                <a:gd name="T12" fmla="*/ 112 w 162"/>
                <a:gd name="T13" fmla="*/ 16 h 61"/>
                <a:gd name="T14" fmla="*/ 70 w 162"/>
                <a:gd name="T15" fmla="*/ 16 h 61"/>
                <a:gd name="T16" fmla="*/ 70 w 162"/>
                <a:gd name="T17" fmla="*/ 0 h 61"/>
                <a:gd name="T18" fmla="*/ 162 w 162"/>
                <a:gd name="T19" fmla="*/ 0 h 61"/>
                <a:gd name="T20" fmla="*/ 162 w 162"/>
                <a:gd name="T21" fmla="*/ 54 h 61"/>
                <a:gd name="T22" fmla="*/ 135 w 162"/>
                <a:gd name="T23" fmla="*/ 54 h 61"/>
                <a:gd name="T24" fmla="*/ 135 w 162"/>
                <a:gd name="T25" fmla="*/ 29 h 61"/>
                <a:gd name="T26" fmla="*/ 97 w 162"/>
                <a:gd name="T27" fmla="*/ 51 h 61"/>
                <a:gd name="T28" fmla="*/ 61 w 162"/>
                <a:gd name="T29" fmla="*/ 61 h 61"/>
                <a:gd name="T30" fmla="*/ 30 w 162"/>
                <a:gd name="T31" fmla="*/ 53 h 61"/>
                <a:gd name="T32" fmla="*/ 30 w 162"/>
                <a:gd name="T33" fmla="*/ 5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2" h="61">
                  <a:moveTo>
                    <a:pt x="30" y="53"/>
                  </a:moveTo>
                  <a:cubicBezTo>
                    <a:pt x="30" y="53"/>
                    <a:pt x="30" y="53"/>
                    <a:pt x="30" y="5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59" y="43"/>
                    <a:pt x="66" y="43"/>
                    <a:pt x="74" y="38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2" y="54"/>
                    <a:pt x="162" y="54"/>
                    <a:pt x="162" y="54"/>
                  </a:cubicBezTo>
                  <a:cubicBezTo>
                    <a:pt x="135" y="54"/>
                    <a:pt x="135" y="54"/>
                    <a:pt x="135" y="54"/>
                  </a:cubicBezTo>
                  <a:cubicBezTo>
                    <a:pt x="135" y="29"/>
                    <a:pt x="135" y="29"/>
                    <a:pt x="135" y="29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83" y="59"/>
                    <a:pt x="70" y="61"/>
                    <a:pt x="61" y="61"/>
                  </a:cubicBezTo>
                  <a:cubicBezTo>
                    <a:pt x="44" y="60"/>
                    <a:pt x="33" y="55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未知">
              <a:extLst>
                <a:ext uri="{FF2B5EF4-FFF2-40B4-BE49-F238E27FC236}">
                  <a16:creationId xmlns:a16="http://schemas.microsoft.com/office/drawing/2014/main" id="{9918ADEB-7E98-46AF-B8AF-F4EE345A552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5" y="82"/>
              <a:ext cx="172" cy="154"/>
            </a:xfrm>
            <a:custGeom>
              <a:avLst/>
              <a:gdLst>
                <a:gd name="T0" fmla="*/ 40 w 105"/>
                <a:gd name="T1" fmla="*/ 81 h 94"/>
                <a:gd name="T2" fmla="*/ 69 w 105"/>
                <a:gd name="T3" fmla="*/ 63 h 94"/>
                <a:gd name="T4" fmla="*/ 66 w 105"/>
                <a:gd name="T5" fmla="*/ 51 h 94"/>
                <a:gd name="T6" fmla="*/ 28 w 105"/>
                <a:gd name="T7" fmla="*/ 29 h 94"/>
                <a:gd name="T8" fmla="*/ 28 w 105"/>
                <a:gd name="T9" fmla="*/ 53 h 94"/>
                <a:gd name="T10" fmla="*/ 1 w 105"/>
                <a:gd name="T11" fmla="*/ 53 h 94"/>
                <a:gd name="T12" fmla="*/ 0 w 105"/>
                <a:gd name="T13" fmla="*/ 0 h 94"/>
                <a:gd name="T14" fmla="*/ 92 w 105"/>
                <a:gd name="T15" fmla="*/ 0 h 94"/>
                <a:gd name="T16" fmla="*/ 93 w 105"/>
                <a:gd name="T17" fmla="*/ 16 h 94"/>
                <a:gd name="T18" fmla="*/ 51 w 105"/>
                <a:gd name="T19" fmla="*/ 16 h 94"/>
                <a:gd name="T20" fmla="*/ 89 w 105"/>
                <a:gd name="T21" fmla="*/ 38 h 94"/>
                <a:gd name="T22" fmla="*/ 105 w 105"/>
                <a:gd name="T23" fmla="*/ 59 h 94"/>
                <a:gd name="T24" fmla="*/ 92 w 105"/>
                <a:gd name="T25" fmla="*/ 77 h 94"/>
                <a:gd name="T26" fmla="*/ 62 w 105"/>
                <a:gd name="T27" fmla="*/ 94 h 94"/>
                <a:gd name="T28" fmla="*/ 40 w 105"/>
                <a:gd name="T29" fmla="*/ 81 h 94"/>
                <a:gd name="T30" fmla="*/ 40 w 105"/>
                <a:gd name="T31" fmla="*/ 8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94">
                  <a:moveTo>
                    <a:pt x="40" y="81"/>
                  </a:moveTo>
                  <a:cubicBezTo>
                    <a:pt x="69" y="63"/>
                    <a:pt x="69" y="63"/>
                    <a:pt x="69" y="63"/>
                  </a:cubicBezTo>
                  <a:cubicBezTo>
                    <a:pt x="75" y="60"/>
                    <a:pt x="74" y="56"/>
                    <a:pt x="66" y="51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3" y="16"/>
                    <a:pt x="93" y="16"/>
                    <a:pt x="93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102" y="46"/>
                    <a:pt x="105" y="54"/>
                    <a:pt x="105" y="59"/>
                  </a:cubicBezTo>
                  <a:cubicBezTo>
                    <a:pt x="105" y="69"/>
                    <a:pt x="94" y="75"/>
                    <a:pt x="92" y="77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40" y="81"/>
                    <a:pt x="40" y="81"/>
                    <a:pt x="40" y="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未知">
              <a:extLst>
                <a:ext uri="{FF2B5EF4-FFF2-40B4-BE49-F238E27FC236}">
                  <a16:creationId xmlns:a16="http://schemas.microsoft.com/office/drawing/2014/main" id="{E48989ED-2A08-4BE7-8B2B-1977BAB5F34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1" y="241"/>
              <a:ext cx="264" cy="99"/>
            </a:xfrm>
            <a:custGeom>
              <a:avLst/>
              <a:gdLst>
                <a:gd name="T0" fmla="*/ 132 w 162"/>
                <a:gd name="T1" fmla="*/ 8 h 61"/>
                <a:gd name="T2" fmla="*/ 162 w 162"/>
                <a:gd name="T3" fmla="*/ 25 h 61"/>
                <a:gd name="T4" fmla="*/ 140 w 162"/>
                <a:gd name="T5" fmla="*/ 38 h 61"/>
                <a:gd name="T6" fmla="*/ 110 w 162"/>
                <a:gd name="T7" fmla="*/ 21 h 61"/>
                <a:gd name="T8" fmla="*/ 88 w 162"/>
                <a:gd name="T9" fmla="*/ 23 h 61"/>
                <a:gd name="T10" fmla="*/ 50 w 162"/>
                <a:gd name="T11" fmla="*/ 45 h 61"/>
                <a:gd name="T12" fmla="*/ 92 w 162"/>
                <a:gd name="T13" fmla="*/ 45 h 61"/>
                <a:gd name="T14" fmla="*/ 92 w 162"/>
                <a:gd name="T15" fmla="*/ 61 h 61"/>
                <a:gd name="T16" fmla="*/ 0 w 162"/>
                <a:gd name="T17" fmla="*/ 61 h 61"/>
                <a:gd name="T18" fmla="*/ 0 w 162"/>
                <a:gd name="T19" fmla="*/ 7 h 61"/>
                <a:gd name="T20" fmla="*/ 27 w 162"/>
                <a:gd name="T21" fmla="*/ 7 h 61"/>
                <a:gd name="T22" fmla="*/ 28 w 162"/>
                <a:gd name="T23" fmla="*/ 32 h 61"/>
                <a:gd name="T24" fmla="*/ 65 w 162"/>
                <a:gd name="T25" fmla="*/ 10 h 61"/>
                <a:gd name="T26" fmla="*/ 101 w 162"/>
                <a:gd name="T27" fmla="*/ 0 h 61"/>
                <a:gd name="T28" fmla="*/ 132 w 162"/>
                <a:gd name="T29" fmla="*/ 8 h 61"/>
                <a:gd name="T30" fmla="*/ 132 w 162"/>
                <a:gd name="T31" fmla="*/ 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2" h="61">
                  <a:moveTo>
                    <a:pt x="132" y="8"/>
                  </a:moveTo>
                  <a:cubicBezTo>
                    <a:pt x="162" y="25"/>
                    <a:pt x="162" y="25"/>
                    <a:pt x="162" y="25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04" y="18"/>
                    <a:pt x="96" y="18"/>
                    <a:pt x="88" y="23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79" y="2"/>
                    <a:pt x="93" y="0"/>
                    <a:pt x="101" y="0"/>
                  </a:cubicBezTo>
                  <a:cubicBezTo>
                    <a:pt x="118" y="1"/>
                    <a:pt x="130" y="7"/>
                    <a:pt x="132" y="8"/>
                  </a:cubicBezTo>
                  <a:cubicBezTo>
                    <a:pt x="132" y="8"/>
                    <a:pt x="132" y="8"/>
                    <a:pt x="132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未知">
              <a:extLst>
                <a:ext uri="{FF2B5EF4-FFF2-40B4-BE49-F238E27FC236}">
                  <a16:creationId xmlns:a16="http://schemas.microsoft.com/office/drawing/2014/main" id="{5ECDCA69-CA8B-459A-AB9B-680665C56AB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5" y="190"/>
              <a:ext cx="171" cy="154"/>
            </a:xfrm>
            <a:custGeom>
              <a:avLst/>
              <a:gdLst>
                <a:gd name="T0" fmla="*/ 105 w 105"/>
                <a:gd name="T1" fmla="*/ 41 h 94"/>
                <a:gd name="T2" fmla="*/ 105 w 105"/>
                <a:gd name="T3" fmla="*/ 94 h 94"/>
                <a:gd name="T4" fmla="*/ 13 w 105"/>
                <a:gd name="T5" fmla="*/ 94 h 94"/>
                <a:gd name="T6" fmla="*/ 13 w 105"/>
                <a:gd name="T7" fmla="*/ 78 h 94"/>
                <a:gd name="T8" fmla="*/ 55 w 105"/>
                <a:gd name="T9" fmla="*/ 78 h 94"/>
                <a:gd name="T10" fmla="*/ 17 w 105"/>
                <a:gd name="T11" fmla="*/ 56 h 94"/>
                <a:gd name="T12" fmla="*/ 0 w 105"/>
                <a:gd name="T13" fmla="*/ 35 h 94"/>
                <a:gd name="T14" fmla="*/ 14 w 105"/>
                <a:gd name="T15" fmla="*/ 17 h 94"/>
                <a:gd name="T16" fmla="*/ 43 w 105"/>
                <a:gd name="T17" fmla="*/ 0 h 94"/>
                <a:gd name="T18" fmla="*/ 66 w 105"/>
                <a:gd name="T19" fmla="*/ 13 h 94"/>
                <a:gd name="T20" fmla="*/ 36 w 105"/>
                <a:gd name="T21" fmla="*/ 31 h 94"/>
                <a:gd name="T22" fmla="*/ 39 w 105"/>
                <a:gd name="T23" fmla="*/ 43 h 94"/>
                <a:gd name="T24" fmla="*/ 77 w 105"/>
                <a:gd name="T25" fmla="*/ 65 h 94"/>
                <a:gd name="T26" fmla="*/ 77 w 105"/>
                <a:gd name="T27" fmla="*/ 41 h 94"/>
                <a:gd name="T28" fmla="*/ 105 w 105"/>
                <a:gd name="T29" fmla="*/ 41 h 94"/>
                <a:gd name="T30" fmla="*/ 105 w 105"/>
                <a:gd name="T31" fmla="*/ 4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94">
                  <a:moveTo>
                    <a:pt x="105" y="41"/>
                  </a:moveTo>
                  <a:cubicBezTo>
                    <a:pt x="105" y="94"/>
                    <a:pt x="105" y="94"/>
                    <a:pt x="105" y="94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55" y="78"/>
                    <a:pt x="55" y="78"/>
                    <a:pt x="55" y="78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3" y="48"/>
                    <a:pt x="0" y="40"/>
                    <a:pt x="0" y="35"/>
                  </a:cubicBezTo>
                  <a:cubicBezTo>
                    <a:pt x="1" y="25"/>
                    <a:pt x="11" y="19"/>
                    <a:pt x="14" y="17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0" y="34"/>
                    <a:pt x="31" y="38"/>
                    <a:pt x="39" y="43"/>
                  </a:cubicBezTo>
                  <a:cubicBezTo>
                    <a:pt x="77" y="65"/>
                    <a:pt x="77" y="65"/>
                    <a:pt x="77" y="65"/>
                  </a:cubicBezTo>
                  <a:cubicBezTo>
                    <a:pt x="77" y="41"/>
                    <a:pt x="77" y="41"/>
                    <a:pt x="7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41"/>
                    <a:pt x="105" y="41"/>
                    <a:pt x="105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" name="Group 37">
            <a:extLst>
              <a:ext uri="{FF2B5EF4-FFF2-40B4-BE49-F238E27FC236}">
                <a16:creationId xmlns:a16="http://schemas.microsoft.com/office/drawing/2014/main" id="{D4F2A058-5549-418E-A516-B0EE9FA7F4B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45083" y="5712168"/>
            <a:ext cx="1008062" cy="701675"/>
            <a:chOff x="0" y="0"/>
            <a:chExt cx="747" cy="546"/>
          </a:xfrm>
        </p:grpSpPr>
        <p:sp>
          <p:nvSpPr>
            <p:cNvPr id="52" name="AutoShape 38">
              <a:extLst>
                <a:ext uri="{FF2B5EF4-FFF2-40B4-BE49-F238E27FC236}">
                  <a16:creationId xmlns:a16="http://schemas.microsoft.com/office/drawing/2014/main" id="{A85A3C85-4EA4-4997-9C59-48D15EB75B0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3" y="20"/>
              <a:ext cx="681" cy="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未知">
              <a:extLst>
                <a:ext uri="{FF2B5EF4-FFF2-40B4-BE49-F238E27FC236}">
                  <a16:creationId xmlns:a16="http://schemas.microsoft.com/office/drawing/2014/main" id="{9C72D9CB-88A3-49BE-AE6A-D7DEA8E1498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" y="208"/>
              <a:ext cx="679" cy="338"/>
            </a:xfrm>
            <a:custGeom>
              <a:avLst/>
              <a:gdLst>
                <a:gd name="T0" fmla="*/ 356 w 416"/>
                <a:gd name="T1" fmla="*/ 84 h 207"/>
                <a:gd name="T2" fmla="*/ 62 w 416"/>
                <a:gd name="T3" fmla="*/ 84 h 207"/>
                <a:gd name="T4" fmla="*/ 1 w 416"/>
                <a:gd name="T5" fmla="*/ 1 h 207"/>
                <a:gd name="T6" fmla="*/ 0 w 416"/>
                <a:gd name="T7" fmla="*/ 1 h 207"/>
                <a:gd name="T8" fmla="*/ 0 w 416"/>
                <a:gd name="T9" fmla="*/ 80 h 207"/>
                <a:gd name="T10" fmla="*/ 1 w 416"/>
                <a:gd name="T11" fmla="*/ 80 h 207"/>
                <a:gd name="T12" fmla="*/ 62 w 416"/>
                <a:gd name="T13" fmla="*/ 160 h 207"/>
                <a:gd name="T14" fmla="*/ 356 w 416"/>
                <a:gd name="T15" fmla="*/ 160 h 207"/>
                <a:gd name="T16" fmla="*/ 416 w 416"/>
                <a:gd name="T17" fmla="*/ 80 h 207"/>
                <a:gd name="T18" fmla="*/ 416 w 416"/>
                <a:gd name="T19" fmla="*/ 80 h 207"/>
                <a:gd name="T20" fmla="*/ 416 w 416"/>
                <a:gd name="T21" fmla="*/ 0 h 207"/>
                <a:gd name="T22" fmla="*/ 356 w 416"/>
                <a:gd name="T23" fmla="*/ 8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6" h="207">
                  <a:moveTo>
                    <a:pt x="356" y="84"/>
                  </a:moveTo>
                  <a:cubicBezTo>
                    <a:pt x="275" y="131"/>
                    <a:pt x="143" y="131"/>
                    <a:pt x="62" y="84"/>
                  </a:cubicBezTo>
                  <a:cubicBezTo>
                    <a:pt x="18" y="59"/>
                    <a:pt x="1" y="33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3" y="109"/>
                    <a:pt x="23" y="138"/>
                    <a:pt x="62" y="160"/>
                  </a:cubicBezTo>
                  <a:cubicBezTo>
                    <a:pt x="143" y="207"/>
                    <a:pt x="275" y="207"/>
                    <a:pt x="356" y="160"/>
                  </a:cubicBezTo>
                  <a:cubicBezTo>
                    <a:pt x="394" y="138"/>
                    <a:pt x="414" y="109"/>
                    <a:pt x="416" y="80"/>
                  </a:cubicBezTo>
                  <a:cubicBezTo>
                    <a:pt x="416" y="80"/>
                    <a:pt x="416" y="80"/>
                    <a:pt x="416" y="80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416" y="31"/>
                    <a:pt x="396" y="61"/>
                    <a:pt x="356" y="84"/>
                  </a:cubicBezTo>
                  <a:close/>
                </a:path>
              </a:pathLst>
            </a:custGeom>
            <a:solidFill>
              <a:srgbClr val="113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未知">
              <a:extLst>
                <a:ext uri="{FF2B5EF4-FFF2-40B4-BE49-F238E27FC236}">
                  <a16:creationId xmlns:a16="http://schemas.microsoft.com/office/drawing/2014/main" id="{C8F620EF-E699-4969-9B43-8A547A0CF93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0" y="0"/>
              <a:ext cx="747" cy="432"/>
            </a:xfrm>
            <a:custGeom>
              <a:avLst/>
              <a:gdLst>
                <a:gd name="T0" fmla="*/ 375 w 457"/>
                <a:gd name="T1" fmla="*/ 47 h 264"/>
                <a:gd name="T2" fmla="*/ 376 w 457"/>
                <a:gd name="T3" fmla="*/ 217 h 264"/>
                <a:gd name="T4" fmla="*/ 82 w 457"/>
                <a:gd name="T5" fmla="*/ 217 h 264"/>
                <a:gd name="T6" fmla="*/ 81 w 457"/>
                <a:gd name="T7" fmla="*/ 47 h 264"/>
                <a:gd name="T8" fmla="*/ 375 w 457"/>
                <a:gd name="T9" fmla="*/ 47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7" h="264">
                  <a:moveTo>
                    <a:pt x="375" y="47"/>
                  </a:moveTo>
                  <a:cubicBezTo>
                    <a:pt x="456" y="94"/>
                    <a:pt x="457" y="170"/>
                    <a:pt x="376" y="217"/>
                  </a:cubicBezTo>
                  <a:cubicBezTo>
                    <a:pt x="295" y="264"/>
                    <a:pt x="163" y="264"/>
                    <a:pt x="82" y="217"/>
                  </a:cubicBezTo>
                  <a:cubicBezTo>
                    <a:pt x="0" y="170"/>
                    <a:pt x="0" y="94"/>
                    <a:pt x="81" y="47"/>
                  </a:cubicBezTo>
                  <a:cubicBezTo>
                    <a:pt x="162" y="0"/>
                    <a:pt x="293" y="0"/>
                    <a:pt x="375" y="47"/>
                  </a:cubicBezTo>
                </a:path>
              </a:pathLst>
            </a:custGeom>
            <a:solidFill>
              <a:srgbClr val="4A67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未知">
              <a:extLst>
                <a:ext uri="{FF2B5EF4-FFF2-40B4-BE49-F238E27FC236}">
                  <a16:creationId xmlns:a16="http://schemas.microsoft.com/office/drawing/2014/main" id="{B2EF81A8-2DBD-4F8A-AD53-E089B4AFFB4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47" y="434"/>
              <a:ext cx="39" cy="53"/>
            </a:xfrm>
            <a:custGeom>
              <a:avLst/>
              <a:gdLst>
                <a:gd name="T0" fmla="*/ 7 w 24"/>
                <a:gd name="T1" fmla="*/ 5 h 33"/>
                <a:gd name="T2" fmla="*/ 7 w 24"/>
                <a:gd name="T3" fmla="*/ 14 h 33"/>
                <a:gd name="T4" fmla="*/ 10 w 24"/>
                <a:gd name="T5" fmla="*/ 14 h 33"/>
                <a:gd name="T6" fmla="*/ 13 w 24"/>
                <a:gd name="T7" fmla="*/ 13 h 33"/>
                <a:gd name="T8" fmla="*/ 14 w 24"/>
                <a:gd name="T9" fmla="*/ 10 h 33"/>
                <a:gd name="T10" fmla="*/ 10 w 24"/>
                <a:gd name="T11" fmla="*/ 5 h 33"/>
                <a:gd name="T12" fmla="*/ 7 w 24"/>
                <a:gd name="T13" fmla="*/ 5 h 33"/>
                <a:gd name="T14" fmla="*/ 0 w 24"/>
                <a:gd name="T15" fmla="*/ 33 h 33"/>
                <a:gd name="T16" fmla="*/ 0 w 24"/>
                <a:gd name="T17" fmla="*/ 0 h 33"/>
                <a:gd name="T18" fmla="*/ 12 w 24"/>
                <a:gd name="T19" fmla="*/ 0 h 33"/>
                <a:gd name="T20" fmla="*/ 19 w 24"/>
                <a:gd name="T21" fmla="*/ 2 h 33"/>
                <a:gd name="T22" fmla="*/ 22 w 24"/>
                <a:gd name="T23" fmla="*/ 8 h 33"/>
                <a:gd name="T24" fmla="*/ 15 w 24"/>
                <a:gd name="T25" fmla="*/ 17 h 33"/>
                <a:gd name="T26" fmla="*/ 15 w 24"/>
                <a:gd name="T27" fmla="*/ 17 h 33"/>
                <a:gd name="T28" fmla="*/ 19 w 24"/>
                <a:gd name="T29" fmla="*/ 19 h 33"/>
                <a:gd name="T30" fmla="*/ 20 w 24"/>
                <a:gd name="T31" fmla="*/ 22 h 33"/>
                <a:gd name="T32" fmla="*/ 24 w 24"/>
                <a:gd name="T33" fmla="*/ 33 h 33"/>
                <a:gd name="T34" fmla="*/ 15 w 24"/>
                <a:gd name="T35" fmla="*/ 33 h 33"/>
                <a:gd name="T36" fmla="*/ 13 w 24"/>
                <a:gd name="T37" fmla="*/ 24 h 33"/>
                <a:gd name="T38" fmla="*/ 11 w 24"/>
                <a:gd name="T39" fmla="*/ 20 h 33"/>
                <a:gd name="T40" fmla="*/ 7 w 24"/>
                <a:gd name="T41" fmla="*/ 20 h 33"/>
                <a:gd name="T42" fmla="*/ 7 w 24"/>
                <a:gd name="T43" fmla="*/ 33 h 33"/>
                <a:gd name="T44" fmla="*/ 0 w 24"/>
                <a:gd name="T4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" h="33">
                  <a:moveTo>
                    <a:pt x="7" y="5"/>
                  </a:moveTo>
                  <a:cubicBezTo>
                    <a:pt x="7" y="14"/>
                    <a:pt x="7" y="14"/>
                    <a:pt x="7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4"/>
                    <a:pt x="12" y="14"/>
                    <a:pt x="13" y="13"/>
                  </a:cubicBezTo>
                  <a:cubicBezTo>
                    <a:pt x="14" y="12"/>
                    <a:pt x="14" y="11"/>
                    <a:pt x="14" y="10"/>
                  </a:cubicBezTo>
                  <a:cubicBezTo>
                    <a:pt x="14" y="7"/>
                    <a:pt x="13" y="5"/>
                    <a:pt x="10" y="5"/>
                  </a:cubicBezTo>
                  <a:cubicBezTo>
                    <a:pt x="7" y="5"/>
                    <a:pt x="7" y="5"/>
                    <a:pt x="7" y="5"/>
                  </a:cubicBezTo>
                  <a:close/>
                  <a:moveTo>
                    <a:pt x="0" y="3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7" y="0"/>
                    <a:pt x="19" y="2"/>
                  </a:cubicBezTo>
                  <a:cubicBezTo>
                    <a:pt x="21" y="3"/>
                    <a:pt x="22" y="5"/>
                    <a:pt x="22" y="8"/>
                  </a:cubicBezTo>
                  <a:cubicBezTo>
                    <a:pt x="22" y="13"/>
                    <a:pt x="20" y="16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7" y="17"/>
                    <a:pt x="18" y="17"/>
                    <a:pt x="19" y="19"/>
                  </a:cubicBezTo>
                  <a:cubicBezTo>
                    <a:pt x="19" y="19"/>
                    <a:pt x="20" y="20"/>
                    <a:pt x="20" y="2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2"/>
                    <a:pt x="11" y="21"/>
                    <a:pt x="11" y="20"/>
                  </a:cubicBezTo>
                  <a:cubicBezTo>
                    <a:pt x="10" y="20"/>
                    <a:pt x="9" y="20"/>
                    <a:pt x="7" y="20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0" y="33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未知">
              <a:extLst>
                <a:ext uri="{FF2B5EF4-FFF2-40B4-BE49-F238E27FC236}">
                  <a16:creationId xmlns:a16="http://schemas.microsoft.com/office/drawing/2014/main" id="{6AC8FB53-06F0-4B1F-9200-DC1459FE8D5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1" y="432"/>
              <a:ext cx="47" cy="57"/>
            </a:xfrm>
            <a:custGeom>
              <a:avLst/>
              <a:gdLst>
                <a:gd name="T0" fmla="*/ 8 w 29"/>
                <a:gd name="T1" fmla="*/ 17 h 35"/>
                <a:gd name="T2" fmla="*/ 14 w 29"/>
                <a:gd name="T3" fmla="*/ 29 h 35"/>
                <a:gd name="T4" fmla="*/ 20 w 29"/>
                <a:gd name="T5" fmla="*/ 17 h 35"/>
                <a:gd name="T6" fmla="*/ 14 w 29"/>
                <a:gd name="T7" fmla="*/ 6 h 35"/>
                <a:gd name="T8" fmla="*/ 8 w 29"/>
                <a:gd name="T9" fmla="*/ 17 h 35"/>
                <a:gd name="T10" fmla="*/ 0 w 29"/>
                <a:gd name="T11" fmla="*/ 17 h 35"/>
                <a:gd name="T12" fmla="*/ 3 w 29"/>
                <a:gd name="T13" fmla="*/ 5 h 35"/>
                <a:gd name="T14" fmla="*/ 14 w 29"/>
                <a:gd name="T15" fmla="*/ 0 h 35"/>
                <a:gd name="T16" fmla="*/ 25 w 29"/>
                <a:gd name="T17" fmla="*/ 5 h 35"/>
                <a:gd name="T18" fmla="*/ 29 w 29"/>
                <a:gd name="T19" fmla="*/ 17 h 35"/>
                <a:gd name="T20" fmla="*/ 25 w 29"/>
                <a:gd name="T21" fmla="*/ 30 h 35"/>
                <a:gd name="T22" fmla="*/ 14 w 29"/>
                <a:gd name="T23" fmla="*/ 35 h 35"/>
                <a:gd name="T24" fmla="*/ 3 w 29"/>
                <a:gd name="T25" fmla="*/ 29 h 35"/>
                <a:gd name="T26" fmla="*/ 0 w 29"/>
                <a:gd name="T27" fmla="*/ 17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8" y="17"/>
                  </a:moveTo>
                  <a:cubicBezTo>
                    <a:pt x="8" y="25"/>
                    <a:pt x="10" y="29"/>
                    <a:pt x="14" y="29"/>
                  </a:cubicBezTo>
                  <a:cubicBezTo>
                    <a:pt x="18" y="29"/>
                    <a:pt x="20" y="25"/>
                    <a:pt x="20" y="17"/>
                  </a:cubicBezTo>
                  <a:cubicBezTo>
                    <a:pt x="20" y="10"/>
                    <a:pt x="18" y="6"/>
                    <a:pt x="14" y="6"/>
                  </a:cubicBezTo>
                  <a:cubicBezTo>
                    <a:pt x="10" y="6"/>
                    <a:pt x="8" y="10"/>
                    <a:pt x="8" y="17"/>
                  </a:cubicBezTo>
                  <a:close/>
                  <a:moveTo>
                    <a:pt x="0" y="17"/>
                  </a:moveTo>
                  <a:cubicBezTo>
                    <a:pt x="0" y="12"/>
                    <a:pt x="1" y="8"/>
                    <a:pt x="3" y="5"/>
                  </a:cubicBezTo>
                  <a:cubicBezTo>
                    <a:pt x="6" y="2"/>
                    <a:pt x="10" y="0"/>
                    <a:pt x="14" y="0"/>
                  </a:cubicBezTo>
                  <a:cubicBezTo>
                    <a:pt x="19" y="0"/>
                    <a:pt x="23" y="2"/>
                    <a:pt x="25" y="5"/>
                  </a:cubicBezTo>
                  <a:cubicBezTo>
                    <a:pt x="27" y="8"/>
                    <a:pt x="29" y="12"/>
                    <a:pt x="29" y="17"/>
                  </a:cubicBezTo>
                  <a:cubicBezTo>
                    <a:pt x="29" y="22"/>
                    <a:pt x="27" y="26"/>
                    <a:pt x="25" y="30"/>
                  </a:cubicBezTo>
                  <a:cubicBezTo>
                    <a:pt x="23" y="33"/>
                    <a:pt x="19" y="35"/>
                    <a:pt x="14" y="35"/>
                  </a:cubicBezTo>
                  <a:cubicBezTo>
                    <a:pt x="10" y="35"/>
                    <a:pt x="6" y="33"/>
                    <a:pt x="3" y="29"/>
                  </a:cubicBezTo>
                  <a:cubicBezTo>
                    <a:pt x="1" y="26"/>
                    <a:pt x="0" y="22"/>
                    <a:pt x="0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未知">
              <a:extLst>
                <a:ext uri="{FF2B5EF4-FFF2-40B4-BE49-F238E27FC236}">
                  <a16:creationId xmlns:a16="http://schemas.microsoft.com/office/drawing/2014/main" id="{A4775888-9913-4DBA-A6C6-2D8C77C8D89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7" y="434"/>
              <a:ext cx="39" cy="55"/>
            </a:xfrm>
            <a:custGeom>
              <a:avLst/>
              <a:gdLst>
                <a:gd name="T0" fmla="*/ 0 w 24"/>
                <a:gd name="T1" fmla="*/ 21 h 34"/>
                <a:gd name="T2" fmla="*/ 0 w 24"/>
                <a:gd name="T3" fmla="*/ 0 h 34"/>
                <a:gd name="T4" fmla="*/ 7 w 24"/>
                <a:gd name="T5" fmla="*/ 0 h 34"/>
                <a:gd name="T6" fmla="*/ 7 w 24"/>
                <a:gd name="T7" fmla="*/ 22 h 34"/>
                <a:gd name="T8" fmla="*/ 12 w 24"/>
                <a:gd name="T9" fmla="*/ 28 h 34"/>
                <a:gd name="T10" fmla="*/ 16 w 24"/>
                <a:gd name="T11" fmla="*/ 22 h 34"/>
                <a:gd name="T12" fmla="*/ 16 w 24"/>
                <a:gd name="T13" fmla="*/ 0 h 34"/>
                <a:gd name="T14" fmla="*/ 24 w 24"/>
                <a:gd name="T15" fmla="*/ 0 h 34"/>
                <a:gd name="T16" fmla="*/ 24 w 24"/>
                <a:gd name="T17" fmla="*/ 21 h 34"/>
                <a:gd name="T18" fmla="*/ 21 w 24"/>
                <a:gd name="T19" fmla="*/ 30 h 34"/>
                <a:gd name="T20" fmla="*/ 12 w 24"/>
                <a:gd name="T21" fmla="*/ 34 h 34"/>
                <a:gd name="T22" fmla="*/ 3 w 24"/>
                <a:gd name="T23" fmla="*/ 30 h 34"/>
                <a:gd name="T24" fmla="*/ 0 w 24"/>
                <a:gd name="T25" fmla="*/ 2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34">
                  <a:moveTo>
                    <a:pt x="0" y="2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6"/>
                    <a:pt x="9" y="28"/>
                    <a:pt x="12" y="28"/>
                  </a:cubicBezTo>
                  <a:cubicBezTo>
                    <a:pt x="15" y="28"/>
                    <a:pt x="16" y="26"/>
                    <a:pt x="16" y="2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25"/>
                    <a:pt x="23" y="28"/>
                    <a:pt x="21" y="30"/>
                  </a:cubicBezTo>
                  <a:cubicBezTo>
                    <a:pt x="19" y="33"/>
                    <a:pt x="16" y="34"/>
                    <a:pt x="12" y="34"/>
                  </a:cubicBezTo>
                  <a:cubicBezTo>
                    <a:pt x="8" y="34"/>
                    <a:pt x="5" y="33"/>
                    <a:pt x="3" y="30"/>
                  </a:cubicBezTo>
                  <a:cubicBezTo>
                    <a:pt x="1" y="28"/>
                    <a:pt x="0" y="25"/>
                    <a:pt x="0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未知">
              <a:extLst>
                <a:ext uri="{FF2B5EF4-FFF2-40B4-BE49-F238E27FC236}">
                  <a16:creationId xmlns:a16="http://schemas.microsoft.com/office/drawing/2014/main" id="{1E9ECAFB-E14B-4B15-922E-1885BC10047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2" y="434"/>
              <a:ext cx="36" cy="53"/>
            </a:xfrm>
            <a:custGeom>
              <a:avLst/>
              <a:gdLst>
                <a:gd name="T0" fmla="*/ 12 w 36"/>
                <a:gd name="T1" fmla="*/ 53 h 53"/>
                <a:gd name="T2" fmla="*/ 12 w 36"/>
                <a:gd name="T3" fmla="*/ 9 h 53"/>
                <a:gd name="T4" fmla="*/ 0 w 36"/>
                <a:gd name="T5" fmla="*/ 9 h 53"/>
                <a:gd name="T6" fmla="*/ 0 w 36"/>
                <a:gd name="T7" fmla="*/ 0 h 53"/>
                <a:gd name="T8" fmla="*/ 36 w 36"/>
                <a:gd name="T9" fmla="*/ 0 h 53"/>
                <a:gd name="T10" fmla="*/ 36 w 36"/>
                <a:gd name="T11" fmla="*/ 9 h 53"/>
                <a:gd name="T12" fmla="*/ 25 w 36"/>
                <a:gd name="T13" fmla="*/ 9 h 53"/>
                <a:gd name="T14" fmla="*/ 25 w 36"/>
                <a:gd name="T15" fmla="*/ 53 h 53"/>
                <a:gd name="T16" fmla="*/ 12 w 36"/>
                <a:gd name="T17" fmla="*/ 53 h 53"/>
                <a:gd name="T18" fmla="*/ 12 w 36"/>
                <a:gd name="T1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53">
                  <a:moveTo>
                    <a:pt x="12" y="53"/>
                  </a:moveTo>
                  <a:lnTo>
                    <a:pt x="12" y="9"/>
                  </a:lnTo>
                  <a:lnTo>
                    <a:pt x="0" y="9"/>
                  </a:lnTo>
                  <a:lnTo>
                    <a:pt x="0" y="0"/>
                  </a:lnTo>
                  <a:lnTo>
                    <a:pt x="36" y="0"/>
                  </a:lnTo>
                  <a:lnTo>
                    <a:pt x="36" y="9"/>
                  </a:lnTo>
                  <a:lnTo>
                    <a:pt x="25" y="9"/>
                  </a:lnTo>
                  <a:lnTo>
                    <a:pt x="25" y="53"/>
                  </a:lnTo>
                  <a:lnTo>
                    <a:pt x="12" y="53"/>
                  </a:lnTo>
                  <a:lnTo>
                    <a:pt x="12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未知">
              <a:extLst>
                <a:ext uri="{FF2B5EF4-FFF2-40B4-BE49-F238E27FC236}">
                  <a16:creationId xmlns:a16="http://schemas.microsoft.com/office/drawing/2014/main" id="{35136C48-6FA2-4F91-AF09-8B46C08000B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5" y="434"/>
              <a:ext cx="32" cy="53"/>
            </a:xfrm>
            <a:custGeom>
              <a:avLst/>
              <a:gdLst>
                <a:gd name="T0" fmla="*/ 0 w 32"/>
                <a:gd name="T1" fmla="*/ 53 h 53"/>
                <a:gd name="T2" fmla="*/ 0 w 32"/>
                <a:gd name="T3" fmla="*/ 0 h 53"/>
                <a:gd name="T4" fmla="*/ 32 w 32"/>
                <a:gd name="T5" fmla="*/ 0 h 53"/>
                <a:gd name="T6" fmla="*/ 32 w 32"/>
                <a:gd name="T7" fmla="*/ 9 h 53"/>
                <a:gd name="T8" fmla="*/ 13 w 32"/>
                <a:gd name="T9" fmla="*/ 9 h 53"/>
                <a:gd name="T10" fmla="*/ 13 w 32"/>
                <a:gd name="T11" fmla="*/ 21 h 53"/>
                <a:gd name="T12" fmla="*/ 31 w 32"/>
                <a:gd name="T13" fmla="*/ 21 h 53"/>
                <a:gd name="T14" fmla="*/ 31 w 32"/>
                <a:gd name="T15" fmla="*/ 31 h 53"/>
                <a:gd name="T16" fmla="*/ 13 w 32"/>
                <a:gd name="T17" fmla="*/ 31 h 53"/>
                <a:gd name="T18" fmla="*/ 13 w 32"/>
                <a:gd name="T19" fmla="*/ 44 h 53"/>
                <a:gd name="T20" fmla="*/ 32 w 32"/>
                <a:gd name="T21" fmla="*/ 44 h 53"/>
                <a:gd name="T22" fmla="*/ 32 w 32"/>
                <a:gd name="T23" fmla="*/ 53 h 53"/>
                <a:gd name="T24" fmla="*/ 0 w 32"/>
                <a:gd name="T25" fmla="*/ 53 h 53"/>
                <a:gd name="T26" fmla="*/ 0 w 32"/>
                <a:gd name="T27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53">
                  <a:moveTo>
                    <a:pt x="0" y="53"/>
                  </a:moveTo>
                  <a:lnTo>
                    <a:pt x="0" y="0"/>
                  </a:lnTo>
                  <a:lnTo>
                    <a:pt x="32" y="0"/>
                  </a:lnTo>
                  <a:lnTo>
                    <a:pt x="32" y="9"/>
                  </a:lnTo>
                  <a:lnTo>
                    <a:pt x="13" y="9"/>
                  </a:lnTo>
                  <a:lnTo>
                    <a:pt x="13" y="21"/>
                  </a:lnTo>
                  <a:lnTo>
                    <a:pt x="31" y="21"/>
                  </a:lnTo>
                  <a:lnTo>
                    <a:pt x="31" y="31"/>
                  </a:lnTo>
                  <a:lnTo>
                    <a:pt x="13" y="31"/>
                  </a:lnTo>
                  <a:lnTo>
                    <a:pt x="13" y="44"/>
                  </a:lnTo>
                  <a:lnTo>
                    <a:pt x="32" y="44"/>
                  </a:lnTo>
                  <a:lnTo>
                    <a:pt x="32" y="53"/>
                  </a:lnTo>
                  <a:lnTo>
                    <a:pt x="0" y="53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未知">
              <a:extLst>
                <a:ext uri="{FF2B5EF4-FFF2-40B4-BE49-F238E27FC236}">
                  <a16:creationId xmlns:a16="http://schemas.microsoft.com/office/drawing/2014/main" id="{BE395BAC-B4FF-4B61-BB7C-65B1A1F1995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76" y="434"/>
              <a:ext cx="39" cy="53"/>
            </a:xfrm>
            <a:custGeom>
              <a:avLst/>
              <a:gdLst>
                <a:gd name="T0" fmla="*/ 8 w 24"/>
                <a:gd name="T1" fmla="*/ 5 h 33"/>
                <a:gd name="T2" fmla="*/ 8 w 24"/>
                <a:gd name="T3" fmla="*/ 14 h 33"/>
                <a:gd name="T4" fmla="*/ 10 w 24"/>
                <a:gd name="T5" fmla="*/ 14 h 33"/>
                <a:gd name="T6" fmla="*/ 13 w 24"/>
                <a:gd name="T7" fmla="*/ 13 h 33"/>
                <a:gd name="T8" fmla="*/ 15 w 24"/>
                <a:gd name="T9" fmla="*/ 10 h 33"/>
                <a:gd name="T10" fmla="*/ 10 w 24"/>
                <a:gd name="T11" fmla="*/ 5 h 33"/>
                <a:gd name="T12" fmla="*/ 8 w 24"/>
                <a:gd name="T13" fmla="*/ 5 h 33"/>
                <a:gd name="T14" fmla="*/ 0 w 24"/>
                <a:gd name="T15" fmla="*/ 33 h 33"/>
                <a:gd name="T16" fmla="*/ 0 w 24"/>
                <a:gd name="T17" fmla="*/ 0 h 33"/>
                <a:gd name="T18" fmla="*/ 12 w 24"/>
                <a:gd name="T19" fmla="*/ 0 h 33"/>
                <a:gd name="T20" fmla="*/ 20 w 24"/>
                <a:gd name="T21" fmla="*/ 2 h 33"/>
                <a:gd name="T22" fmla="*/ 23 w 24"/>
                <a:gd name="T23" fmla="*/ 8 h 33"/>
                <a:gd name="T24" fmla="*/ 16 w 24"/>
                <a:gd name="T25" fmla="*/ 17 h 33"/>
                <a:gd name="T26" fmla="*/ 16 w 24"/>
                <a:gd name="T27" fmla="*/ 17 h 33"/>
                <a:gd name="T28" fmla="*/ 19 w 24"/>
                <a:gd name="T29" fmla="*/ 19 h 33"/>
                <a:gd name="T30" fmla="*/ 21 w 24"/>
                <a:gd name="T31" fmla="*/ 22 h 33"/>
                <a:gd name="T32" fmla="*/ 24 w 24"/>
                <a:gd name="T33" fmla="*/ 33 h 33"/>
                <a:gd name="T34" fmla="*/ 16 w 24"/>
                <a:gd name="T35" fmla="*/ 33 h 33"/>
                <a:gd name="T36" fmla="*/ 13 w 24"/>
                <a:gd name="T37" fmla="*/ 24 h 33"/>
                <a:gd name="T38" fmla="*/ 11 w 24"/>
                <a:gd name="T39" fmla="*/ 20 h 33"/>
                <a:gd name="T40" fmla="*/ 8 w 24"/>
                <a:gd name="T41" fmla="*/ 20 h 33"/>
                <a:gd name="T42" fmla="*/ 8 w 24"/>
                <a:gd name="T43" fmla="*/ 33 h 33"/>
                <a:gd name="T44" fmla="*/ 0 w 24"/>
                <a:gd name="T4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" h="33">
                  <a:moveTo>
                    <a:pt x="8" y="5"/>
                  </a:moveTo>
                  <a:cubicBezTo>
                    <a:pt x="8" y="14"/>
                    <a:pt x="8" y="14"/>
                    <a:pt x="8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4"/>
                    <a:pt x="13" y="14"/>
                    <a:pt x="13" y="13"/>
                  </a:cubicBezTo>
                  <a:cubicBezTo>
                    <a:pt x="14" y="12"/>
                    <a:pt x="15" y="11"/>
                    <a:pt x="15" y="10"/>
                  </a:cubicBezTo>
                  <a:cubicBezTo>
                    <a:pt x="15" y="7"/>
                    <a:pt x="13" y="5"/>
                    <a:pt x="10" y="5"/>
                  </a:cubicBezTo>
                  <a:cubicBezTo>
                    <a:pt x="8" y="5"/>
                    <a:pt x="8" y="5"/>
                    <a:pt x="8" y="5"/>
                  </a:cubicBezTo>
                  <a:close/>
                  <a:moveTo>
                    <a:pt x="0" y="3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8" y="0"/>
                    <a:pt x="20" y="2"/>
                  </a:cubicBezTo>
                  <a:cubicBezTo>
                    <a:pt x="22" y="3"/>
                    <a:pt x="23" y="5"/>
                    <a:pt x="23" y="8"/>
                  </a:cubicBezTo>
                  <a:cubicBezTo>
                    <a:pt x="23" y="13"/>
                    <a:pt x="20" y="16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7"/>
                    <a:pt x="18" y="17"/>
                    <a:pt x="19" y="19"/>
                  </a:cubicBezTo>
                  <a:cubicBezTo>
                    <a:pt x="20" y="19"/>
                    <a:pt x="20" y="20"/>
                    <a:pt x="21" y="2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2"/>
                    <a:pt x="12" y="21"/>
                    <a:pt x="11" y="20"/>
                  </a:cubicBezTo>
                  <a:cubicBezTo>
                    <a:pt x="11" y="20"/>
                    <a:pt x="10" y="20"/>
                    <a:pt x="8" y="20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0" y="33"/>
                    <a:pt x="0" y="33"/>
                    <a:pt x="0" y="3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未知">
              <a:extLst>
                <a:ext uri="{FF2B5EF4-FFF2-40B4-BE49-F238E27FC236}">
                  <a16:creationId xmlns:a16="http://schemas.microsoft.com/office/drawing/2014/main" id="{01E188EE-5686-4B47-8A3F-3176C673AED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3" y="92"/>
              <a:ext cx="265" cy="98"/>
            </a:xfrm>
            <a:custGeom>
              <a:avLst/>
              <a:gdLst>
                <a:gd name="T0" fmla="*/ 30 w 162"/>
                <a:gd name="T1" fmla="*/ 53 h 60"/>
                <a:gd name="T2" fmla="*/ 29 w 162"/>
                <a:gd name="T3" fmla="*/ 52 h 60"/>
                <a:gd name="T4" fmla="*/ 0 w 162"/>
                <a:gd name="T5" fmla="*/ 35 h 60"/>
                <a:gd name="T6" fmla="*/ 22 w 162"/>
                <a:gd name="T7" fmla="*/ 22 h 60"/>
                <a:gd name="T8" fmla="*/ 52 w 162"/>
                <a:gd name="T9" fmla="*/ 40 h 60"/>
                <a:gd name="T10" fmla="*/ 74 w 162"/>
                <a:gd name="T11" fmla="*/ 38 h 60"/>
                <a:gd name="T12" fmla="*/ 112 w 162"/>
                <a:gd name="T13" fmla="*/ 16 h 60"/>
                <a:gd name="T14" fmla="*/ 70 w 162"/>
                <a:gd name="T15" fmla="*/ 16 h 60"/>
                <a:gd name="T16" fmla="*/ 70 w 162"/>
                <a:gd name="T17" fmla="*/ 0 h 60"/>
                <a:gd name="T18" fmla="*/ 162 w 162"/>
                <a:gd name="T19" fmla="*/ 0 h 60"/>
                <a:gd name="T20" fmla="*/ 162 w 162"/>
                <a:gd name="T21" fmla="*/ 53 h 60"/>
                <a:gd name="T22" fmla="*/ 135 w 162"/>
                <a:gd name="T23" fmla="*/ 53 h 60"/>
                <a:gd name="T24" fmla="*/ 134 w 162"/>
                <a:gd name="T25" fmla="*/ 29 h 60"/>
                <a:gd name="T26" fmla="*/ 97 w 162"/>
                <a:gd name="T27" fmla="*/ 51 h 60"/>
                <a:gd name="T28" fmla="*/ 60 w 162"/>
                <a:gd name="T29" fmla="*/ 60 h 60"/>
                <a:gd name="T30" fmla="*/ 30 w 162"/>
                <a:gd name="T31" fmla="*/ 53 h 60"/>
                <a:gd name="T32" fmla="*/ 30 w 162"/>
                <a:gd name="T33" fmla="*/ 5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2" h="60">
                  <a:moveTo>
                    <a:pt x="30" y="53"/>
                  </a:moveTo>
                  <a:cubicBezTo>
                    <a:pt x="30" y="53"/>
                    <a:pt x="29" y="52"/>
                    <a:pt x="29" y="52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8" y="43"/>
                    <a:pt x="66" y="42"/>
                    <a:pt x="74" y="38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2" y="53"/>
                    <a:pt x="162" y="53"/>
                    <a:pt x="162" y="53"/>
                  </a:cubicBezTo>
                  <a:cubicBezTo>
                    <a:pt x="135" y="53"/>
                    <a:pt x="135" y="53"/>
                    <a:pt x="135" y="53"/>
                  </a:cubicBezTo>
                  <a:cubicBezTo>
                    <a:pt x="134" y="29"/>
                    <a:pt x="134" y="29"/>
                    <a:pt x="134" y="29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83" y="59"/>
                    <a:pt x="69" y="60"/>
                    <a:pt x="60" y="60"/>
                  </a:cubicBezTo>
                  <a:cubicBezTo>
                    <a:pt x="44" y="60"/>
                    <a:pt x="33" y="54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未知">
              <a:extLst>
                <a:ext uri="{FF2B5EF4-FFF2-40B4-BE49-F238E27FC236}">
                  <a16:creationId xmlns:a16="http://schemas.microsoft.com/office/drawing/2014/main" id="{6F3D8900-974C-4995-9A7D-097AEBF39D8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2" y="89"/>
              <a:ext cx="171" cy="152"/>
            </a:xfrm>
            <a:custGeom>
              <a:avLst/>
              <a:gdLst>
                <a:gd name="T0" fmla="*/ 39 w 105"/>
                <a:gd name="T1" fmla="*/ 80 h 93"/>
                <a:gd name="T2" fmla="*/ 69 w 105"/>
                <a:gd name="T3" fmla="*/ 63 h 93"/>
                <a:gd name="T4" fmla="*/ 66 w 105"/>
                <a:gd name="T5" fmla="*/ 50 h 93"/>
                <a:gd name="T6" fmla="*/ 28 w 105"/>
                <a:gd name="T7" fmla="*/ 29 h 93"/>
                <a:gd name="T8" fmla="*/ 28 w 105"/>
                <a:gd name="T9" fmla="*/ 53 h 93"/>
                <a:gd name="T10" fmla="*/ 0 w 105"/>
                <a:gd name="T11" fmla="*/ 53 h 93"/>
                <a:gd name="T12" fmla="*/ 0 w 105"/>
                <a:gd name="T13" fmla="*/ 0 h 93"/>
                <a:gd name="T14" fmla="*/ 92 w 105"/>
                <a:gd name="T15" fmla="*/ 0 h 93"/>
                <a:gd name="T16" fmla="*/ 92 w 105"/>
                <a:gd name="T17" fmla="*/ 15 h 93"/>
                <a:gd name="T18" fmla="*/ 50 w 105"/>
                <a:gd name="T19" fmla="*/ 15 h 93"/>
                <a:gd name="T20" fmla="*/ 88 w 105"/>
                <a:gd name="T21" fmla="*/ 37 h 93"/>
                <a:gd name="T22" fmla="*/ 105 w 105"/>
                <a:gd name="T23" fmla="*/ 58 h 93"/>
                <a:gd name="T24" fmla="*/ 91 w 105"/>
                <a:gd name="T25" fmla="*/ 76 h 93"/>
                <a:gd name="T26" fmla="*/ 62 w 105"/>
                <a:gd name="T27" fmla="*/ 93 h 93"/>
                <a:gd name="T28" fmla="*/ 39 w 105"/>
                <a:gd name="T29" fmla="*/ 80 h 93"/>
                <a:gd name="T30" fmla="*/ 39 w 105"/>
                <a:gd name="T31" fmla="*/ 8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93">
                  <a:moveTo>
                    <a:pt x="39" y="80"/>
                  </a:moveTo>
                  <a:cubicBezTo>
                    <a:pt x="69" y="63"/>
                    <a:pt x="69" y="63"/>
                    <a:pt x="69" y="63"/>
                  </a:cubicBezTo>
                  <a:cubicBezTo>
                    <a:pt x="75" y="60"/>
                    <a:pt x="74" y="55"/>
                    <a:pt x="66" y="50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88" y="37"/>
                    <a:pt x="88" y="37"/>
                    <a:pt x="88" y="37"/>
                  </a:cubicBezTo>
                  <a:cubicBezTo>
                    <a:pt x="102" y="45"/>
                    <a:pt x="105" y="53"/>
                    <a:pt x="105" y="58"/>
                  </a:cubicBezTo>
                  <a:cubicBezTo>
                    <a:pt x="104" y="68"/>
                    <a:pt x="94" y="75"/>
                    <a:pt x="91" y="76"/>
                  </a:cubicBezTo>
                  <a:cubicBezTo>
                    <a:pt x="62" y="93"/>
                    <a:pt x="62" y="93"/>
                    <a:pt x="62" y="93"/>
                  </a:cubicBezTo>
                  <a:cubicBezTo>
                    <a:pt x="39" y="80"/>
                    <a:pt x="39" y="80"/>
                    <a:pt x="39" y="80"/>
                  </a:cubicBezTo>
                  <a:cubicBezTo>
                    <a:pt x="39" y="80"/>
                    <a:pt x="39" y="80"/>
                    <a:pt x="39" y="80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未知">
              <a:extLst>
                <a:ext uri="{FF2B5EF4-FFF2-40B4-BE49-F238E27FC236}">
                  <a16:creationId xmlns:a16="http://schemas.microsoft.com/office/drawing/2014/main" id="{268B77B9-828F-416E-9780-A76B4BE477D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7" y="247"/>
              <a:ext cx="265" cy="98"/>
            </a:xfrm>
            <a:custGeom>
              <a:avLst/>
              <a:gdLst>
                <a:gd name="T0" fmla="*/ 132 w 162"/>
                <a:gd name="T1" fmla="*/ 8 h 60"/>
                <a:gd name="T2" fmla="*/ 162 w 162"/>
                <a:gd name="T3" fmla="*/ 25 h 60"/>
                <a:gd name="T4" fmla="*/ 139 w 162"/>
                <a:gd name="T5" fmla="*/ 38 h 60"/>
                <a:gd name="T6" fmla="*/ 109 w 162"/>
                <a:gd name="T7" fmla="*/ 21 h 60"/>
                <a:gd name="T8" fmla="*/ 88 w 162"/>
                <a:gd name="T9" fmla="*/ 23 h 60"/>
                <a:gd name="T10" fmla="*/ 50 w 162"/>
                <a:gd name="T11" fmla="*/ 45 h 60"/>
                <a:gd name="T12" fmla="*/ 92 w 162"/>
                <a:gd name="T13" fmla="*/ 45 h 60"/>
                <a:gd name="T14" fmla="*/ 92 w 162"/>
                <a:gd name="T15" fmla="*/ 60 h 60"/>
                <a:gd name="T16" fmla="*/ 0 w 162"/>
                <a:gd name="T17" fmla="*/ 60 h 60"/>
                <a:gd name="T18" fmla="*/ 0 w 162"/>
                <a:gd name="T19" fmla="*/ 7 h 60"/>
                <a:gd name="T20" fmla="*/ 27 w 162"/>
                <a:gd name="T21" fmla="*/ 7 h 60"/>
                <a:gd name="T22" fmla="*/ 27 w 162"/>
                <a:gd name="T23" fmla="*/ 31 h 60"/>
                <a:gd name="T24" fmla="*/ 65 w 162"/>
                <a:gd name="T25" fmla="*/ 10 h 60"/>
                <a:gd name="T26" fmla="*/ 101 w 162"/>
                <a:gd name="T27" fmla="*/ 0 h 60"/>
                <a:gd name="T28" fmla="*/ 132 w 162"/>
                <a:gd name="T29" fmla="*/ 8 h 60"/>
                <a:gd name="T30" fmla="*/ 132 w 162"/>
                <a:gd name="T31" fmla="*/ 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2" h="60">
                  <a:moveTo>
                    <a:pt x="132" y="8"/>
                  </a:moveTo>
                  <a:cubicBezTo>
                    <a:pt x="162" y="25"/>
                    <a:pt x="162" y="25"/>
                    <a:pt x="162" y="25"/>
                  </a:cubicBezTo>
                  <a:cubicBezTo>
                    <a:pt x="139" y="38"/>
                    <a:pt x="139" y="38"/>
                    <a:pt x="139" y="38"/>
                  </a:cubicBezTo>
                  <a:cubicBezTo>
                    <a:pt x="109" y="21"/>
                    <a:pt x="109" y="21"/>
                    <a:pt x="109" y="21"/>
                  </a:cubicBezTo>
                  <a:cubicBezTo>
                    <a:pt x="103" y="17"/>
                    <a:pt x="96" y="18"/>
                    <a:pt x="88" y="23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79" y="2"/>
                    <a:pt x="92" y="0"/>
                    <a:pt x="101" y="0"/>
                  </a:cubicBezTo>
                  <a:cubicBezTo>
                    <a:pt x="118" y="0"/>
                    <a:pt x="129" y="6"/>
                    <a:pt x="132" y="8"/>
                  </a:cubicBezTo>
                  <a:cubicBezTo>
                    <a:pt x="132" y="8"/>
                    <a:pt x="132" y="8"/>
                    <a:pt x="132" y="8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未知">
              <a:extLst>
                <a:ext uri="{FF2B5EF4-FFF2-40B4-BE49-F238E27FC236}">
                  <a16:creationId xmlns:a16="http://schemas.microsoft.com/office/drawing/2014/main" id="{ED45E62A-4715-4F98-8F57-404A5E2B4F7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1" y="197"/>
              <a:ext cx="170" cy="153"/>
            </a:xfrm>
            <a:custGeom>
              <a:avLst/>
              <a:gdLst>
                <a:gd name="T0" fmla="*/ 104 w 104"/>
                <a:gd name="T1" fmla="*/ 40 h 94"/>
                <a:gd name="T2" fmla="*/ 104 w 104"/>
                <a:gd name="T3" fmla="*/ 94 h 94"/>
                <a:gd name="T4" fmla="*/ 13 w 104"/>
                <a:gd name="T5" fmla="*/ 94 h 94"/>
                <a:gd name="T6" fmla="*/ 12 w 104"/>
                <a:gd name="T7" fmla="*/ 78 h 94"/>
                <a:gd name="T8" fmla="*/ 54 w 104"/>
                <a:gd name="T9" fmla="*/ 78 h 94"/>
                <a:gd name="T10" fmla="*/ 16 w 104"/>
                <a:gd name="T11" fmla="*/ 56 h 94"/>
                <a:gd name="T12" fmla="*/ 0 w 104"/>
                <a:gd name="T13" fmla="*/ 35 h 94"/>
                <a:gd name="T14" fmla="*/ 13 w 104"/>
                <a:gd name="T15" fmla="*/ 17 h 94"/>
                <a:gd name="T16" fmla="*/ 43 w 104"/>
                <a:gd name="T17" fmla="*/ 0 h 94"/>
                <a:gd name="T18" fmla="*/ 65 w 104"/>
                <a:gd name="T19" fmla="*/ 13 h 94"/>
                <a:gd name="T20" fmla="*/ 36 w 104"/>
                <a:gd name="T21" fmla="*/ 30 h 94"/>
                <a:gd name="T22" fmla="*/ 39 w 104"/>
                <a:gd name="T23" fmla="*/ 43 h 94"/>
                <a:gd name="T24" fmla="*/ 77 w 104"/>
                <a:gd name="T25" fmla="*/ 65 h 94"/>
                <a:gd name="T26" fmla="*/ 77 w 104"/>
                <a:gd name="T27" fmla="*/ 40 h 94"/>
                <a:gd name="T28" fmla="*/ 104 w 104"/>
                <a:gd name="T29" fmla="*/ 40 h 94"/>
                <a:gd name="T30" fmla="*/ 104 w 104"/>
                <a:gd name="T31" fmla="*/ 4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4" h="94">
                  <a:moveTo>
                    <a:pt x="104" y="40"/>
                  </a:moveTo>
                  <a:cubicBezTo>
                    <a:pt x="104" y="94"/>
                    <a:pt x="104" y="94"/>
                    <a:pt x="104" y="94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54" y="78"/>
                    <a:pt x="54" y="78"/>
                    <a:pt x="54" y="78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3" y="48"/>
                    <a:pt x="0" y="40"/>
                    <a:pt x="0" y="35"/>
                  </a:cubicBezTo>
                  <a:cubicBezTo>
                    <a:pt x="0" y="25"/>
                    <a:pt x="11" y="18"/>
                    <a:pt x="13" y="17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65" y="13"/>
                    <a:pt x="65" y="13"/>
                    <a:pt x="65" y="13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0" y="34"/>
                    <a:pt x="31" y="38"/>
                    <a:pt x="39" y="43"/>
                  </a:cubicBezTo>
                  <a:cubicBezTo>
                    <a:pt x="77" y="65"/>
                    <a:pt x="77" y="65"/>
                    <a:pt x="77" y="65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lose/>
                </a:path>
              </a:pathLst>
            </a:custGeom>
            <a:solidFill>
              <a:srgbClr val="202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未知">
              <a:extLst>
                <a:ext uri="{FF2B5EF4-FFF2-40B4-BE49-F238E27FC236}">
                  <a16:creationId xmlns:a16="http://schemas.microsoft.com/office/drawing/2014/main" id="{FEFEAD6F-8376-41F7-A6BF-7487CDAAF30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7" y="85"/>
              <a:ext cx="264" cy="100"/>
            </a:xfrm>
            <a:custGeom>
              <a:avLst/>
              <a:gdLst>
                <a:gd name="T0" fmla="*/ 30 w 162"/>
                <a:gd name="T1" fmla="*/ 53 h 61"/>
                <a:gd name="T2" fmla="*/ 30 w 162"/>
                <a:gd name="T3" fmla="*/ 53 h 61"/>
                <a:gd name="T4" fmla="*/ 0 w 162"/>
                <a:gd name="T5" fmla="*/ 36 h 61"/>
                <a:gd name="T6" fmla="*/ 23 w 162"/>
                <a:gd name="T7" fmla="*/ 23 h 61"/>
                <a:gd name="T8" fmla="*/ 53 w 162"/>
                <a:gd name="T9" fmla="*/ 40 h 61"/>
                <a:gd name="T10" fmla="*/ 74 w 162"/>
                <a:gd name="T11" fmla="*/ 38 h 61"/>
                <a:gd name="T12" fmla="*/ 112 w 162"/>
                <a:gd name="T13" fmla="*/ 16 h 61"/>
                <a:gd name="T14" fmla="*/ 70 w 162"/>
                <a:gd name="T15" fmla="*/ 16 h 61"/>
                <a:gd name="T16" fmla="*/ 70 w 162"/>
                <a:gd name="T17" fmla="*/ 0 h 61"/>
                <a:gd name="T18" fmla="*/ 162 w 162"/>
                <a:gd name="T19" fmla="*/ 0 h 61"/>
                <a:gd name="T20" fmla="*/ 162 w 162"/>
                <a:gd name="T21" fmla="*/ 54 h 61"/>
                <a:gd name="T22" fmla="*/ 135 w 162"/>
                <a:gd name="T23" fmla="*/ 54 h 61"/>
                <a:gd name="T24" fmla="*/ 135 w 162"/>
                <a:gd name="T25" fmla="*/ 29 h 61"/>
                <a:gd name="T26" fmla="*/ 97 w 162"/>
                <a:gd name="T27" fmla="*/ 51 h 61"/>
                <a:gd name="T28" fmla="*/ 61 w 162"/>
                <a:gd name="T29" fmla="*/ 61 h 61"/>
                <a:gd name="T30" fmla="*/ 30 w 162"/>
                <a:gd name="T31" fmla="*/ 53 h 61"/>
                <a:gd name="T32" fmla="*/ 30 w 162"/>
                <a:gd name="T33" fmla="*/ 5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2" h="61">
                  <a:moveTo>
                    <a:pt x="30" y="53"/>
                  </a:moveTo>
                  <a:cubicBezTo>
                    <a:pt x="30" y="53"/>
                    <a:pt x="30" y="53"/>
                    <a:pt x="30" y="5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59" y="43"/>
                    <a:pt x="66" y="43"/>
                    <a:pt x="74" y="38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2" y="54"/>
                    <a:pt x="162" y="54"/>
                    <a:pt x="162" y="54"/>
                  </a:cubicBezTo>
                  <a:cubicBezTo>
                    <a:pt x="135" y="54"/>
                    <a:pt x="135" y="54"/>
                    <a:pt x="135" y="54"/>
                  </a:cubicBezTo>
                  <a:cubicBezTo>
                    <a:pt x="135" y="29"/>
                    <a:pt x="135" y="29"/>
                    <a:pt x="135" y="29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83" y="59"/>
                    <a:pt x="70" y="61"/>
                    <a:pt x="61" y="61"/>
                  </a:cubicBezTo>
                  <a:cubicBezTo>
                    <a:pt x="44" y="60"/>
                    <a:pt x="33" y="55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未知">
              <a:extLst>
                <a:ext uri="{FF2B5EF4-FFF2-40B4-BE49-F238E27FC236}">
                  <a16:creationId xmlns:a16="http://schemas.microsoft.com/office/drawing/2014/main" id="{EB8FDA37-D62D-4D55-9574-8D0107AD03A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5" y="82"/>
              <a:ext cx="172" cy="154"/>
            </a:xfrm>
            <a:custGeom>
              <a:avLst/>
              <a:gdLst>
                <a:gd name="T0" fmla="*/ 40 w 105"/>
                <a:gd name="T1" fmla="*/ 81 h 94"/>
                <a:gd name="T2" fmla="*/ 69 w 105"/>
                <a:gd name="T3" fmla="*/ 63 h 94"/>
                <a:gd name="T4" fmla="*/ 66 w 105"/>
                <a:gd name="T5" fmla="*/ 51 h 94"/>
                <a:gd name="T6" fmla="*/ 28 w 105"/>
                <a:gd name="T7" fmla="*/ 29 h 94"/>
                <a:gd name="T8" fmla="*/ 28 w 105"/>
                <a:gd name="T9" fmla="*/ 53 h 94"/>
                <a:gd name="T10" fmla="*/ 1 w 105"/>
                <a:gd name="T11" fmla="*/ 53 h 94"/>
                <a:gd name="T12" fmla="*/ 0 w 105"/>
                <a:gd name="T13" fmla="*/ 0 h 94"/>
                <a:gd name="T14" fmla="*/ 92 w 105"/>
                <a:gd name="T15" fmla="*/ 0 h 94"/>
                <a:gd name="T16" fmla="*/ 93 w 105"/>
                <a:gd name="T17" fmla="*/ 16 h 94"/>
                <a:gd name="T18" fmla="*/ 51 w 105"/>
                <a:gd name="T19" fmla="*/ 16 h 94"/>
                <a:gd name="T20" fmla="*/ 89 w 105"/>
                <a:gd name="T21" fmla="*/ 38 h 94"/>
                <a:gd name="T22" fmla="*/ 105 w 105"/>
                <a:gd name="T23" fmla="*/ 59 h 94"/>
                <a:gd name="T24" fmla="*/ 92 w 105"/>
                <a:gd name="T25" fmla="*/ 77 h 94"/>
                <a:gd name="T26" fmla="*/ 62 w 105"/>
                <a:gd name="T27" fmla="*/ 94 h 94"/>
                <a:gd name="T28" fmla="*/ 40 w 105"/>
                <a:gd name="T29" fmla="*/ 81 h 94"/>
                <a:gd name="T30" fmla="*/ 40 w 105"/>
                <a:gd name="T31" fmla="*/ 8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94">
                  <a:moveTo>
                    <a:pt x="40" y="81"/>
                  </a:moveTo>
                  <a:cubicBezTo>
                    <a:pt x="69" y="63"/>
                    <a:pt x="69" y="63"/>
                    <a:pt x="69" y="63"/>
                  </a:cubicBezTo>
                  <a:cubicBezTo>
                    <a:pt x="75" y="60"/>
                    <a:pt x="74" y="56"/>
                    <a:pt x="66" y="51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3" y="16"/>
                    <a:pt x="93" y="16"/>
                    <a:pt x="93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102" y="46"/>
                    <a:pt x="105" y="54"/>
                    <a:pt x="105" y="59"/>
                  </a:cubicBezTo>
                  <a:cubicBezTo>
                    <a:pt x="105" y="69"/>
                    <a:pt x="94" y="75"/>
                    <a:pt x="92" y="77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40" y="81"/>
                    <a:pt x="40" y="81"/>
                    <a:pt x="40" y="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未知">
              <a:extLst>
                <a:ext uri="{FF2B5EF4-FFF2-40B4-BE49-F238E27FC236}">
                  <a16:creationId xmlns:a16="http://schemas.microsoft.com/office/drawing/2014/main" id="{5AF368FE-5B26-47CC-90E2-4D0F913382F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1" y="241"/>
              <a:ext cx="264" cy="99"/>
            </a:xfrm>
            <a:custGeom>
              <a:avLst/>
              <a:gdLst>
                <a:gd name="T0" fmla="*/ 132 w 162"/>
                <a:gd name="T1" fmla="*/ 8 h 61"/>
                <a:gd name="T2" fmla="*/ 162 w 162"/>
                <a:gd name="T3" fmla="*/ 25 h 61"/>
                <a:gd name="T4" fmla="*/ 140 w 162"/>
                <a:gd name="T5" fmla="*/ 38 h 61"/>
                <a:gd name="T6" fmla="*/ 110 w 162"/>
                <a:gd name="T7" fmla="*/ 21 h 61"/>
                <a:gd name="T8" fmla="*/ 88 w 162"/>
                <a:gd name="T9" fmla="*/ 23 h 61"/>
                <a:gd name="T10" fmla="*/ 50 w 162"/>
                <a:gd name="T11" fmla="*/ 45 h 61"/>
                <a:gd name="T12" fmla="*/ 92 w 162"/>
                <a:gd name="T13" fmla="*/ 45 h 61"/>
                <a:gd name="T14" fmla="*/ 92 w 162"/>
                <a:gd name="T15" fmla="*/ 61 h 61"/>
                <a:gd name="T16" fmla="*/ 0 w 162"/>
                <a:gd name="T17" fmla="*/ 61 h 61"/>
                <a:gd name="T18" fmla="*/ 0 w 162"/>
                <a:gd name="T19" fmla="*/ 7 h 61"/>
                <a:gd name="T20" fmla="*/ 27 w 162"/>
                <a:gd name="T21" fmla="*/ 7 h 61"/>
                <a:gd name="T22" fmla="*/ 28 w 162"/>
                <a:gd name="T23" fmla="*/ 32 h 61"/>
                <a:gd name="T24" fmla="*/ 65 w 162"/>
                <a:gd name="T25" fmla="*/ 10 h 61"/>
                <a:gd name="T26" fmla="*/ 101 w 162"/>
                <a:gd name="T27" fmla="*/ 0 h 61"/>
                <a:gd name="T28" fmla="*/ 132 w 162"/>
                <a:gd name="T29" fmla="*/ 8 h 61"/>
                <a:gd name="T30" fmla="*/ 132 w 162"/>
                <a:gd name="T31" fmla="*/ 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2" h="61">
                  <a:moveTo>
                    <a:pt x="132" y="8"/>
                  </a:moveTo>
                  <a:cubicBezTo>
                    <a:pt x="162" y="25"/>
                    <a:pt x="162" y="25"/>
                    <a:pt x="162" y="25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10" y="21"/>
                    <a:pt x="110" y="21"/>
                    <a:pt x="110" y="21"/>
                  </a:cubicBezTo>
                  <a:cubicBezTo>
                    <a:pt x="104" y="18"/>
                    <a:pt x="96" y="18"/>
                    <a:pt x="88" y="23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92" y="45"/>
                    <a:pt x="92" y="45"/>
                    <a:pt x="92" y="45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79" y="2"/>
                    <a:pt x="93" y="0"/>
                    <a:pt x="101" y="0"/>
                  </a:cubicBezTo>
                  <a:cubicBezTo>
                    <a:pt x="118" y="1"/>
                    <a:pt x="130" y="7"/>
                    <a:pt x="132" y="8"/>
                  </a:cubicBezTo>
                  <a:cubicBezTo>
                    <a:pt x="132" y="8"/>
                    <a:pt x="132" y="8"/>
                    <a:pt x="132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未知">
              <a:extLst>
                <a:ext uri="{FF2B5EF4-FFF2-40B4-BE49-F238E27FC236}">
                  <a16:creationId xmlns:a16="http://schemas.microsoft.com/office/drawing/2014/main" id="{403C280A-F53A-4DD9-B0B0-B9020D13756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5" y="190"/>
              <a:ext cx="171" cy="154"/>
            </a:xfrm>
            <a:custGeom>
              <a:avLst/>
              <a:gdLst>
                <a:gd name="T0" fmla="*/ 105 w 105"/>
                <a:gd name="T1" fmla="*/ 41 h 94"/>
                <a:gd name="T2" fmla="*/ 105 w 105"/>
                <a:gd name="T3" fmla="*/ 94 h 94"/>
                <a:gd name="T4" fmla="*/ 13 w 105"/>
                <a:gd name="T5" fmla="*/ 94 h 94"/>
                <a:gd name="T6" fmla="*/ 13 w 105"/>
                <a:gd name="T7" fmla="*/ 78 h 94"/>
                <a:gd name="T8" fmla="*/ 55 w 105"/>
                <a:gd name="T9" fmla="*/ 78 h 94"/>
                <a:gd name="T10" fmla="*/ 17 w 105"/>
                <a:gd name="T11" fmla="*/ 56 h 94"/>
                <a:gd name="T12" fmla="*/ 0 w 105"/>
                <a:gd name="T13" fmla="*/ 35 h 94"/>
                <a:gd name="T14" fmla="*/ 14 w 105"/>
                <a:gd name="T15" fmla="*/ 17 h 94"/>
                <a:gd name="T16" fmla="*/ 43 w 105"/>
                <a:gd name="T17" fmla="*/ 0 h 94"/>
                <a:gd name="T18" fmla="*/ 66 w 105"/>
                <a:gd name="T19" fmla="*/ 13 h 94"/>
                <a:gd name="T20" fmla="*/ 36 w 105"/>
                <a:gd name="T21" fmla="*/ 31 h 94"/>
                <a:gd name="T22" fmla="*/ 39 w 105"/>
                <a:gd name="T23" fmla="*/ 43 h 94"/>
                <a:gd name="T24" fmla="*/ 77 w 105"/>
                <a:gd name="T25" fmla="*/ 65 h 94"/>
                <a:gd name="T26" fmla="*/ 77 w 105"/>
                <a:gd name="T27" fmla="*/ 41 h 94"/>
                <a:gd name="T28" fmla="*/ 105 w 105"/>
                <a:gd name="T29" fmla="*/ 41 h 94"/>
                <a:gd name="T30" fmla="*/ 105 w 105"/>
                <a:gd name="T31" fmla="*/ 4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94">
                  <a:moveTo>
                    <a:pt x="105" y="41"/>
                  </a:moveTo>
                  <a:cubicBezTo>
                    <a:pt x="105" y="94"/>
                    <a:pt x="105" y="94"/>
                    <a:pt x="105" y="94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55" y="78"/>
                    <a:pt x="55" y="78"/>
                    <a:pt x="55" y="78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3" y="48"/>
                    <a:pt x="0" y="40"/>
                    <a:pt x="0" y="35"/>
                  </a:cubicBezTo>
                  <a:cubicBezTo>
                    <a:pt x="1" y="25"/>
                    <a:pt x="11" y="19"/>
                    <a:pt x="14" y="17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0" y="34"/>
                    <a:pt x="31" y="38"/>
                    <a:pt x="39" y="43"/>
                  </a:cubicBezTo>
                  <a:cubicBezTo>
                    <a:pt x="77" y="65"/>
                    <a:pt x="77" y="65"/>
                    <a:pt x="77" y="65"/>
                  </a:cubicBezTo>
                  <a:cubicBezTo>
                    <a:pt x="77" y="41"/>
                    <a:pt x="77" y="41"/>
                    <a:pt x="77" y="41"/>
                  </a:cubicBezTo>
                  <a:cubicBezTo>
                    <a:pt x="105" y="41"/>
                    <a:pt x="105" y="41"/>
                    <a:pt x="105" y="41"/>
                  </a:cubicBezTo>
                  <a:cubicBezTo>
                    <a:pt x="105" y="41"/>
                    <a:pt x="105" y="41"/>
                    <a:pt x="105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51155CA-3257-4774-84D1-1EF23D5C9BE5}"/>
              </a:ext>
            </a:extLst>
          </p:cNvPr>
          <p:cNvCxnSpPr>
            <a:cxnSpLocks/>
            <a:endCxn id="10" idx="1"/>
          </p:cNvCxnSpPr>
          <p:nvPr/>
        </p:nvCxnSpPr>
        <p:spPr>
          <a:xfrm flipH="1" flipV="1">
            <a:off x="2487884" y="4004038"/>
            <a:ext cx="19199" cy="163561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80B5DFA-5B30-4385-8942-35B326BE6ECB}"/>
              </a:ext>
            </a:extLst>
          </p:cNvPr>
          <p:cNvCxnSpPr>
            <a:cxnSpLocks/>
          </p:cNvCxnSpPr>
          <p:nvPr/>
        </p:nvCxnSpPr>
        <p:spPr>
          <a:xfrm flipV="1">
            <a:off x="6246519" y="3844772"/>
            <a:ext cx="2749" cy="189309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60C2944D-0223-4B02-9B5C-04677DB2A115}"/>
              </a:ext>
            </a:extLst>
          </p:cNvPr>
          <p:cNvCxnSpPr>
            <a:cxnSpLocks/>
          </p:cNvCxnSpPr>
          <p:nvPr/>
        </p:nvCxnSpPr>
        <p:spPr>
          <a:xfrm flipH="1">
            <a:off x="3272670" y="3288951"/>
            <a:ext cx="2186736" cy="4678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Box 76">
            <a:extLst>
              <a:ext uri="{FF2B5EF4-FFF2-40B4-BE49-F238E27FC236}">
                <a16:creationId xmlns:a16="http://schemas.microsoft.com/office/drawing/2014/main" id="{B1627CE2-A602-478F-9809-60BD42240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851" y="2625429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" name="Text Box 76">
            <a:extLst>
              <a:ext uri="{FF2B5EF4-FFF2-40B4-BE49-F238E27FC236}">
                <a16:creationId xmlns:a16="http://schemas.microsoft.com/office/drawing/2014/main" id="{3DBA81DF-150D-4E20-97D2-DF8989DA8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9073" y="2480753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" name="Text Box 76">
            <a:extLst>
              <a:ext uri="{FF2B5EF4-FFF2-40B4-BE49-F238E27FC236}">
                <a16:creationId xmlns:a16="http://schemas.microsoft.com/office/drawing/2014/main" id="{5CBFB579-987E-46B5-9124-8A3FB1F85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078" y="6305251"/>
            <a:ext cx="15067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终端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1/PC1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" name="Line 7">
            <a:extLst>
              <a:ext uri="{FF2B5EF4-FFF2-40B4-BE49-F238E27FC236}">
                <a16:creationId xmlns:a16="http://schemas.microsoft.com/office/drawing/2014/main" id="{41BD60C7-EBA7-42B3-B412-4A7DBE6A00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446" y="4587959"/>
            <a:ext cx="1436586" cy="1169188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6" name="Picture 48" descr="computer">
            <a:extLst>
              <a:ext uri="{FF2B5EF4-FFF2-40B4-BE49-F238E27FC236}">
                <a16:creationId xmlns:a16="http://schemas.microsoft.com/office/drawing/2014/main" id="{4409FF66-93F2-4BBF-847D-9BC5DA287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64" y="4047210"/>
            <a:ext cx="734804" cy="700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Text Box 76">
            <a:extLst>
              <a:ext uri="{FF2B5EF4-FFF2-40B4-BE49-F238E27FC236}">
                <a16:creationId xmlns:a16="http://schemas.microsoft.com/office/drawing/2014/main" id="{7EF8373A-8356-4138-82A9-30788D780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13089"/>
            <a:ext cx="15495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管理端主机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D6C3BD3A-D40D-4AA8-B364-4A60B27BA962}"/>
              </a:ext>
            </a:extLst>
          </p:cNvPr>
          <p:cNvCxnSpPr>
            <a:cxnSpLocks/>
          </p:cNvCxnSpPr>
          <p:nvPr/>
        </p:nvCxnSpPr>
        <p:spPr>
          <a:xfrm flipH="1">
            <a:off x="3272670" y="3498438"/>
            <a:ext cx="2186736" cy="4678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 Box 76">
            <a:extLst>
              <a:ext uri="{FF2B5EF4-FFF2-40B4-BE49-F238E27FC236}">
                <a16:creationId xmlns:a16="http://schemas.microsoft.com/office/drawing/2014/main" id="{A01C4D91-C9FA-47BD-BC8B-53CD5743D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868" y="6409555"/>
            <a:ext cx="15067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终端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2/PC2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" name="Text Box 76">
            <a:extLst>
              <a:ext uri="{FF2B5EF4-FFF2-40B4-BE49-F238E27FC236}">
                <a16:creationId xmlns:a16="http://schemas.microsoft.com/office/drawing/2014/main" id="{9DFE2B76-27FD-4A6B-A8B2-C70FD0BEB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9634" y="2765731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接口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zh-CN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" name="Text Box 76">
            <a:extLst>
              <a:ext uri="{FF2B5EF4-FFF2-40B4-BE49-F238E27FC236}">
                <a16:creationId xmlns:a16="http://schemas.microsoft.com/office/drawing/2014/main" id="{84FD1AB0-6402-4948-94F0-4CF516AAD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564" y="2765731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接口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zh-CN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" name="Text Box 76">
            <a:extLst>
              <a:ext uri="{FF2B5EF4-FFF2-40B4-BE49-F238E27FC236}">
                <a16:creationId xmlns:a16="http://schemas.microsoft.com/office/drawing/2014/main" id="{3F55B963-6F59-4259-B66D-D2DA4AA61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924" y="3558874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接口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zh-CN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3" name="Text Box 76">
            <a:extLst>
              <a:ext uri="{FF2B5EF4-FFF2-40B4-BE49-F238E27FC236}">
                <a16:creationId xmlns:a16="http://schemas.microsoft.com/office/drawing/2014/main" id="{5A439051-74A4-491E-A5B4-1BDE2DAD1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0730" y="3587363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接口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zh-CN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4" name="Text Box 76">
            <a:extLst>
              <a:ext uri="{FF2B5EF4-FFF2-40B4-BE49-F238E27FC236}">
                <a16:creationId xmlns:a16="http://schemas.microsoft.com/office/drawing/2014/main" id="{27D815C3-933B-43C9-B1F8-4B134EC68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4678" y="5285494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接口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zh-CN" altLang="zh-CN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5" name="Text Box 76">
            <a:extLst>
              <a:ext uri="{FF2B5EF4-FFF2-40B4-BE49-F238E27FC236}">
                <a16:creationId xmlns:a16="http://schemas.microsoft.com/office/drawing/2014/main" id="{48ABC9A8-E2C3-4D72-BB9A-CA5A41753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5441" y="5416428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接口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zh-CN" altLang="zh-CN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6" name="Text Box 76">
            <a:extLst>
              <a:ext uri="{FF2B5EF4-FFF2-40B4-BE49-F238E27FC236}">
                <a16:creationId xmlns:a16="http://schemas.microsoft.com/office/drawing/2014/main" id="{1733B9AB-2B53-44B8-A7B1-1F93A2233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4460" y="3810353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任意接口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7" name="Text Box 76">
            <a:extLst>
              <a:ext uri="{FF2B5EF4-FFF2-40B4-BE49-F238E27FC236}">
                <a16:creationId xmlns:a16="http://schemas.microsoft.com/office/drawing/2014/main" id="{28E72CCE-1ADE-42D6-909A-7C909FDD5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1829" y="3882147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任意接口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6008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链路聚合操作步骤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、查看交换机参数</a:t>
            </a:r>
            <a:endParaRPr lang="en-US" altLang="zh-CN" dirty="0"/>
          </a:p>
          <a:p>
            <a:r>
              <a:rPr lang="en-US" altLang="zh-CN" dirty="0"/>
              <a:t>[</a:t>
            </a:r>
            <a:r>
              <a:rPr lang="en-US" altLang="zh-CN" dirty="0" err="1"/>
              <a:t>swa</a:t>
            </a:r>
            <a:r>
              <a:rPr lang="en-US" altLang="zh-CN" dirty="0"/>
              <a:t>] display interface brief</a:t>
            </a:r>
          </a:p>
          <a:p>
            <a:pPr lvl="1"/>
            <a:r>
              <a:rPr lang="zh-CN" altLang="en-US" dirty="0"/>
              <a:t>查看聚合接口带宽是否变为一般接口两倍</a:t>
            </a:r>
            <a:endParaRPr lang="en-US" altLang="zh-CN" dirty="0"/>
          </a:p>
          <a:p>
            <a:r>
              <a:rPr lang="en-US" altLang="zh-CN" dirty="0"/>
              <a:t>[pc1]ping 12.1.1.2</a:t>
            </a:r>
          </a:p>
          <a:p>
            <a:pPr lvl="1"/>
            <a:r>
              <a:rPr lang="zh-CN" altLang="en-US" dirty="0"/>
              <a:t>看主机之间是否连通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81378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链路聚合操作步骤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、查看交换机参数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2486D5-DA10-4EAD-A274-E260993F6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11" y="621050"/>
            <a:ext cx="7086600" cy="38481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D3AA232-74AF-40AC-8EB6-3DD9ED632D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040" r="12754" b="36527"/>
          <a:stretch/>
        </p:blipFill>
        <p:spPr>
          <a:xfrm>
            <a:off x="1662111" y="4613762"/>
            <a:ext cx="6182795" cy="163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015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链路聚合几点注意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）查看聚合状态也可用命令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800" dirty="0"/>
              <a:t>display link-aggregation verbose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）撤销聚合使用</a:t>
            </a:r>
            <a:r>
              <a:rPr lang="en-US" altLang="zh-CN" dirty="0"/>
              <a:t>undo</a:t>
            </a:r>
            <a:r>
              <a:rPr lang="zh-CN" altLang="en-US" dirty="0"/>
              <a:t>命令</a:t>
            </a:r>
            <a:endParaRPr lang="en-US" altLang="zh-CN" dirty="0"/>
          </a:p>
          <a:p>
            <a:r>
              <a:rPr lang="en-US" altLang="zh-CN" dirty="0"/>
              <a:t>undo interface Bridge-Aggregation 1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）多个不连续接口可不使用</a:t>
            </a:r>
            <a:r>
              <a:rPr lang="en-US" altLang="zh-CN" dirty="0"/>
              <a:t>to</a:t>
            </a:r>
            <a:r>
              <a:rPr lang="zh-CN" altLang="en-US" dirty="0"/>
              <a:t>，如</a:t>
            </a:r>
            <a:endParaRPr lang="en-US" altLang="zh-CN" dirty="0"/>
          </a:p>
          <a:p>
            <a:r>
              <a:rPr lang="en-US" altLang="zh-CN" dirty="0"/>
              <a:t>interface range g1/0/1  g1/0/3</a:t>
            </a:r>
          </a:p>
        </p:txBody>
      </p:sp>
    </p:spTree>
    <p:extLst>
      <p:ext uri="{BB962C8B-B14F-4D97-AF65-F5344CB8AC3E}">
        <p14:creationId xmlns:p14="http://schemas.microsoft.com/office/powerpoint/2010/main" val="2143635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9310374-180F-4677-9EA6-8AE3A659B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生成树协议</a:t>
            </a:r>
          </a:p>
        </p:txBody>
      </p:sp>
      <p:sp>
        <p:nvSpPr>
          <p:cNvPr id="16387" name="Line 3">
            <a:extLst>
              <a:ext uri="{FF2B5EF4-FFF2-40B4-BE49-F238E27FC236}">
                <a16:creationId xmlns:a16="http://schemas.microsoft.com/office/drawing/2014/main" id="{B1EC5878-5C5B-4F9A-A0D0-4D1368D0FD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2138" y="4262017"/>
            <a:ext cx="1008062" cy="1655763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Line 4">
            <a:extLst>
              <a:ext uri="{FF2B5EF4-FFF2-40B4-BE49-F238E27FC236}">
                <a16:creationId xmlns:a16="http://schemas.microsoft.com/office/drawing/2014/main" id="{72892B83-3CB2-436F-81C2-DF8F8AE5E8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6062242"/>
            <a:ext cx="2232025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" name="Line 5">
            <a:extLst>
              <a:ext uri="{FF2B5EF4-FFF2-40B4-BE49-F238E27FC236}">
                <a16:creationId xmlns:a16="http://schemas.microsoft.com/office/drawing/2014/main" id="{E8AA69B1-B60F-4BCB-8A43-CD2537E740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8975" y="4262017"/>
            <a:ext cx="1081088" cy="1582738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390" name="Group 6">
            <a:extLst>
              <a:ext uri="{FF2B5EF4-FFF2-40B4-BE49-F238E27FC236}">
                <a16:creationId xmlns:a16="http://schemas.microsoft.com/office/drawing/2014/main" id="{A6D784B3-28EA-4C99-87FA-78C97E996727}"/>
              </a:ext>
            </a:extLst>
          </p:cNvPr>
          <p:cNvGrpSpPr>
            <a:grpSpLocks/>
          </p:cNvGrpSpPr>
          <p:nvPr/>
        </p:nvGrpSpPr>
        <p:grpSpPr bwMode="auto">
          <a:xfrm>
            <a:off x="2505075" y="5701880"/>
            <a:ext cx="914400" cy="666750"/>
            <a:chOff x="0" y="0"/>
            <a:chExt cx="576" cy="420"/>
          </a:xfrm>
        </p:grpSpPr>
        <p:sp>
          <p:nvSpPr>
            <p:cNvPr id="16391" name="AutoShape 7">
              <a:extLst>
                <a:ext uri="{FF2B5EF4-FFF2-40B4-BE49-F238E27FC236}">
                  <a16:creationId xmlns:a16="http://schemas.microsoft.com/office/drawing/2014/main" id="{7EEF8D6F-364A-4D23-800C-B1A6345FA5D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2" name="未知">
              <a:extLst>
                <a:ext uri="{FF2B5EF4-FFF2-40B4-BE49-F238E27FC236}">
                  <a16:creationId xmlns:a16="http://schemas.microsoft.com/office/drawing/2014/main" id="{FD91A549-0BE5-481F-94B0-1DF893DA2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8"/>
              <a:ext cx="287" cy="252"/>
            </a:xfrm>
            <a:custGeom>
              <a:avLst/>
              <a:gdLst>
                <a:gd name="T0" fmla="*/ 287 w 287"/>
                <a:gd name="T1" fmla="*/ 0 h 252"/>
                <a:gd name="T2" fmla="*/ 287 w 287"/>
                <a:gd name="T3" fmla="*/ 85 h 252"/>
                <a:gd name="T4" fmla="*/ 0 w 287"/>
                <a:gd name="T5" fmla="*/ 252 h 252"/>
                <a:gd name="T6" fmla="*/ 0 w 287"/>
                <a:gd name="T7" fmla="*/ 167 h 252"/>
                <a:gd name="T8" fmla="*/ 287 w 287"/>
                <a:gd name="T9" fmla="*/ 0 h 252"/>
                <a:gd name="T10" fmla="*/ 287 w 287"/>
                <a:gd name="T11" fmla="*/ 0 h 252"/>
                <a:gd name="T12" fmla="*/ 287 w 287"/>
                <a:gd name="T13" fmla="*/ 0 h 252"/>
                <a:gd name="T14" fmla="*/ 287 w 287"/>
                <a:gd name="T15" fmla="*/ 0 h 252"/>
                <a:gd name="T16" fmla="*/ 287 w 287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7" h="252">
                  <a:moveTo>
                    <a:pt x="287" y="0"/>
                  </a:moveTo>
                  <a:lnTo>
                    <a:pt x="287" y="85"/>
                  </a:lnTo>
                  <a:lnTo>
                    <a:pt x="0" y="252"/>
                  </a:lnTo>
                  <a:lnTo>
                    <a:pt x="0" y="167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3" name="未知">
              <a:extLst>
                <a:ext uri="{FF2B5EF4-FFF2-40B4-BE49-F238E27FC236}">
                  <a16:creationId xmlns:a16="http://schemas.microsoft.com/office/drawing/2014/main" id="{85A8BD1E-AA33-4A5C-A330-052457BFD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68"/>
              <a:ext cx="289" cy="252"/>
            </a:xfrm>
            <a:custGeom>
              <a:avLst/>
              <a:gdLst>
                <a:gd name="T0" fmla="*/ 289 w 289"/>
                <a:gd name="T1" fmla="*/ 167 h 252"/>
                <a:gd name="T2" fmla="*/ 289 w 289"/>
                <a:gd name="T3" fmla="*/ 252 h 252"/>
                <a:gd name="T4" fmla="*/ 0 w 289"/>
                <a:gd name="T5" fmla="*/ 85 h 252"/>
                <a:gd name="T6" fmla="*/ 0 w 289"/>
                <a:gd name="T7" fmla="*/ 0 h 252"/>
                <a:gd name="T8" fmla="*/ 289 w 289"/>
                <a:gd name="T9" fmla="*/ 167 h 252"/>
                <a:gd name="T10" fmla="*/ 289 w 289"/>
                <a:gd name="T11" fmla="*/ 167 h 252"/>
                <a:gd name="T12" fmla="*/ 289 w 289"/>
                <a:gd name="T13" fmla="*/ 167 h 252"/>
                <a:gd name="T14" fmla="*/ 289 w 289"/>
                <a:gd name="T15" fmla="*/ 167 h 252"/>
                <a:gd name="T16" fmla="*/ 289 w 289"/>
                <a:gd name="T17" fmla="*/ 167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289" y="167"/>
                  </a:moveTo>
                  <a:lnTo>
                    <a:pt x="289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4" name="未知">
              <a:extLst>
                <a:ext uri="{FF2B5EF4-FFF2-40B4-BE49-F238E27FC236}">
                  <a16:creationId xmlns:a16="http://schemas.microsoft.com/office/drawing/2014/main" id="{2042AD13-81B8-4087-8184-3DD6D2DF1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576" cy="335"/>
            </a:xfrm>
            <a:custGeom>
              <a:avLst/>
              <a:gdLst>
                <a:gd name="T0" fmla="*/ 576 w 576"/>
                <a:gd name="T1" fmla="*/ 168 h 335"/>
                <a:gd name="T2" fmla="*/ 289 w 576"/>
                <a:gd name="T3" fmla="*/ 335 h 335"/>
                <a:gd name="T4" fmla="*/ 0 w 576"/>
                <a:gd name="T5" fmla="*/ 168 h 335"/>
                <a:gd name="T6" fmla="*/ 287 w 576"/>
                <a:gd name="T7" fmla="*/ 0 h 335"/>
                <a:gd name="T8" fmla="*/ 576 w 576"/>
                <a:gd name="T9" fmla="*/ 168 h 335"/>
                <a:gd name="T10" fmla="*/ 576 w 576"/>
                <a:gd name="T11" fmla="*/ 168 h 335"/>
                <a:gd name="T12" fmla="*/ 576 w 576"/>
                <a:gd name="T13" fmla="*/ 168 h 335"/>
                <a:gd name="T14" fmla="*/ 576 w 576"/>
                <a:gd name="T15" fmla="*/ 168 h 335"/>
                <a:gd name="T16" fmla="*/ 576 w 576"/>
                <a:gd name="T17" fmla="*/ 16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335">
                  <a:moveTo>
                    <a:pt x="576" y="168"/>
                  </a:moveTo>
                  <a:lnTo>
                    <a:pt x="289" y="335"/>
                  </a:lnTo>
                  <a:lnTo>
                    <a:pt x="0" y="168"/>
                  </a:lnTo>
                  <a:lnTo>
                    <a:pt x="287" y="0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5" name="未知">
              <a:extLst>
                <a:ext uri="{FF2B5EF4-FFF2-40B4-BE49-F238E27FC236}">
                  <a16:creationId xmlns:a16="http://schemas.microsoft.com/office/drawing/2014/main" id="{213344EE-1A4C-4076-A619-649AADF2E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50"/>
              <a:ext cx="407" cy="237"/>
            </a:xfrm>
            <a:custGeom>
              <a:avLst/>
              <a:gdLst>
                <a:gd name="T0" fmla="*/ 407 w 407"/>
                <a:gd name="T1" fmla="*/ 90 h 237"/>
                <a:gd name="T2" fmla="*/ 374 w 407"/>
                <a:gd name="T3" fmla="*/ 90 h 237"/>
                <a:gd name="T4" fmla="*/ 375 w 407"/>
                <a:gd name="T5" fmla="*/ 119 h 237"/>
                <a:gd name="T6" fmla="*/ 332 w 407"/>
                <a:gd name="T7" fmla="*/ 95 h 237"/>
                <a:gd name="T8" fmla="*/ 325 w 407"/>
                <a:gd name="T9" fmla="*/ 91 h 237"/>
                <a:gd name="T10" fmla="*/ 315 w 407"/>
                <a:gd name="T11" fmla="*/ 92 h 237"/>
                <a:gd name="T12" fmla="*/ 229 w 407"/>
                <a:gd name="T13" fmla="*/ 104 h 237"/>
                <a:gd name="T14" fmla="*/ 248 w 407"/>
                <a:gd name="T15" fmla="*/ 54 h 237"/>
                <a:gd name="T16" fmla="*/ 250 w 407"/>
                <a:gd name="T17" fmla="*/ 48 h 237"/>
                <a:gd name="T18" fmla="*/ 243 w 407"/>
                <a:gd name="T19" fmla="*/ 43 h 237"/>
                <a:gd name="T20" fmla="*/ 201 w 407"/>
                <a:gd name="T21" fmla="*/ 19 h 237"/>
                <a:gd name="T22" fmla="*/ 251 w 407"/>
                <a:gd name="T23" fmla="*/ 19 h 237"/>
                <a:gd name="T24" fmla="*/ 251 w 407"/>
                <a:gd name="T25" fmla="*/ 0 h 237"/>
                <a:gd name="T26" fmla="*/ 141 w 407"/>
                <a:gd name="T27" fmla="*/ 0 h 237"/>
                <a:gd name="T28" fmla="*/ 141 w 407"/>
                <a:gd name="T29" fmla="*/ 64 h 237"/>
                <a:gd name="T30" fmla="*/ 174 w 407"/>
                <a:gd name="T31" fmla="*/ 64 h 237"/>
                <a:gd name="T32" fmla="*/ 174 w 407"/>
                <a:gd name="T33" fmla="*/ 35 h 237"/>
                <a:gd name="T34" fmla="*/ 209 w 407"/>
                <a:gd name="T35" fmla="*/ 55 h 237"/>
                <a:gd name="T36" fmla="*/ 187 w 407"/>
                <a:gd name="T37" fmla="*/ 109 h 237"/>
                <a:gd name="T38" fmla="*/ 94 w 407"/>
                <a:gd name="T39" fmla="*/ 122 h 237"/>
                <a:gd name="T40" fmla="*/ 59 w 407"/>
                <a:gd name="T41" fmla="*/ 101 h 237"/>
                <a:gd name="T42" fmla="*/ 109 w 407"/>
                <a:gd name="T43" fmla="*/ 101 h 237"/>
                <a:gd name="T44" fmla="*/ 109 w 407"/>
                <a:gd name="T45" fmla="*/ 83 h 237"/>
                <a:gd name="T46" fmla="*/ 0 w 407"/>
                <a:gd name="T47" fmla="*/ 83 h 237"/>
                <a:gd name="T48" fmla="*/ 0 w 407"/>
                <a:gd name="T49" fmla="*/ 146 h 237"/>
                <a:gd name="T50" fmla="*/ 33 w 407"/>
                <a:gd name="T51" fmla="*/ 146 h 237"/>
                <a:gd name="T52" fmla="*/ 33 w 407"/>
                <a:gd name="T53" fmla="*/ 117 h 237"/>
                <a:gd name="T54" fmla="*/ 75 w 407"/>
                <a:gd name="T55" fmla="*/ 142 h 237"/>
                <a:gd name="T56" fmla="*/ 82 w 407"/>
                <a:gd name="T57" fmla="*/ 146 h 237"/>
                <a:gd name="T58" fmla="*/ 93 w 407"/>
                <a:gd name="T59" fmla="*/ 144 h 237"/>
                <a:gd name="T60" fmla="*/ 178 w 407"/>
                <a:gd name="T61" fmla="*/ 133 h 237"/>
                <a:gd name="T62" fmla="*/ 158 w 407"/>
                <a:gd name="T63" fmla="*/ 183 h 237"/>
                <a:gd name="T64" fmla="*/ 156 w 407"/>
                <a:gd name="T65" fmla="*/ 189 h 237"/>
                <a:gd name="T66" fmla="*/ 164 w 407"/>
                <a:gd name="T67" fmla="*/ 193 h 237"/>
                <a:gd name="T68" fmla="*/ 206 w 407"/>
                <a:gd name="T69" fmla="*/ 217 h 237"/>
                <a:gd name="T70" fmla="*/ 156 w 407"/>
                <a:gd name="T71" fmla="*/ 217 h 237"/>
                <a:gd name="T72" fmla="*/ 156 w 407"/>
                <a:gd name="T73" fmla="*/ 237 h 237"/>
                <a:gd name="T74" fmla="*/ 266 w 407"/>
                <a:gd name="T75" fmla="*/ 237 h 237"/>
                <a:gd name="T76" fmla="*/ 265 w 407"/>
                <a:gd name="T77" fmla="*/ 173 h 237"/>
                <a:gd name="T78" fmla="*/ 233 w 407"/>
                <a:gd name="T79" fmla="*/ 173 h 237"/>
                <a:gd name="T80" fmla="*/ 233 w 407"/>
                <a:gd name="T81" fmla="*/ 202 h 237"/>
                <a:gd name="T82" fmla="*/ 198 w 407"/>
                <a:gd name="T83" fmla="*/ 182 h 237"/>
                <a:gd name="T84" fmla="*/ 219 w 407"/>
                <a:gd name="T85" fmla="*/ 128 h 237"/>
                <a:gd name="T86" fmla="*/ 313 w 407"/>
                <a:gd name="T87" fmla="*/ 115 h 237"/>
                <a:gd name="T88" fmla="*/ 347 w 407"/>
                <a:gd name="T89" fmla="*/ 135 h 237"/>
                <a:gd name="T90" fmla="*/ 297 w 407"/>
                <a:gd name="T91" fmla="*/ 135 h 237"/>
                <a:gd name="T92" fmla="*/ 297 w 407"/>
                <a:gd name="T93" fmla="*/ 154 h 237"/>
                <a:gd name="T94" fmla="*/ 407 w 407"/>
                <a:gd name="T95" fmla="*/ 154 h 237"/>
                <a:gd name="T96" fmla="*/ 407 w 407"/>
                <a:gd name="T97" fmla="*/ 90 h 237"/>
                <a:gd name="T98" fmla="*/ 407 w 407"/>
                <a:gd name="T99" fmla="*/ 90 h 237"/>
                <a:gd name="T100" fmla="*/ 407 w 407"/>
                <a:gd name="T101" fmla="*/ 90 h 237"/>
                <a:gd name="T102" fmla="*/ 407 w 407"/>
                <a:gd name="T103" fmla="*/ 9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7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1"/>
                  </a:lnTo>
                  <a:lnTo>
                    <a:pt x="315" y="92"/>
                  </a:lnTo>
                  <a:lnTo>
                    <a:pt x="229" y="104"/>
                  </a:lnTo>
                  <a:lnTo>
                    <a:pt x="248" y="54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4"/>
                  </a:lnTo>
                  <a:lnTo>
                    <a:pt x="174" y="64"/>
                  </a:lnTo>
                  <a:lnTo>
                    <a:pt x="174" y="35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2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3"/>
                  </a:lnTo>
                  <a:lnTo>
                    <a:pt x="0" y="83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2"/>
                  </a:lnTo>
                  <a:lnTo>
                    <a:pt x="82" y="146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3"/>
                  </a:lnTo>
                  <a:lnTo>
                    <a:pt x="156" y="189"/>
                  </a:lnTo>
                  <a:lnTo>
                    <a:pt x="164" y="193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7"/>
                  </a:lnTo>
                  <a:lnTo>
                    <a:pt x="266" y="237"/>
                  </a:lnTo>
                  <a:lnTo>
                    <a:pt x="265" y="173"/>
                  </a:lnTo>
                  <a:lnTo>
                    <a:pt x="233" y="173"/>
                  </a:lnTo>
                  <a:lnTo>
                    <a:pt x="233" y="202"/>
                  </a:lnTo>
                  <a:lnTo>
                    <a:pt x="198" y="182"/>
                  </a:lnTo>
                  <a:lnTo>
                    <a:pt x="219" y="128"/>
                  </a:lnTo>
                  <a:lnTo>
                    <a:pt x="313" y="115"/>
                  </a:lnTo>
                  <a:lnTo>
                    <a:pt x="347" y="135"/>
                  </a:lnTo>
                  <a:lnTo>
                    <a:pt x="297" y="135"/>
                  </a:lnTo>
                  <a:lnTo>
                    <a:pt x="297" y="154"/>
                  </a:lnTo>
                  <a:lnTo>
                    <a:pt x="407" y="154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6" name="未知">
              <a:extLst>
                <a:ext uri="{FF2B5EF4-FFF2-40B4-BE49-F238E27FC236}">
                  <a16:creationId xmlns:a16="http://schemas.microsoft.com/office/drawing/2014/main" id="{2A215C1A-DB56-4EF5-9014-9E606FA18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45"/>
              <a:ext cx="407" cy="236"/>
            </a:xfrm>
            <a:custGeom>
              <a:avLst/>
              <a:gdLst>
                <a:gd name="T0" fmla="*/ 407 w 407"/>
                <a:gd name="T1" fmla="*/ 90 h 236"/>
                <a:gd name="T2" fmla="*/ 374 w 407"/>
                <a:gd name="T3" fmla="*/ 90 h 236"/>
                <a:gd name="T4" fmla="*/ 375 w 407"/>
                <a:gd name="T5" fmla="*/ 119 h 236"/>
                <a:gd name="T6" fmla="*/ 332 w 407"/>
                <a:gd name="T7" fmla="*/ 95 h 236"/>
                <a:gd name="T8" fmla="*/ 325 w 407"/>
                <a:gd name="T9" fmla="*/ 90 h 236"/>
                <a:gd name="T10" fmla="*/ 315 w 407"/>
                <a:gd name="T11" fmla="*/ 91 h 236"/>
                <a:gd name="T12" fmla="*/ 229 w 407"/>
                <a:gd name="T13" fmla="*/ 103 h 236"/>
                <a:gd name="T14" fmla="*/ 248 w 407"/>
                <a:gd name="T15" fmla="*/ 53 h 236"/>
                <a:gd name="T16" fmla="*/ 250 w 407"/>
                <a:gd name="T17" fmla="*/ 48 h 236"/>
                <a:gd name="T18" fmla="*/ 243 w 407"/>
                <a:gd name="T19" fmla="*/ 43 h 236"/>
                <a:gd name="T20" fmla="*/ 201 w 407"/>
                <a:gd name="T21" fmla="*/ 19 h 236"/>
                <a:gd name="T22" fmla="*/ 251 w 407"/>
                <a:gd name="T23" fmla="*/ 19 h 236"/>
                <a:gd name="T24" fmla="*/ 251 w 407"/>
                <a:gd name="T25" fmla="*/ 0 h 236"/>
                <a:gd name="T26" fmla="*/ 141 w 407"/>
                <a:gd name="T27" fmla="*/ 0 h 236"/>
                <a:gd name="T28" fmla="*/ 141 w 407"/>
                <a:gd name="T29" fmla="*/ 63 h 236"/>
                <a:gd name="T30" fmla="*/ 174 w 407"/>
                <a:gd name="T31" fmla="*/ 63 h 236"/>
                <a:gd name="T32" fmla="*/ 174 w 407"/>
                <a:gd name="T33" fmla="*/ 34 h 236"/>
                <a:gd name="T34" fmla="*/ 209 w 407"/>
                <a:gd name="T35" fmla="*/ 55 h 236"/>
                <a:gd name="T36" fmla="*/ 187 w 407"/>
                <a:gd name="T37" fmla="*/ 109 h 236"/>
                <a:gd name="T38" fmla="*/ 94 w 407"/>
                <a:gd name="T39" fmla="*/ 121 h 236"/>
                <a:gd name="T40" fmla="*/ 59 w 407"/>
                <a:gd name="T41" fmla="*/ 101 h 236"/>
                <a:gd name="T42" fmla="*/ 109 w 407"/>
                <a:gd name="T43" fmla="*/ 101 h 236"/>
                <a:gd name="T44" fmla="*/ 109 w 407"/>
                <a:gd name="T45" fmla="*/ 82 h 236"/>
                <a:gd name="T46" fmla="*/ 0 w 407"/>
                <a:gd name="T47" fmla="*/ 82 h 236"/>
                <a:gd name="T48" fmla="*/ 0 w 407"/>
                <a:gd name="T49" fmla="*/ 146 h 236"/>
                <a:gd name="T50" fmla="*/ 33 w 407"/>
                <a:gd name="T51" fmla="*/ 146 h 236"/>
                <a:gd name="T52" fmla="*/ 33 w 407"/>
                <a:gd name="T53" fmla="*/ 117 h 236"/>
                <a:gd name="T54" fmla="*/ 75 w 407"/>
                <a:gd name="T55" fmla="*/ 141 h 236"/>
                <a:gd name="T56" fmla="*/ 82 w 407"/>
                <a:gd name="T57" fmla="*/ 145 h 236"/>
                <a:gd name="T58" fmla="*/ 93 w 407"/>
                <a:gd name="T59" fmla="*/ 144 h 236"/>
                <a:gd name="T60" fmla="*/ 178 w 407"/>
                <a:gd name="T61" fmla="*/ 133 h 236"/>
                <a:gd name="T62" fmla="*/ 158 w 407"/>
                <a:gd name="T63" fmla="*/ 182 h 236"/>
                <a:gd name="T64" fmla="*/ 156 w 407"/>
                <a:gd name="T65" fmla="*/ 188 h 236"/>
                <a:gd name="T66" fmla="*/ 164 w 407"/>
                <a:gd name="T67" fmla="*/ 192 h 236"/>
                <a:gd name="T68" fmla="*/ 206 w 407"/>
                <a:gd name="T69" fmla="*/ 217 h 236"/>
                <a:gd name="T70" fmla="*/ 156 w 407"/>
                <a:gd name="T71" fmla="*/ 217 h 236"/>
                <a:gd name="T72" fmla="*/ 156 w 407"/>
                <a:gd name="T73" fmla="*/ 236 h 236"/>
                <a:gd name="T74" fmla="*/ 266 w 407"/>
                <a:gd name="T75" fmla="*/ 236 h 236"/>
                <a:gd name="T76" fmla="*/ 265 w 407"/>
                <a:gd name="T77" fmla="*/ 172 h 236"/>
                <a:gd name="T78" fmla="*/ 233 w 407"/>
                <a:gd name="T79" fmla="*/ 172 h 236"/>
                <a:gd name="T80" fmla="*/ 233 w 407"/>
                <a:gd name="T81" fmla="*/ 201 h 236"/>
                <a:gd name="T82" fmla="*/ 198 w 407"/>
                <a:gd name="T83" fmla="*/ 181 h 236"/>
                <a:gd name="T84" fmla="*/ 219 w 407"/>
                <a:gd name="T85" fmla="*/ 127 h 236"/>
                <a:gd name="T86" fmla="*/ 313 w 407"/>
                <a:gd name="T87" fmla="*/ 115 h 236"/>
                <a:gd name="T88" fmla="*/ 347 w 407"/>
                <a:gd name="T89" fmla="*/ 134 h 236"/>
                <a:gd name="T90" fmla="*/ 297 w 407"/>
                <a:gd name="T91" fmla="*/ 134 h 236"/>
                <a:gd name="T92" fmla="*/ 297 w 407"/>
                <a:gd name="T93" fmla="*/ 153 h 236"/>
                <a:gd name="T94" fmla="*/ 407 w 407"/>
                <a:gd name="T95" fmla="*/ 153 h 236"/>
                <a:gd name="T96" fmla="*/ 407 w 407"/>
                <a:gd name="T97" fmla="*/ 90 h 236"/>
                <a:gd name="T98" fmla="*/ 407 w 407"/>
                <a:gd name="T99" fmla="*/ 90 h 236"/>
                <a:gd name="T100" fmla="*/ 407 w 407"/>
                <a:gd name="T101" fmla="*/ 90 h 236"/>
                <a:gd name="T102" fmla="*/ 407 w 407"/>
                <a:gd name="T103" fmla="*/ 9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6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0"/>
                  </a:lnTo>
                  <a:lnTo>
                    <a:pt x="315" y="91"/>
                  </a:lnTo>
                  <a:lnTo>
                    <a:pt x="229" y="103"/>
                  </a:lnTo>
                  <a:lnTo>
                    <a:pt x="248" y="53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3"/>
                  </a:lnTo>
                  <a:lnTo>
                    <a:pt x="174" y="63"/>
                  </a:lnTo>
                  <a:lnTo>
                    <a:pt x="174" y="34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1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2"/>
                  </a:lnTo>
                  <a:lnTo>
                    <a:pt x="0" y="82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1"/>
                  </a:lnTo>
                  <a:lnTo>
                    <a:pt x="82" y="145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2"/>
                  </a:lnTo>
                  <a:lnTo>
                    <a:pt x="156" y="188"/>
                  </a:lnTo>
                  <a:lnTo>
                    <a:pt x="164" y="192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6"/>
                  </a:lnTo>
                  <a:lnTo>
                    <a:pt x="266" y="236"/>
                  </a:lnTo>
                  <a:lnTo>
                    <a:pt x="265" y="172"/>
                  </a:lnTo>
                  <a:lnTo>
                    <a:pt x="233" y="172"/>
                  </a:lnTo>
                  <a:lnTo>
                    <a:pt x="233" y="201"/>
                  </a:lnTo>
                  <a:lnTo>
                    <a:pt x="198" y="181"/>
                  </a:lnTo>
                  <a:lnTo>
                    <a:pt x="219" y="127"/>
                  </a:lnTo>
                  <a:lnTo>
                    <a:pt x="313" y="115"/>
                  </a:lnTo>
                  <a:lnTo>
                    <a:pt x="347" y="134"/>
                  </a:lnTo>
                  <a:lnTo>
                    <a:pt x="297" y="134"/>
                  </a:lnTo>
                  <a:lnTo>
                    <a:pt x="297" y="153"/>
                  </a:lnTo>
                  <a:lnTo>
                    <a:pt x="407" y="153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397" name="Group 13">
            <a:extLst>
              <a:ext uri="{FF2B5EF4-FFF2-40B4-BE49-F238E27FC236}">
                <a16:creationId xmlns:a16="http://schemas.microsoft.com/office/drawing/2014/main" id="{B04198F3-37B8-42CC-AC20-4DD871F68FEF}"/>
              </a:ext>
            </a:extLst>
          </p:cNvPr>
          <p:cNvGrpSpPr>
            <a:grpSpLocks/>
          </p:cNvGrpSpPr>
          <p:nvPr/>
        </p:nvGrpSpPr>
        <p:grpSpPr bwMode="auto">
          <a:xfrm>
            <a:off x="5291138" y="5682830"/>
            <a:ext cx="914400" cy="666750"/>
            <a:chOff x="0" y="0"/>
            <a:chExt cx="576" cy="420"/>
          </a:xfrm>
        </p:grpSpPr>
        <p:sp>
          <p:nvSpPr>
            <p:cNvPr id="16398" name="AutoShape 14">
              <a:extLst>
                <a:ext uri="{FF2B5EF4-FFF2-40B4-BE49-F238E27FC236}">
                  <a16:creationId xmlns:a16="http://schemas.microsoft.com/office/drawing/2014/main" id="{4EDAF6F8-2640-4F77-9BB6-57EE1566ADD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未知">
              <a:extLst>
                <a:ext uri="{FF2B5EF4-FFF2-40B4-BE49-F238E27FC236}">
                  <a16:creationId xmlns:a16="http://schemas.microsoft.com/office/drawing/2014/main" id="{28E8293C-1B3E-4FE5-9DBC-65961ACBB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8"/>
              <a:ext cx="287" cy="252"/>
            </a:xfrm>
            <a:custGeom>
              <a:avLst/>
              <a:gdLst>
                <a:gd name="T0" fmla="*/ 287 w 287"/>
                <a:gd name="T1" fmla="*/ 0 h 252"/>
                <a:gd name="T2" fmla="*/ 287 w 287"/>
                <a:gd name="T3" fmla="*/ 85 h 252"/>
                <a:gd name="T4" fmla="*/ 0 w 287"/>
                <a:gd name="T5" fmla="*/ 252 h 252"/>
                <a:gd name="T6" fmla="*/ 0 w 287"/>
                <a:gd name="T7" fmla="*/ 167 h 252"/>
                <a:gd name="T8" fmla="*/ 287 w 287"/>
                <a:gd name="T9" fmla="*/ 0 h 252"/>
                <a:gd name="T10" fmla="*/ 287 w 287"/>
                <a:gd name="T11" fmla="*/ 0 h 252"/>
                <a:gd name="T12" fmla="*/ 287 w 287"/>
                <a:gd name="T13" fmla="*/ 0 h 252"/>
                <a:gd name="T14" fmla="*/ 287 w 287"/>
                <a:gd name="T15" fmla="*/ 0 h 252"/>
                <a:gd name="T16" fmla="*/ 287 w 287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7" h="252">
                  <a:moveTo>
                    <a:pt x="287" y="0"/>
                  </a:moveTo>
                  <a:lnTo>
                    <a:pt x="287" y="85"/>
                  </a:lnTo>
                  <a:lnTo>
                    <a:pt x="0" y="252"/>
                  </a:lnTo>
                  <a:lnTo>
                    <a:pt x="0" y="167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0" name="未知">
              <a:extLst>
                <a:ext uri="{FF2B5EF4-FFF2-40B4-BE49-F238E27FC236}">
                  <a16:creationId xmlns:a16="http://schemas.microsoft.com/office/drawing/2014/main" id="{4BB059E0-7515-4E0C-BE83-CC800E9B0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68"/>
              <a:ext cx="289" cy="252"/>
            </a:xfrm>
            <a:custGeom>
              <a:avLst/>
              <a:gdLst>
                <a:gd name="T0" fmla="*/ 289 w 289"/>
                <a:gd name="T1" fmla="*/ 167 h 252"/>
                <a:gd name="T2" fmla="*/ 289 w 289"/>
                <a:gd name="T3" fmla="*/ 252 h 252"/>
                <a:gd name="T4" fmla="*/ 0 w 289"/>
                <a:gd name="T5" fmla="*/ 85 h 252"/>
                <a:gd name="T6" fmla="*/ 0 w 289"/>
                <a:gd name="T7" fmla="*/ 0 h 252"/>
                <a:gd name="T8" fmla="*/ 289 w 289"/>
                <a:gd name="T9" fmla="*/ 167 h 252"/>
                <a:gd name="T10" fmla="*/ 289 w 289"/>
                <a:gd name="T11" fmla="*/ 167 h 252"/>
                <a:gd name="T12" fmla="*/ 289 w 289"/>
                <a:gd name="T13" fmla="*/ 167 h 252"/>
                <a:gd name="T14" fmla="*/ 289 w 289"/>
                <a:gd name="T15" fmla="*/ 167 h 252"/>
                <a:gd name="T16" fmla="*/ 289 w 289"/>
                <a:gd name="T17" fmla="*/ 167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289" y="167"/>
                  </a:moveTo>
                  <a:lnTo>
                    <a:pt x="289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1" name="未知">
              <a:extLst>
                <a:ext uri="{FF2B5EF4-FFF2-40B4-BE49-F238E27FC236}">
                  <a16:creationId xmlns:a16="http://schemas.microsoft.com/office/drawing/2014/main" id="{8C779385-EE28-456A-99D5-F47201BE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576" cy="335"/>
            </a:xfrm>
            <a:custGeom>
              <a:avLst/>
              <a:gdLst>
                <a:gd name="T0" fmla="*/ 576 w 576"/>
                <a:gd name="T1" fmla="*/ 168 h 335"/>
                <a:gd name="T2" fmla="*/ 289 w 576"/>
                <a:gd name="T3" fmla="*/ 335 h 335"/>
                <a:gd name="T4" fmla="*/ 0 w 576"/>
                <a:gd name="T5" fmla="*/ 168 h 335"/>
                <a:gd name="T6" fmla="*/ 287 w 576"/>
                <a:gd name="T7" fmla="*/ 0 h 335"/>
                <a:gd name="T8" fmla="*/ 576 w 576"/>
                <a:gd name="T9" fmla="*/ 168 h 335"/>
                <a:gd name="T10" fmla="*/ 576 w 576"/>
                <a:gd name="T11" fmla="*/ 168 h 335"/>
                <a:gd name="T12" fmla="*/ 576 w 576"/>
                <a:gd name="T13" fmla="*/ 168 h 335"/>
                <a:gd name="T14" fmla="*/ 576 w 576"/>
                <a:gd name="T15" fmla="*/ 168 h 335"/>
                <a:gd name="T16" fmla="*/ 576 w 576"/>
                <a:gd name="T17" fmla="*/ 16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335">
                  <a:moveTo>
                    <a:pt x="576" y="168"/>
                  </a:moveTo>
                  <a:lnTo>
                    <a:pt x="289" y="335"/>
                  </a:lnTo>
                  <a:lnTo>
                    <a:pt x="0" y="168"/>
                  </a:lnTo>
                  <a:lnTo>
                    <a:pt x="287" y="0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2" name="未知">
              <a:extLst>
                <a:ext uri="{FF2B5EF4-FFF2-40B4-BE49-F238E27FC236}">
                  <a16:creationId xmlns:a16="http://schemas.microsoft.com/office/drawing/2014/main" id="{A626129B-1E70-43C9-9414-CDBB38ADF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50"/>
              <a:ext cx="407" cy="237"/>
            </a:xfrm>
            <a:custGeom>
              <a:avLst/>
              <a:gdLst>
                <a:gd name="T0" fmla="*/ 407 w 407"/>
                <a:gd name="T1" fmla="*/ 90 h 237"/>
                <a:gd name="T2" fmla="*/ 374 w 407"/>
                <a:gd name="T3" fmla="*/ 90 h 237"/>
                <a:gd name="T4" fmla="*/ 375 w 407"/>
                <a:gd name="T5" fmla="*/ 119 h 237"/>
                <a:gd name="T6" fmla="*/ 332 w 407"/>
                <a:gd name="T7" fmla="*/ 95 h 237"/>
                <a:gd name="T8" fmla="*/ 325 w 407"/>
                <a:gd name="T9" fmla="*/ 91 h 237"/>
                <a:gd name="T10" fmla="*/ 315 w 407"/>
                <a:gd name="T11" fmla="*/ 92 h 237"/>
                <a:gd name="T12" fmla="*/ 229 w 407"/>
                <a:gd name="T13" fmla="*/ 104 h 237"/>
                <a:gd name="T14" fmla="*/ 248 w 407"/>
                <a:gd name="T15" fmla="*/ 54 h 237"/>
                <a:gd name="T16" fmla="*/ 250 w 407"/>
                <a:gd name="T17" fmla="*/ 48 h 237"/>
                <a:gd name="T18" fmla="*/ 243 w 407"/>
                <a:gd name="T19" fmla="*/ 43 h 237"/>
                <a:gd name="T20" fmla="*/ 201 w 407"/>
                <a:gd name="T21" fmla="*/ 19 h 237"/>
                <a:gd name="T22" fmla="*/ 251 w 407"/>
                <a:gd name="T23" fmla="*/ 19 h 237"/>
                <a:gd name="T24" fmla="*/ 251 w 407"/>
                <a:gd name="T25" fmla="*/ 0 h 237"/>
                <a:gd name="T26" fmla="*/ 141 w 407"/>
                <a:gd name="T27" fmla="*/ 0 h 237"/>
                <a:gd name="T28" fmla="*/ 141 w 407"/>
                <a:gd name="T29" fmla="*/ 64 h 237"/>
                <a:gd name="T30" fmla="*/ 174 w 407"/>
                <a:gd name="T31" fmla="*/ 64 h 237"/>
                <a:gd name="T32" fmla="*/ 174 w 407"/>
                <a:gd name="T33" fmla="*/ 35 h 237"/>
                <a:gd name="T34" fmla="*/ 209 w 407"/>
                <a:gd name="T35" fmla="*/ 55 h 237"/>
                <a:gd name="T36" fmla="*/ 187 w 407"/>
                <a:gd name="T37" fmla="*/ 109 h 237"/>
                <a:gd name="T38" fmla="*/ 94 w 407"/>
                <a:gd name="T39" fmla="*/ 122 h 237"/>
                <a:gd name="T40" fmla="*/ 59 w 407"/>
                <a:gd name="T41" fmla="*/ 101 h 237"/>
                <a:gd name="T42" fmla="*/ 109 w 407"/>
                <a:gd name="T43" fmla="*/ 101 h 237"/>
                <a:gd name="T44" fmla="*/ 109 w 407"/>
                <a:gd name="T45" fmla="*/ 83 h 237"/>
                <a:gd name="T46" fmla="*/ 0 w 407"/>
                <a:gd name="T47" fmla="*/ 83 h 237"/>
                <a:gd name="T48" fmla="*/ 0 w 407"/>
                <a:gd name="T49" fmla="*/ 146 h 237"/>
                <a:gd name="T50" fmla="*/ 33 w 407"/>
                <a:gd name="T51" fmla="*/ 146 h 237"/>
                <a:gd name="T52" fmla="*/ 33 w 407"/>
                <a:gd name="T53" fmla="*/ 117 h 237"/>
                <a:gd name="T54" fmla="*/ 75 w 407"/>
                <a:gd name="T55" fmla="*/ 142 h 237"/>
                <a:gd name="T56" fmla="*/ 82 w 407"/>
                <a:gd name="T57" fmla="*/ 146 h 237"/>
                <a:gd name="T58" fmla="*/ 93 w 407"/>
                <a:gd name="T59" fmla="*/ 144 h 237"/>
                <a:gd name="T60" fmla="*/ 178 w 407"/>
                <a:gd name="T61" fmla="*/ 133 h 237"/>
                <a:gd name="T62" fmla="*/ 158 w 407"/>
                <a:gd name="T63" fmla="*/ 183 h 237"/>
                <a:gd name="T64" fmla="*/ 156 w 407"/>
                <a:gd name="T65" fmla="*/ 189 h 237"/>
                <a:gd name="T66" fmla="*/ 164 w 407"/>
                <a:gd name="T67" fmla="*/ 193 h 237"/>
                <a:gd name="T68" fmla="*/ 206 w 407"/>
                <a:gd name="T69" fmla="*/ 217 h 237"/>
                <a:gd name="T70" fmla="*/ 156 w 407"/>
                <a:gd name="T71" fmla="*/ 217 h 237"/>
                <a:gd name="T72" fmla="*/ 156 w 407"/>
                <a:gd name="T73" fmla="*/ 237 h 237"/>
                <a:gd name="T74" fmla="*/ 266 w 407"/>
                <a:gd name="T75" fmla="*/ 237 h 237"/>
                <a:gd name="T76" fmla="*/ 265 w 407"/>
                <a:gd name="T77" fmla="*/ 173 h 237"/>
                <a:gd name="T78" fmla="*/ 233 w 407"/>
                <a:gd name="T79" fmla="*/ 173 h 237"/>
                <a:gd name="T80" fmla="*/ 233 w 407"/>
                <a:gd name="T81" fmla="*/ 202 h 237"/>
                <a:gd name="T82" fmla="*/ 198 w 407"/>
                <a:gd name="T83" fmla="*/ 182 h 237"/>
                <a:gd name="T84" fmla="*/ 219 w 407"/>
                <a:gd name="T85" fmla="*/ 128 h 237"/>
                <a:gd name="T86" fmla="*/ 313 w 407"/>
                <a:gd name="T87" fmla="*/ 115 h 237"/>
                <a:gd name="T88" fmla="*/ 347 w 407"/>
                <a:gd name="T89" fmla="*/ 135 h 237"/>
                <a:gd name="T90" fmla="*/ 297 w 407"/>
                <a:gd name="T91" fmla="*/ 135 h 237"/>
                <a:gd name="T92" fmla="*/ 297 w 407"/>
                <a:gd name="T93" fmla="*/ 154 h 237"/>
                <a:gd name="T94" fmla="*/ 407 w 407"/>
                <a:gd name="T95" fmla="*/ 154 h 237"/>
                <a:gd name="T96" fmla="*/ 407 w 407"/>
                <a:gd name="T97" fmla="*/ 90 h 237"/>
                <a:gd name="T98" fmla="*/ 407 w 407"/>
                <a:gd name="T99" fmla="*/ 90 h 237"/>
                <a:gd name="T100" fmla="*/ 407 w 407"/>
                <a:gd name="T101" fmla="*/ 90 h 237"/>
                <a:gd name="T102" fmla="*/ 407 w 407"/>
                <a:gd name="T103" fmla="*/ 9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7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1"/>
                  </a:lnTo>
                  <a:lnTo>
                    <a:pt x="315" y="92"/>
                  </a:lnTo>
                  <a:lnTo>
                    <a:pt x="229" y="104"/>
                  </a:lnTo>
                  <a:lnTo>
                    <a:pt x="248" y="54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4"/>
                  </a:lnTo>
                  <a:lnTo>
                    <a:pt x="174" y="64"/>
                  </a:lnTo>
                  <a:lnTo>
                    <a:pt x="174" y="35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2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3"/>
                  </a:lnTo>
                  <a:lnTo>
                    <a:pt x="0" y="83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2"/>
                  </a:lnTo>
                  <a:lnTo>
                    <a:pt x="82" y="146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3"/>
                  </a:lnTo>
                  <a:lnTo>
                    <a:pt x="156" y="189"/>
                  </a:lnTo>
                  <a:lnTo>
                    <a:pt x="164" y="193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7"/>
                  </a:lnTo>
                  <a:lnTo>
                    <a:pt x="266" y="237"/>
                  </a:lnTo>
                  <a:lnTo>
                    <a:pt x="265" y="173"/>
                  </a:lnTo>
                  <a:lnTo>
                    <a:pt x="233" y="173"/>
                  </a:lnTo>
                  <a:lnTo>
                    <a:pt x="233" y="202"/>
                  </a:lnTo>
                  <a:lnTo>
                    <a:pt x="198" y="182"/>
                  </a:lnTo>
                  <a:lnTo>
                    <a:pt x="219" y="128"/>
                  </a:lnTo>
                  <a:lnTo>
                    <a:pt x="313" y="115"/>
                  </a:lnTo>
                  <a:lnTo>
                    <a:pt x="347" y="135"/>
                  </a:lnTo>
                  <a:lnTo>
                    <a:pt x="297" y="135"/>
                  </a:lnTo>
                  <a:lnTo>
                    <a:pt x="297" y="154"/>
                  </a:lnTo>
                  <a:lnTo>
                    <a:pt x="407" y="154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3" name="未知">
              <a:extLst>
                <a:ext uri="{FF2B5EF4-FFF2-40B4-BE49-F238E27FC236}">
                  <a16:creationId xmlns:a16="http://schemas.microsoft.com/office/drawing/2014/main" id="{5AF774BB-D504-480E-89AC-4961BFC32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45"/>
              <a:ext cx="407" cy="236"/>
            </a:xfrm>
            <a:custGeom>
              <a:avLst/>
              <a:gdLst>
                <a:gd name="T0" fmla="*/ 407 w 407"/>
                <a:gd name="T1" fmla="*/ 90 h 236"/>
                <a:gd name="T2" fmla="*/ 374 w 407"/>
                <a:gd name="T3" fmla="*/ 90 h 236"/>
                <a:gd name="T4" fmla="*/ 375 w 407"/>
                <a:gd name="T5" fmla="*/ 119 h 236"/>
                <a:gd name="T6" fmla="*/ 332 w 407"/>
                <a:gd name="T7" fmla="*/ 95 h 236"/>
                <a:gd name="T8" fmla="*/ 325 w 407"/>
                <a:gd name="T9" fmla="*/ 90 h 236"/>
                <a:gd name="T10" fmla="*/ 315 w 407"/>
                <a:gd name="T11" fmla="*/ 91 h 236"/>
                <a:gd name="T12" fmla="*/ 229 w 407"/>
                <a:gd name="T13" fmla="*/ 103 h 236"/>
                <a:gd name="T14" fmla="*/ 248 w 407"/>
                <a:gd name="T15" fmla="*/ 53 h 236"/>
                <a:gd name="T16" fmla="*/ 250 w 407"/>
                <a:gd name="T17" fmla="*/ 48 h 236"/>
                <a:gd name="T18" fmla="*/ 243 w 407"/>
                <a:gd name="T19" fmla="*/ 43 h 236"/>
                <a:gd name="T20" fmla="*/ 201 w 407"/>
                <a:gd name="T21" fmla="*/ 19 h 236"/>
                <a:gd name="T22" fmla="*/ 251 w 407"/>
                <a:gd name="T23" fmla="*/ 19 h 236"/>
                <a:gd name="T24" fmla="*/ 251 w 407"/>
                <a:gd name="T25" fmla="*/ 0 h 236"/>
                <a:gd name="T26" fmla="*/ 141 w 407"/>
                <a:gd name="T27" fmla="*/ 0 h 236"/>
                <a:gd name="T28" fmla="*/ 141 w 407"/>
                <a:gd name="T29" fmla="*/ 63 h 236"/>
                <a:gd name="T30" fmla="*/ 174 w 407"/>
                <a:gd name="T31" fmla="*/ 63 h 236"/>
                <a:gd name="T32" fmla="*/ 174 w 407"/>
                <a:gd name="T33" fmla="*/ 34 h 236"/>
                <a:gd name="T34" fmla="*/ 209 w 407"/>
                <a:gd name="T35" fmla="*/ 55 h 236"/>
                <a:gd name="T36" fmla="*/ 187 w 407"/>
                <a:gd name="T37" fmla="*/ 109 h 236"/>
                <a:gd name="T38" fmla="*/ 94 w 407"/>
                <a:gd name="T39" fmla="*/ 121 h 236"/>
                <a:gd name="T40" fmla="*/ 59 w 407"/>
                <a:gd name="T41" fmla="*/ 101 h 236"/>
                <a:gd name="T42" fmla="*/ 109 w 407"/>
                <a:gd name="T43" fmla="*/ 101 h 236"/>
                <a:gd name="T44" fmla="*/ 109 w 407"/>
                <a:gd name="T45" fmla="*/ 82 h 236"/>
                <a:gd name="T46" fmla="*/ 0 w 407"/>
                <a:gd name="T47" fmla="*/ 82 h 236"/>
                <a:gd name="T48" fmla="*/ 0 w 407"/>
                <a:gd name="T49" fmla="*/ 146 h 236"/>
                <a:gd name="T50" fmla="*/ 33 w 407"/>
                <a:gd name="T51" fmla="*/ 146 h 236"/>
                <a:gd name="T52" fmla="*/ 33 w 407"/>
                <a:gd name="T53" fmla="*/ 117 h 236"/>
                <a:gd name="T54" fmla="*/ 75 w 407"/>
                <a:gd name="T55" fmla="*/ 141 h 236"/>
                <a:gd name="T56" fmla="*/ 82 w 407"/>
                <a:gd name="T57" fmla="*/ 145 h 236"/>
                <a:gd name="T58" fmla="*/ 93 w 407"/>
                <a:gd name="T59" fmla="*/ 144 h 236"/>
                <a:gd name="T60" fmla="*/ 178 w 407"/>
                <a:gd name="T61" fmla="*/ 133 h 236"/>
                <a:gd name="T62" fmla="*/ 158 w 407"/>
                <a:gd name="T63" fmla="*/ 182 h 236"/>
                <a:gd name="T64" fmla="*/ 156 w 407"/>
                <a:gd name="T65" fmla="*/ 188 h 236"/>
                <a:gd name="T66" fmla="*/ 164 w 407"/>
                <a:gd name="T67" fmla="*/ 192 h 236"/>
                <a:gd name="T68" fmla="*/ 206 w 407"/>
                <a:gd name="T69" fmla="*/ 217 h 236"/>
                <a:gd name="T70" fmla="*/ 156 w 407"/>
                <a:gd name="T71" fmla="*/ 217 h 236"/>
                <a:gd name="T72" fmla="*/ 156 w 407"/>
                <a:gd name="T73" fmla="*/ 236 h 236"/>
                <a:gd name="T74" fmla="*/ 266 w 407"/>
                <a:gd name="T75" fmla="*/ 236 h 236"/>
                <a:gd name="T76" fmla="*/ 265 w 407"/>
                <a:gd name="T77" fmla="*/ 172 h 236"/>
                <a:gd name="T78" fmla="*/ 233 w 407"/>
                <a:gd name="T79" fmla="*/ 172 h 236"/>
                <a:gd name="T80" fmla="*/ 233 w 407"/>
                <a:gd name="T81" fmla="*/ 201 h 236"/>
                <a:gd name="T82" fmla="*/ 198 w 407"/>
                <a:gd name="T83" fmla="*/ 181 h 236"/>
                <a:gd name="T84" fmla="*/ 219 w 407"/>
                <a:gd name="T85" fmla="*/ 127 h 236"/>
                <a:gd name="T86" fmla="*/ 313 w 407"/>
                <a:gd name="T87" fmla="*/ 115 h 236"/>
                <a:gd name="T88" fmla="*/ 347 w 407"/>
                <a:gd name="T89" fmla="*/ 134 h 236"/>
                <a:gd name="T90" fmla="*/ 297 w 407"/>
                <a:gd name="T91" fmla="*/ 134 h 236"/>
                <a:gd name="T92" fmla="*/ 297 w 407"/>
                <a:gd name="T93" fmla="*/ 153 h 236"/>
                <a:gd name="T94" fmla="*/ 407 w 407"/>
                <a:gd name="T95" fmla="*/ 153 h 236"/>
                <a:gd name="T96" fmla="*/ 407 w 407"/>
                <a:gd name="T97" fmla="*/ 90 h 236"/>
                <a:gd name="T98" fmla="*/ 407 w 407"/>
                <a:gd name="T99" fmla="*/ 90 h 236"/>
                <a:gd name="T100" fmla="*/ 407 w 407"/>
                <a:gd name="T101" fmla="*/ 90 h 236"/>
                <a:gd name="T102" fmla="*/ 407 w 407"/>
                <a:gd name="T103" fmla="*/ 9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6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0"/>
                  </a:lnTo>
                  <a:lnTo>
                    <a:pt x="315" y="91"/>
                  </a:lnTo>
                  <a:lnTo>
                    <a:pt x="229" y="103"/>
                  </a:lnTo>
                  <a:lnTo>
                    <a:pt x="248" y="53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3"/>
                  </a:lnTo>
                  <a:lnTo>
                    <a:pt x="174" y="63"/>
                  </a:lnTo>
                  <a:lnTo>
                    <a:pt x="174" y="34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1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2"/>
                  </a:lnTo>
                  <a:lnTo>
                    <a:pt x="0" y="82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1"/>
                  </a:lnTo>
                  <a:lnTo>
                    <a:pt x="82" y="145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2"/>
                  </a:lnTo>
                  <a:lnTo>
                    <a:pt x="156" y="188"/>
                  </a:lnTo>
                  <a:lnTo>
                    <a:pt x="164" y="192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6"/>
                  </a:lnTo>
                  <a:lnTo>
                    <a:pt x="266" y="236"/>
                  </a:lnTo>
                  <a:lnTo>
                    <a:pt x="265" y="172"/>
                  </a:lnTo>
                  <a:lnTo>
                    <a:pt x="233" y="172"/>
                  </a:lnTo>
                  <a:lnTo>
                    <a:pt x="233" y="201"/>
                  </a:lnTo>
                  <a:lnTo>
                    <a:pt x="198" y="181"/>
                  </a:lnTo>
                  <a:lnTo>
                    <a:pt x="219" y="127"/>
                  </a:lnTo>
                  <a:lnTo>
                    <a:pt x="313" y="115"/>
                  </a:lnTo>
                  <a:lnTo>
                    <a:pt x="347" y="134"/>
                  </a:lnTo>
                  <a:lnTo>
                    <a:pt x="297" y="134"/>
                  </a:lnTo>
                  <a:lnTo>
                    <a:pt x="297" y="153"/>
                  </a:lnTo>
                  <a:lnTo>
                    <a:pt x="407" y="153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404" name="Group 20">
            <a:extLst>
              <a:ext uri="{FF2B5EF4-FFF2-40B4-BE49-F238E27FC236}">
                <a16:creationId xmlns:a16="http://schemas.microsoft.com/office/drawing/2014/main" id="{4465D9F5-2340-447B-AA53-B1A888A5CEB7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3757192"/>
            <a:ext cx="914400" cy="666750"/>
            <a:chOff x="0" y="0"/>
            <a:chExt cx="576" cy="420"/>
          </a:xfrm>
        </p:grpSpPr>
        <p:sp>
          <p:nvSpPr>
            <p:cNvPr id="16405" name="AutoShape 21">
              <a:extLst>
                <a:ext uri="{FF2B5EF4-FFF2-40B4-BE49-F238E27FC236}">
                  <a16:creationId xmlns:a16="http://schemas.microsoft.com/office/drawing/2014/main" id="{A1D2637B-E6C6-4ACE-9CAC-A6D2FD0AEA5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6" name="未知">
              <a:extLst>
                <a:ext uri="{FF2B5EF4-FFF2-40B4-BE49-F238E27FC236}">
                  <a16:creationId xmlns:a16="http://schemas.microsoft.com/office/drawing/2014/main" id="{E791220D-A502-4783-8B07-32FD2B203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8"/>
              <a:ext cx="287" cy="252"/>
            </a:xfrm>
            <a:custGeom>
              <a:avLst/>
              <a:gdLst>
                <a:gd name="T0" fmla="*/ 287 w 287"/>
                <a:gd name="T1" fmla="*/ 0 h 252"/>
                <a:gd name="T2" fmla="*/ 287 w 287"/>
                <a:gd name="T3" fmla="*/ 85 h 252"/>
                <a:gd name="T4" fmla="*/ 0 w 287"/>
                <a:gd name="T5" fmla="*/ 252 h 252"/>
                <a:gd name="T6" fmla="*/ 0 w 287"/>
                <a:gd name="T7" fmla="*/ 167 h 252"/>
                <a:gd name="T8" fmla="*/ 287 w 287"/>
                <a:gd name="T9" fmla="*/ 0 h 252"/>
                <a:gd name="T10" fmla="*/ 287 w 287"/>
                <a:gd name="T11" fmla="*/ 0 h 252"/>
                <a:gd name="T12" fmla="*/ 287 w 287"/>
                <a:gd name="T13" fmla="*/ 0 h 252"/>
                <a:gd name="T14" fmla="*/ 287 w 287"/>
                <a:gd name="T15" fmla="*/ 0 h 252"/>
                <a:gd name="T16" fmla="*/ 287 w 287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7" h="252">
                  <a:moveTo>
                    <a:pt x="287" y="0"/>
                  </a:moveTo>
                  <a:lnTo>
                    <a:pt x="287" y="85"/>
                  </a:lnTo>
                  <a:lnTo>
                    <a:pt x="0" y="252"/>
                  </a:lnTo>
                  <a:lnTo>
                    <a:pt x="0" y="167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7" name="未知">
              <a:extLst>
                <a:ext uri="{FF2B5EF4-FFF2-40B4-BE49-F238E27FC236}">
                  <a16:creationId xmlns:a16="http://schemas.microsoft.com/office/drawing/2014/main" id="{58883F4F-429F-4354-90C5-BC0CDA36A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68"/>
              <a:ext cx="289" cy="252"/>
            </a:xfrm>
            <a:custGeom>
              <a:avLst/>
              <a:gdLst>
                <a:gd name="T0" fmla="*/ 289 w 289"/>
                <a:gd name="T1" fmla="*/ 167 h 252"/>
                <a:gd name="T2" fmla="*/ 289 w 289"/>
                <a:gd name="T3" fmla="*/ 252 h 252"/>
                <a:gd name="T4" fmla="*/ 0 w 289"/>
                <a:gd name="T5" fmla="*/ 85 h 252"/>
                <a:gd name="T6" fmla="*/ 0 w 289"/>
                <a:gd name="T7" fmla="*/ 0 h 252"/>
                <a:gd name="T8" fmla="*/ 289 w 289"/>
                <a:gd name="T9" fmla="*/ 167 h 252"/>
                <a:gd name="T10" fmla="*/ 289 w 289"/>
                <a:gd name="T11" fmla="*/ 167 h 252"/>
                <a:gd name="T12" fmla="*/ 289 w 289"/>
                <a:gd name="T13" fmla="*/ 167 h 252"/>
                <a:gd name="T14" fmla="*/ 289 w 289"/>
                <a:gd name="T15" fmla="*/ 167 h 252"/>
                <a:gd name="T16" fmla="*/ 289 w 289"/>
                <a:gd name="T17" fmla="*/ 167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289" y="167"/>
                  </a:moveTo>
                  <a:lnTo>
                    <a:pt x="289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8" name="未知">
              <a:extLst>
                <a:ext uri="{FF2B5EF4-FFF2-40B4-BE49-F238E27FC236}">
                  <a16:creationId xmlns:a16="http://schemas.microsoft.com/office/drawing/2014/main" id="{2A2059FB-89DA-4BB8-A977-A1B71BB17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576" cy="335"/>
            </a:xfrm>
            <a:custGeom>
              <a:avLst/>
              <a:gdLst>
                <a:gd name="T0" fmla="*/ 576 w 576"/>
                <a:gd name="T1" fmla="*/ 168 h 335"/>
                <a:gd name="T2" fmla="*/ 289 w 576"/>
                <a:gd name="T3" fmla="*/ 335 h 335"/>
                <a:gd name="T4" fmla="*/ 0 w 576"/>
                <a:gd name="T5" fmla="*/ 168 h 335"/>
                <a:gd name="T6" fmla="*/ 287 w 576"/>
                <a:gd name="T7" fmla="*/ 0 h 335"/>
                <a:gd name="T8" fmla="*/ 576 w 576"/>
                <a:gd name="T9" fmla="*/ 168 h 335"/>
                <a:gd name="T10" fmla="*/ 576 w 576"/>
                <a:gd name="T11" fmla="*/ 168 h 335"/>
                <a:gd name="T12" fmla="*/ 576 w 576"/>
                <a:gd name="T13" fmla="*/ 168 h 335"/>
                <a:gd name="T14" fmla="*/ 576 w 576"/>
                <a:gd name="T15" fmla="*/ 168 h 335"/>
                <a:gd name="T16" fmla="*/ 576 w 576"/>
                <a:gd name="T17" fmla="*/ 16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335">
                  <a:moveTo>
                    <a:pt x="576" y="168"/>
                  </a:moveTo>
                  <a:lnTo>
                    <a:pt x="289" y="335"/>
                  </a:lnTo>
                  <a:lnTo>
                    <a:pt x="0" y="168"/>
                  </a:lnTo>
                  <a:lnTo>
                    <a:pt x="287" y="0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9" name="未知">
              <a:extLst>
                <a:ext uri="{FF2B5EF4-FFF2-40B4-BE49-F238E27FC236}">
                  <a16:creationId xmlns:a16="http://schemas.microsoft.com/office/drawing/2014/main" id="{76540F3E-BC5E-4572-AE36-5ACE30DD0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50"/>
              <a:ext cx="407" cy="237"/>
            </a:xfrm>
            <a:custGeom>
              <a:avLst/>
              <a:gdLst>
                <a:gd name="T0" fmla="*/ 407 w 407"/>
                <a:gd name="T1" fmla="*/ 90 h 237"/>
                <a:gd name="T2" fmla="*/ 374 w 407"/>
                <a:gd name="T3" fmla="*/ 90 h 237"/>
                <a:gd name="T4" fmla="*/ 375 w 407"/>
                <a:gd name="T5" fmla="*/ 119 h 237"/>
                <a:gd name="T6" fmla="*/ 332 w 407"/>
                <a:gd name="T7" fmla="*/ 95 h 237"/>
                <a:gd name="T8" fmla="*/ 325 w 407"/>
                <a:gd name="T9" fmla="*/ 91 h 237"/>
                <a:gd name="T10" fmla="*/ 315 w 407"/>
                <a:gd name="T11" fmla="*/ 92 h 237"/>
                <a:gd name="T12" fmla="*/ 229 w 407"/>
                <a:gd name="T13" fmla="*/ 104 h 237"/>
                <a:gd name="T14" fmla="*/ 248 w 407"/>
                <a:gd name="T15" fmla="*/ 54 h 237"/>
                <a:gd name="T16" fmla="*/ 250 w 407"/>
                <a:gd name="T17" fmla="*/ 48 h 237"/>
                <a:gd name="T18" fmla="*/ 243 w 407"/>
                <a:gd name="T19" fmla="*/ 43 h 237"/>
                <a:gd name="T20" fmla="*/ 201 w 407"/>
                <a:gd name="T21" fmla="*/ 19 h 237"/>
                <a:gd name="T22" fmla="*/ 251 w 407"/>
                <a:gd name="T23" fmla="*/ 19 h 237"/>
                <a:gd name="T24" fmla="*/ 251 w 407"/>
                <a:gd name="T25" fmla="*/ 0 h 237"/>
                <a:gd name="T26" fmla="*/ 141 w 407"/>
                <a:gd name="T27" fmla="*/ 0 h 237"/>
                <a:gd name="T28" fmla="*/ 141 w 407"/>
                <a:gd name="T29" fmla="*/ 64 h 237"/>
                <a:gd name="T30" fmla="*/ 174 w 407"/>
                <a:gd name="T31" fmla="*/ 64 h 237"/>
                <a:gd name="T32" fmla="*/ 174 w 407"/>
                <a:gd name="T33" fmla="*/ 35 h 237"/>
                <a:gd name="T34" fmla="*/ 209 w 407"/>
                <a:gd name="T35" fmla="*/ 55 h 237"/>
                <a:gd name="T36" fmla="*/ 187 w 407"/>
                <a:gd name="T37" fmla="*/ 109 h 237"/>
                <a:gd name="T38" fmla="*/ 94 w 407"/>
                <a:gd name="T39" fmla="*/ 122 h 237"/>
                <a:gd name="T40" fmla="*/ 59 w 407"/>
                <a:gd name="T41" fmla="*/ 101 h 237"/>
                <a:gd name="T42" fmla="*/ 109 w 407"/>
                <a:gd name="T43" fmla="*/ 101 h 237"/>
                <a:gd name="T44" fmla="*/ 109 w 407"/>
                <a:gd name="T45" fmla="*/ 83 h 237"/>
                <a:gd name="T46" fmla="*/ 0 w 407"/>
                <a:gd name="T47" fmla="*/ 83 h 237"/>
                <a:gd name="T48" fmla="*/ 0 w 407"/>
                <a:gd name="T49" fmla="*/ 146 h 237"/>
                <a:gd name="T50" fmla="*/ 33 w 407"/>
                <a:gd name="T51" fmla="*/ 146 h 237"/>
                <a:gd name="T52" fmla="*/ 33 w 407"/>
                <a:gd name="T53" fmla="*/ 117 h 237"/>
                <a:gd name="T54" fmla="*/ 75 w 407"/>
                <a:gd name="T55" fmla="*/ 142 h 237"/>
                <a:gd name="T56" fmla="*/ 82 w 407"/>
                <a:gd name="T57" fmla="*/ 146 h 237"/>
                <a:gd name="T58" fmla="*/ 93 w 407"/>
                <a:gd name="T59" fmla="*/ 144 h 237"/>
                <a:gd name="T60" fmla="*/ 178 w 407"/>
                <a:gd name="T61" fmla="*/ 133 h 237"/>
                <a:gd name="T62" fmla="*/ 158 w 407"/>
                <a:gd name="T63" fmla="*/ 183 h 237"/>
                <a:gd name="T64" fmla="*/ 156 w 407"/>
                <a:gd name="T65" fmla="*/ 189 h 237"/>
                <a:gd name="T66" fmla="*/ 164 w 407"/>
                <a:gd name="T67" fmla="*/ 193 h 237"/>
                <a:gd name="T68" fmla="*/ 206 w 407"/>
                <a:gd name="T69" fmla="*/ 217 h 237"/>
                <a:gd name="T70" fmla="*/ 156 w 407"/>
                <a:gd name="T71" fmla="*/ 217 h 237"/>
                <a:gd name="T72" fmla="*/ 156 w 407"/>
                <a:gd name="T73" fmla="*/ 237 h 237"/>
                <a:gd name="T74" fmla="*/ 266 w 407"/>
                <a:gd name="T75" fmla="*/ 237 h 237"/>
                <a:gd name="T76" fmla="*/ 265 w 407"/>
                <a:gd name="T77" fmla="*/ 173 h 237"/>
                <a:gd name="T78" fmla="*/ 233 w 407"/>
                <a:gd name="T79" fmla="*/ 173 h 237"/>
                <a:gd name="T80" fmla="*/ 233 w 407"/>
                <a:gd name="T81" fmla="*/ 202 h 237"/>
                <a:gd name="T82" fmla="*/ 198 w 407"/>
                <a:gd name="T83" fmla="*/ 182 h 237"/>
                <a:gd name="T84" fmla="*/ 219 w 407"/>
                <a:gd name="T85" fmla="*/ 128 h 237"/>
                <a:gd name="T86" fmla="*/ 313 w 407"/>
                <a:gd name="T87" fmla="*/ 115 h 237"/>
                <a:gd name="T88" fmla="*/ 347 w 407"/>
                <a:gd name="T89" fmla="*/ 135 h 237"/>
                <a:gd name="T90" fmla="*/ 297 w 407"/>
                <a:gd name="T91" fmla="*/ 135 h 237"/>
                <a:gd name="T92" fmla="*/ 297 w 407"/>
                <a:gd name="T93" fmla="*/ 154 h 237"/>
                <a:gd name="T94" fmla="*/ 407 w 407"/>
                <a:gd name="T95" fmla="*/ 154 h 237"/>
                <a:gd name="T96" fmla="*/ 407 w 407"/>
                <a:gd name="T97" fmla="*/ 90 h 237"/>
                <a:gd name="T98" fmla="*/ 407 w 407"/>
                <a:gd name="T99" fmla="*/ 90 h 237"/>
                <a:gd name="T100" fmla="*/ 407 w 407"/>
                <a:gd name="T101" fmla="*/ 90 h 237"/>
                <a:gd name="T102" fmla="*/ 407 w 407"/>
                <a:gd name="T103" fmla="*/ 9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7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1"/>
                  </a:lnTo>
                  <a:lnTo>
                    <a:pt x="315" y="92"/>
                  </a:lnTo>
                  <a:lnTo>
                    <a:pt x="229" y="104"/>
                  </a:lnTo>
                  <a:lnTo>
                    <a:pt x="248" y="54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4"/>
                  </a:lnTo>
                  <a:lnTo>
                    <a:pt x="174" y="64"/>
                  </a:lnTo>
                  <a:lnTo>
                    <a:pt x="174" y="35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2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3"/>
                  </a:lnTo>
                  <a:lnTo>
                    <a:pt x="0" y="83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2"/>
                  </a:lnTo>
                  <a:lnTo>
                    <a:pt x="82" y="146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3"/>
                  </a:lnTo>
                  <a:lnTo>
                    <a:pt x="156" y="189"/>
                  </a:lnTo>
                  <a:lnTo>
                    <a:pt x="164" y="193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7"/>
                  </a:lnTo>
                  <a:lnTo>
                    <a:pt x="266" y="237"/>
                  </a:lnTo>
                  <a:lnTo>
                    <a:pt x="265" y="173"/>
                  </a:lnTo>
                  <a:lnTo>
                    <a:pt x="233" y="173"/>
                  </a:lnTo>
                  <a:lnTo>
                    <a:pt x="233" y="202"/>
                  </a:lnTo>
                  <a:lnTo>
                    <a:pt x="198" y="182"/>
                  </a:lnTo>
                  <a:lnTo>
                    <a:pt x="219" y="128"/>
                  </a:lnTo>
                  <a:lnTo>
                    <a:pt x="313" y="115"/>
                  </a:lnTo>
                  <a:lnTo>
                    <a:pt x="347" y="135"/>
                  </a:lnTo>
                  <a:lnTo>
                    <a:pt x="297" y="135"/>
                  </a:lnTo>
                  <a:lnTo>
                    <a:pt x="297" y="154"/>
                  </a:lnTo>
                  <a:lnTo>
                    <a:pt x="407" y="154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0" name="未知">
              <a:extLst>
                <a:ext uri="{FF2B5EF4-FFF2-40B4-BE49-F238E27FC236}">
                  <a16:creationId xmlns:a16="http://schemas.microsoft.com/office/drawing/2014/main" id="{4570789C-AD5B-4B17-ACE5-713F37FDC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45"/>
              <a:ext cx="407" cy="236"/>
            </a:xfrm>
            <a:custGeom>
              <a:avLst/>
              <a:gdLst>
                <a:gd name="T0" fmla="*/ 407 w 407"/>
                <a:gd name="T1" fmla="*/ 90 h 236"/>
                <a:gd name="T2" fmla="*/ 374 w 407"/>
                <a:gd name="T3" fmla="*/ 90 h 236"/>
                <a:gd name="T4" fmla="*/ 375 w 407"/>
                <a:gd name="T5" fmla="*/ 119 h 236"/>
                <a:gd name="T6" fmla="*/ 332 w 407"/>
                <a:gd name="T7" fmla="*/ 95 h 236"/>
                <a:gd name="T8" fmla="*/ 325 w 407"/>
                <a:gd name="T9" fmla="*/ 90 h 236"/>
                <a:gd name="T10" fmla="*/ 315 w 407"/>
                <a:gd name="T11" fmla="*/ 91 h 236"/>
                <a:gd name="T12" fmla="*/ 229 w 407"/>
                <a:gd name="T13" fmla="*/ 103 h 236"/>
                <a:gd name="T14" fmla="*/ 248 w 407"/>
                <a:gd name="T15" fmla="*/ 53 h 236"/>
                <a:gd name="T16" fmla="*/ 250 w 407"/>
                <a:gd name="T17" fmla="*/ 48 h 236"/>
                <a:gd name="T18" fmla="*/ 243 w 407"/>
                <a:gd name="T19" fmla="*/ 43 h 236"/>
                <a:gd name="T20" fmla="*/ 201 w 407"/>
                <a:gd name="T21" fmla="*/ 19 h 236"/>
                <a:gd name="T22" fmla="*/ 251 w 407"/>
                <a:gd name="T23" fmla="*/ 19 h 236"/>
                <a:gd name="T24" fmla="*/ 251 w 407"/>
                <a:gd name="T25" fmla="*/ 0 h 236"/>
                <a:gd name="T26" fmla="*/ 141 w 407"/>
                <a:gd name="T27" fmla="*/ 0 h 236"/>
                <a:gd name="T28" fmla="*/ 141 w 407"/>
                <a:gd name="T29" fmla="*/ 63 h 236"/>
                <a:gd name="T30" fmla="*/ 174 w 407"/>
                <a:gd name="T31" fmla="*/ 63 h 236"/>
                <a:gd name="T32" fmla="*/ 174 w 407"/>
                <a:gd name="T33" fmla="*/ 34 h 236"/>
                <a:gd name="T34" fmla="*/ 209 w 407"/>
                <a:gd name="T35" fmla="*/ 55 h 236"/>
                <a:gd name="T36" fmla="*/ 187 w 407"/>
                <a:gd name="T37" fmla="*/ 109 h 236"/>
                <a:gd name="T38" fmla="*/ 94 w 407"/>
                <a:gd name="T39" fmla="*/ 121 h 236"/>
                <a:gd name="T40" fmla="*/ 59 w 407"/>
                <a:gd name="T41" fmla="*/ 101 h 236"/>
                <a:gd name="T42" fmla="*/ 109 w 407"/>
                <a:gd name="T43" fmla="*/ 101 h 236"/>
                <a:gd name="T44" fmla="*/ 109 w 407"/>
                <a:gd name="T45" fmla="*/ 82 h 236"/>
                <a:gd name="T46" fmla="*/ 0 w 407"/>
                <a:gd name="T47" fmla="*/ 82 h 236"/>
                <a:gd name="T48" fmla="*/ 0 w 407"/>
                <a:gd name="T49" fmla="*/ 146 h 236"/>
                <a:gd name="T50" fmla="*/ 33 w 407"/>
                <a:gd name="T51" fmla="*/ 146 h 236"/>
                <a:gd name="T52" fmla="*/ 33 w 407"/>
                <a:gd name="T53" fmla="*/ 117 h 236"/>
                <a:gd name="T54" fmla="*/ 75 w 407"/>
                <a:gd name="T55" fmla="*/ 141 h 236"/>
                <a:gd name="T56" fmla="*/ 82 w 407"/>
                <a:gd name="T57" fmla="*/ 145 h 236"/>
                <a:gd name="T58" fmla="*/ 93 w 407"/>
                <a:gd name="T59" fmla="*/ 144 h 236"/>
                <a:gd name="T60" fmla="*/ 178 w 407"/>
                <a:gd name="T61" fmla="*/ 133 h 236"/>
                <a:gd name="T62" fmla="*/ 158 w 407"/>
                <a:gd name="T63" fmla="*/ 182 h 236"/>
                <a:gd name="T64" fmla="*/ 156 w 407"/>
                <a:gd name="T65" fmla="*/ 188 h 236"/>
                <a:gd name="T66" fmla="*/ 164 w 407"/>
                <a:gd name="T67" fmla="*/ 192 h 236"/>
                <a:gd name="T68" fmla="*/ 206 w 407"/>
                <a:gd name="T69" fmla="*/ 217 h 236"/>
                <a:gd name="T70" fmla="*/ 156 w 407"/>
                <a:gd name="T71" fmla="*/ 217 h 236"/>
                <a:gd name="T72" fmla="*/ 156 w 407"/>
                <a:gd name="T73" fmla="*/ 236 h 236"/>
                <a:gd name="T74" fmla="*/ 266 w 407"/>
                <a:gd name="T75" fmla="*/ 236 h 236"/>
                <a:gd name="T76" fmla="*/ 265 w 407"/>
                <a:gd name="T77" fmla="*/ 172 h 236"/>
                <a:gd name="T78" fmla="*/ 233 w 407"/>
                <a:gd name="T79" fmla="*/ 172 h 236"/>
                <a:gd name="T80" fmla="*/ 233 w 407"/>
                <a:gd name="T81" fmla="*/ 201 h 236"/>
                <a:gd name="T82" fmla="*/ 198 w 407"/>
                <a:gd name="T83" fmla="*/ 181 h 236"/>
                <a:gd name="T84" fmla="*/ 219 w 407"/>
                <a:gd name="T85" fmla="*/ 127 h 236"/>
                <a:gd name="T86" fmla="*/ 313 w 407"/>
                <a:gd name="T87" fmla="*/ 115 h 236"/>
                <a:gd name="T88" fmla="*/ 347 w 407"/>
                <a:gd name="T89" fmla="*/ 134 h 236"/>
                <a:gd name="T90" fmla="*/ 297 w 407"/>
                <a:gd name="T91" fmla="*/ 134 h 236"/>
                <a:gd name="T92" fmla="*/ 297 w 407"/>
                <a:gd name="T93" fmla="*/ 153 h 236"/>
                <a:gd name="T94" fmla="*/ 407 w 407"/>
                <a:gd name="T95" fmla="*/ 153 h 236"/>
                <a:gd name="T96" fmla="*/ 407 w 407"/>
                <a:gd name="T97" fmla="*/ 90 h 236"/>
                <a:gd name="T98" fmla="*/ 407 w 407"/>
                <a:gd name="T99" fmla="*/ 90 h 236"/>
                <a:gd name="T100" fmla="*/ 407 w 407"/>
                <a:gd name="T101" fmla="*/ 90 h 236"/>
                <a:gd name="T102" fmla="*/ 407 w 407"/>
                <a:gd name="T103" fmla="*/ 9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6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0"/>
                  </a:lnTo>
                  <a:lnTo>
                    <a:pt x="315" y="91"/>
                  </a:lnTo>
                  <a:lnTo>
                    <a:pt x="229" y="103"/>
                  </a:lnTo>
                  <a:lnTo>
                    <a:pt x="248" y="53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3"/>
                  </a:lnTo>
                  <a:lnTo>
                    <a:pt x="174" y="63"/>
                  </a:lnTo>
                  <a:lnTo>
                    <a:pt x="174" y="34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1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2"/>
                  </a:lnTo>
                  <a:lnTo>
                    <a:pt x="0" y="82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1"/>
                  </a:lnTo>
                  <a:lnTo>
                    <a:pt x="82" y="145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2"/>
                  </a:lnTo>
                  <a:lnTo>
                    <a:pt x="156" y="188"/>
                  </a:lnTo>
                  <a:lnTo>
                    <a:pt x="164" y="192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6"/>
                  </a:lnTo>
                  <a:lnTo>
                    <a:pt x="266" y="236"/>
                  </a:lnTo>
                  <a:lnTo>
                    <a:pt x="265" y="172"/>
                  </a:lnTo>
                  <a:lnTo>
                    <a:pt x="233" y="172"/>
                  </a:lnTo>
                  <a:lnTo>
                    <a:pt x="233" y="201"/>
                  </a:lnTo>
                  <a:lnTo>
                    <a:pt x="198" y="181"/>
                  </a:lnTo>
                  <a:lnTo>
                    <a:pt x="219" y="127"/>
                  </a:lnTo>
                  <a:lnTo>
                    <a:pt x="313" y="115"/>
                  </a:lnTo>
                  <a:lnTo>
                    <a:pt x="347" y="134"/>
                  </a:lnTo>
                  <a:lnTo>
                    <a:pt x="297" y="134"/>
                  </a:lnTo>
                  <a:lnTo>
                    <a:pt x="297" y="153"/>
                  </a:lnTo>
                  <a:lnTo>
                    <a:pt x="407" y="153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11" name="Text Box 27">
            <a:extLst>
              <a:ext uri="{FF2B5EF4-FFF2-40B4-BE49-F238E27FC236}">
                <a16:creationId xmlns:a16="http://schemas.microsoft.com/office/drawing/2014/main" id="{649094A3-B316-402E-BE95-88D90C728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3325392"/>
            <a:ext cx="129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sz="1600">
                <a:ea typeface="黑体" panose="02010609060101010101" pitchFamily="49" charset="-122"/>
              </a:rPr>
              <a:t>SWA</a:t>
            </a:r>
          </a:p>
        </p:txBody>
      </p:sp>
      <p:sp>
        <p:nvSpPr>
          <p:cNvPr id="16412" name="Text Box 28">
            <a:extLst>
              <a:ext uri="{FF2B5EF4-FFF2-40B4-BE49-F238E27FC236}">
                <a16:creationId xmlns:a16="http://schemas.microsoft.com/office/drawing/2014/main" id="{7AAC4686-C712-47E1-9502-18CB012DA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8" y="6373392"/>
            <a:ext cx="129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sz="1600">
                <a:ea typeface="黑体" panose="02010609060101010101" pitchFamily="49" charset="-122"/>
              </a:rPr>
              <a:t>SWB</a:t>
            </a:r>
          </a:p>
        </p:txBody>
      </p:sp>
      <p:sp>
        <p:nvSpPr>
          <p:cNvPr id="16413" name="Text Box 29">
            <a:extLst>
              <a:ext uri="{FF2B5EF4-FFF2-40B4-BE49-F238E27FC236}">
                <a16:creationId xmlns:a16="http://schemas.microsoft.com/office/drawing/2014/main" id="{2F11D4BC-EB89-4BAA-9E6E-84F4A0B01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3650" y="6349580"/>
            <a:ext cx="129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sz="1600">
                <a:ea typeface="黑体" panose="02010609060101010101" pitchFamily="49" charset="-122"/>
              </a:rPr>
              <a:t>SWC</a:t>
            </a:r>
          </a:p>
        </p:txBody>
      </p:sp>
      <p:sp>
        <p:nvSpPr>
          <p:cNvPr id="16414" name="Rectangle 30">
            <a:extLst>
              <a:ext uri="{FF2B5EF4-FFF2-40B4-BE49-F238E27FC236}">
                <a16:creationId xmlns:a16="http://schemas.microsoft.com/office/drawing/2014/main" id="{86C8C54F-1BF7-492E-AA56-A5AB003F97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7" y="981075"/>
            <a:ext cx="8641246" cy="2359620"/>
          </a:xfrm>
          <a:noFill/>
          <a:ln/>
        </p:spPr>
        <p:txBody>
          <a:bodyPr wrap="square">
            <a:spAutoFit/>
          </a:bodyPr>
          <a:lstStyle/>
          <a:p>
            <a:r>
              <a:rPr lang="zh-CN" altLang="zh-CN" sz="2400" dirty="0"/>
              <a:t>STP（Spanning Tree Protocol，生成树协议）是用于在局域网中消除数据链路层物理环路的协议。</a:t>
            </a:r>
          </a:p>
          <a:p>
            <a:r>
              <a:rPr lang="zh-CN" altLang="zh-CN" sz="2400" dirty="0"/>
              <a:t>通过在桥之间交换BPDU（Bridge Protocol Data Unit，桥协议数据单元），来保证设备完成生成树的计算过程 。</a:t>
            </a:r>
          </a:p>
        </p:txBody>
      </p:sp>
      <p:sp>
        <p:nvSpPr>
          <p:cNvPr id="16415" name="Line 31">
            <a:extLst>
              <a:ext uri="{FF2B5EF4-FFF2-40B4-BE49-F238E27FC236}">
                <a16:creationId xmlns:a16="http://schemas.microsoft.com/office/drawing/2014/main" id="{1EEE054E-2130-4928-AA57-34935D4BC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2200" y="6205117"/>
            <a:ext cx="1368425" cy="0"/>
          </a:xfrm>
          <a:prstGeom prst="line">
            <a:avLst/>
          </a:prstGeom>
          <a:noFill/>
          <a:ln w="38100" cmpd="sng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6" name="Line 32">
            <a:extLst>
              <a:ext uri="{FF2B5EF4-FFF2-40B4-BE49-F238E27FC236}">
                <a16:creationId xmlns:a16="http://schemas.microsoft.com/office/drawing/2014/main" id="{9788D983-F136-488D-BA52-5CC37C92F7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1988" y="4476330"/>
            <a:ext cx="647700" cy="1008062"/>
          </a:xfrm>
          <a:prstGeom prst="line">
            <a:avLst/>
          </a:prstGeom>
          <a:noFill/>
          <a:ln w="38100" cmpd="sng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7" name="Line 33">
            <a:extLst>
              <a:ext uri="{FF2B5EF4-FFF2-40B4-BE49-F238E27FC236}">
                <a16:creationId xmlns:a16="http://schemas.microsoft.com/office/drawing/2014/main" id="{E89AC914-7007-4ECA-A6D5-78C497C579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9325" y="4549355"/>
            <a:ext cx="647700" cy="1079500"/>
          </a:xfrm>
          <a:prstGeom prst="line">
            <a:avLst/>
          </a:prstGeom>
          <a:noFill/>
          <a:ln w="38100" cmpd="sng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8" name="Text Box 34">
            <a:extLst>
              <a:ext uri="{FF2B5EF4-FFF2-40B4-BE49-F238E27FC236}">
                <a16:creationId xmlns:a16="http://schemas.microsoft.com/office/drawing/2014/main" id="{7248654D-C7EA-408A-899E-4AA972D9F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163" y="4789067"/>
            <a:ext cx="863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sz="1600">
                <a:ea typeface="黑体" panose="02010609060101010101" pitchFamily="49" charset="-122"/>
              </a:rPr>
              <a:t>BPDU</a:t>
            </a:r>
          </a:p>
        </p:txBody>
      </p:sp>
      <p:sp>
        <p:nvSpPr>
          <p:cNvPr id="16419" name="Text Box 35">
            <a:extLst>
              <a:ext uri="{FF2B5EF4-FFF2-40B4-BE49-F238E27FC236}">
                <a16:creationId xmlns:a16="http://schemas.microsoft.com/office/drawing/2014/main" id="{0AB37136-182B-4DEC-B8E2-7888D153A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25" y="6157492"/>
            <a:ext cx="863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sz="1600">
                <a:ea typeface="黑体" panose="02010609060101010101" pitchFamily="49" charset="-122"/>
              </a:rPr>
              <a:t>BPDU</a:t>
            </a:r>
          </a:p>
        </p:txBody>
      </p:sp>
      <p:sp>
        <p:nvSpPr>
          <p:cNvPr id="16420" name="Text Box 36">
            <a:extLst>
              <a:ext uri="{FF2B5EF4-FFF2-40B4-BE49-F238E27FC236}">
                <a16:creationId xmlns:a16="http://schemas.microsoft.com/office/drawing/2014/main" id="{D2FF77C3-5FD1-4E70-8259-56356033F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3650" y="4789067"/>
            <a:ext cx="863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sz="1600">
                <a:ea typeface="黑体" panose="02010609060101010101" pitchFamily="49" charset="-122"/>
              </a:rPr>
              <a:t>BPDU</a:t>
            </a:r>
          </a:p>
        </p:txBody>
      </p:sp>
      <p:sp>
        <p:nvSpPr>
          <p:cNvPr id="16421" name="Line 37">
            <a:extLst>
              <a:ext uri="{FF2B5EF4-FFF2-40B4-BE49-F238E27FC236}">
                <a16:creationId xmlns:a16="http://schemas.microsoft.com/office/drawing/2014/main" id="{7B04DA64-2BC2-4FD4-98ED-1BAA2F2BD2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8825" y="4620792"/>
            <a:ext cx="647700" cy="936625"/>
          </a:xfrm>
          <a:prstGeom prst="line">
            <a:avLst/>
          </a:prstGeom>
          <a:noFill/>
          <a:ln w="38100" cmpd="sng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22" name="Line 38">
            <a:extLst>
              <a:ext uri="{FF2B5EF4-FFF2-40B4-BE49-F238E27FC236}">
                <a16:creationId xmlns:a16="http://schemas.microsoft.com/office/drawing/2014/main" id="{267B62DE-4A79-4F5C-ACF0-9F8D3A2E085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57750" y="4549355"/>
            <a:ext cx="574675" cy="863600"/>
          </a:xfrm>
          <a:prstGeom prst="line">
            <a:avLst/>
          </a:prstGeom>
          <a:noFill/>
          <a:ln w="38100" cmpd="sng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23" name="Line 39">
            <a:extLst>
              <a:ext uri="{FF2B5EF4-FFF2-40B4-BE49-F238E27FC236}">
                <a16:creationId xmlns:a16="http://schemas.microsoft.com/office/drawing/2014/main" id="{E1501C5B-BD40-4305-BD68-B49A6FC2BE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3788" y="5917780"/>
            <a:ext cx="1439862" cy="0"/>
          </a:xfrm>
          <a:prstGeom prst="line">
            <a:avLst/>
          </a:prstGeom>
          <a:noFill/>
          <a:ln w="38100" cmpd="sng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61455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9310374-180F-4677-9EA6-8AE3A659B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生成树协议</a:t>
            </a:r>
          </a:p>
        </p:txBody>
      </p:sp>
      <p:sp>
        <p:nvSpPr>
          <p:cNvPr id="16414" name="Rectangle 30">
            <a:extLst>
              <a:ext uri="{FF2B5EF4-FFF2-40B4-BE49-F238E27FC236}">
                <a16:creationId xmlns:a16="http://schemas.microsoft.com/office/drawing/2014/main" id="{86C8C54F-1BF7-492E-AA56-A5AB003F97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9918" y="1158357"/>
            <a:ext cx="8509519" cy="4729500"/>
          </a:xfrm>
          <a:noFill/>
          <a:ln/>
        </p:spPr>
        <p:txBody>
          <a:bodyPr wrap="square">
            <a:spAutoFit/>
          </a:bodyPr>
          <a:lstStyle/>
          <a:p>
            <a:r>
              <a:rPr lang="en-US" altLang="zh-CN" sz="2400" dirty="0"/>
              <a:t>STP</a:t>
            </a:r>
            <a:r>
              <a:rPr lang="zh-CN" altLang="en-US" sz="2400" dirty="0"/>
              <a:t>协议原理</a:t>
            </a:r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）从参加计算的所有网桥中，选出一个作为</a:t>
            </a:r>
            <a:r>
              <a:rPr lang="zh-CN" altLang="en-US" sz="2400" dirty="0">
                <a:solidFill>
                  <a:srgbClr val="FF0000"/>
                </a:solidFill>
              </a:rPr>
              <a:t>根网桥</a:t>
            </a:r>
            <a:r>
              <a:rPr lang="zh-CN" altLang="en-US" sz="2400" dirty="0"/>
              <a:t>；</a:t>
            </a:r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）为每个非根桥选择一个</a:t>
            </a:r>
            <a:r>
              <a:rPr lang="zh-CN" altLang="en-US" sz="2400" dirty="0">
                <a:solidFill>
                  <a:srgbClr val="FF0000"/>
                </a:solidFill>
              </a:rPr>
              <a:t>根端口</a:t>
            </a:r>
            <a:r>
              <a:rPr lang="zh-CN" altLang="en-US" sz="2400" dirty="0"/>
              <a:t>，该端口到根桥的路径是此网桥到根桥的最佳路径；</a:t>
            </a:r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）对于不与根网桥直接相连的网段，选择一个</a:t>
            </a:r>
            <a:r>
              <a:rPr lang="zh-CN" altLang="en-US" sz="2400" dirty="0">
                <a:solidFill>
                  <a:srgbClr val="FF0000"/>
                </a:solidFill>
              </a:rPr>
              <a:t>指定端口</a:t>
            </a:r>
            <a:r>
              <a:rPr lang="en-US" altLang="zh-CN" sz="2400" dirty="0"/>
              <a:t>(designation)</a:t>
            </a:r>
            <a:r>
              <a:rPr lang="zh-CN" altLang="en-US" sz="2400" dirty="0"/>
              <a:t>，用于收发数据。根网桥上都是指定端口。</a:t>
            </a:r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）既不是指定端口也不是根端口的端口置于阻塞状态，称为</a:t>
            </a:r>
            <a:r>
              <a:rPr lang="zh-CN" altLang="en-US" sz="2400" dirty="0">
                <a:solidFill>
                  <a:srgbClr val="FF0000"/>
                </a:solidFill>
              </a:rPr>
              <a:t>阻塞端口</a:t>
            </a:r>
            <a:r>
              <a:rPr lang="en-US" altLang="zh-CN" sz="2400" dirty="0"/>
              <a:t>(alternative)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821151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9310374-180F-4677-9EA6-8AE3A659B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生成树协议</a:t>
            </a:r>
          </a:p>
        </p:txBody>
      </p:sp>
      <p:sp>
        <p:nvSpPr>
          <p:cNvPr id="16387" name="Line 3">
            <a:extLst>
              <a:ext uri="{FF2B5EF4-FFF2-40B4-BE49-F238E27FC236}">
                <a16:creationId xmlns:a16="http://schemas.microsoft.com/office/drawing/2014/main" id="{B1EC5878-5C5B-4F9A-A0D0-4D1368D0FD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4718" y="3349314"/>
            <a:ext cx="1008062" cy="1655763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Line 4">
            <a:extLst>
              <a:ext uri="{FF2B5EF4-FFF2-40B4-BE49-F238E27FC236}">
                <a16:creationId xmlns:a16="http://schemas.microsoft.com/office/drawing/2014/main" id="{72892B83-3CB2-436F-81C2-DF8F8AE5E8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6155" y="5149539"/>
            <a:ext cx="2232025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" name="Line 5">
            <a:extLst>
              <a:ext uri="{FF2B5EF4-FFF2-40B4-BE49-F238E27FC236}">
                <a16:creationId xmlns:a16="http://schemas.microsoft.com/office/drawing/2014/main" id="{E8AA69B1-B60F-4BCB-8A43-CD2537E740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1555" y="3349314"/>
            <a:ext cx="1081088" cy="1582738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390" name="Group 6">
            <a:extLst>
              <a:ext uri="{FF2B5EF4-FFF2-40B4-BE49-F238E27FC236}">
                <a16:creationId xmlns:a16="http://schemas.microsoft.com/office/drawing/2014/main" id="{A6D784B3-28EA-4C99-87FA-78C97E996727}"/>
              </a:ext>
            </a:extLst>
          </p:cNvPr>
          <p:cNvGrpSpPr>
            <a:grpSpLocks/>
          </p:cNvGrpSpPr>
          <p:nvPr/>
        </p:nvGrpSpPr>
        <p:grpSpPr bwMode="auto">
          <a:xfrm>
            <a:off x="517655" y="4789177"/>
            <a:ext cx="914400" cy="666750"/>
            <a:chOff x="0" y="0"/>
            <a:chExt cx="576" cy="420"/>
          </a:xfrm>
        </p:grpSpPr>
        <p:sp>
          <p:nvSpPr>
            <p:cNvPr id="16391" name="AutoShape 7">
              <a:extLst>
                <a:ext uri="{FF2B5EF4-FFF2-40B4-BE49-F238E27FC236}">
                  <a16:creationId xmlns:a16="http://schemas.microsoft.com/office/drawing/2014/main" id="{7EEF8D6F-364A-4D23-800C-B1A6345FA5D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2" name="未知">
              <a:extLst>
                <a:ext uri="{FF2B5EF4-FFF2-40B4-BE49-F238E27FC236}">
                  <a16:creationId xmlns:a16="http://schemas.microsoft.com/office/drawing/2014/main" id="{FD91A549-0BE5-481F-94B0-1DF893DA2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8"/>
              <a:ext cx="287" cy="252"/>
            </a:xfrm>
            <a:custGeom>
              <a:avLst/>
              <a:gdLst>
                <a:gd name="T0" fmla="*/ 287 w 287"/>
                <a:gd name="T1" fmla="*/ 0 h 252"/>
                <a:gd name="T2" fmla="*/ 287 w 287"/>
                <a:gd name="T3" fmla="*/ 85 h 252"/>
                <a:gd name="T4" fmla="*/ 0 w 287"/>
                <a:gd name="T5" fmla="*/ 252 h 252"/>
                <a:gd name="T6" fmla="*/ 0 w 287"/>
                <a:gd name="T7" fmla="*/ 167 h 252"/>
                <a:gd name="T8" fmla="*/ 287 w 287"/>
                <a:gd name="T9" fmla="*/ 0 h 252"/>
                <a:gd name="T10" fmla="*/ 287 w 287"/>
                <a:gd name="T11" fmla="*/ 0 h 252"/>
                <a:gd name="T12" fmla="*/ 287 w 287"/>
                <a:gd name="T13" fmla="*/ 0 h 252"/>
                <a:gd name="T14" fmla="*/ 287 w 287"/>
                <a:gd name="T15" fmla="*/ 0 h 252"/>
                <a:gd name="T16" fmla="*/ 287 w 287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7" h="252">
                  <a:moveTo>
                    <a:pt x="287" y="0"/>
                  </a:moveTo>
                  <a:lnTo>
                    <a:pt x="287" y="85"/>
                  </a:lnTo>
                  <a:lnTo>
                    <a:pt x="0" y="252"/>
                  </a:lnTo>
                  <a:lnTo>
                    <a:pt x="0" y="167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3" name="未知">
              <a:extLst>
                <a:ext uri="{FF2B5EF4-FFF2-40B4-BE49-F238E27FC236}">
                  <a16:creationId xmlns:a16="http://schemas.microsoft.com/office/drawing/2014/main" id="{85A8BD1E-AA33-4A5C-A330-052457BFD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68"/>
              <a:ext cx="289" cy="252"/>
            </a:xfrm>
            <a:custGeom>
              <a:avLst/>
              <a:gdLst>
                <a:gd name="T0" fmla="*/ 289 w 289"/>
                <a:gd name="T1" fmla="*/ 167 h 252"/>
                <a:gd name="T2" fmla="*/ 289 w 289"/>
                <a:gd name="T3" fmla="*/ 252 h 252"/>
                <a:gd name="T4" fmla="*/ 0 w 289"/>
                <a:gd name="T5" fmla="*/ 85 h 252"/>
                <a:gd name="T6" fmla="*/ 0 w 289"/>
                <a:gd name="T7" fmla="*/ 0 h 252"/>
                <a:gd name="T8" fmla="*/ 289 w 289"/>
                <a:gd name="T9" fmla="*/ 167 h 252"/>
                <a:gd name="T10" fmla="*/ 289 w 289"/>
                <a:gd name="T11" fmla="*/ 167 h 252"/>
                <a:gd name="T12" fmla="*/ 289 w 289"/>
                <a:gd name="T13" fmla="*/ 167 h 252"/>
                <a:gd name="T14" fmla="*/ 289 w 289"/>
                <a:gd name="T15" fmla="*/ 167 h 252"/>
                <a:gd name="T16" fmla="*/ 289 w 289"/>
                <a:gd name="T17" fmla="*/ 167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289" y="167"/>
                  </a:moveTo>
                  <a:lnTo>
                    <a:pt x="289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4" name="未知">
              <a:extLst>
                <a:ext uri="{FF2B5EF4-FFF2-40B4-BE49-F238E27FC236}">
                  <a16:creationId xmlns:a16="http://schemas.microsoft.com/office/drawing/2014/main" id="{2042AD13-81B8-4087-8184-3DD6D2DF1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576" cy="335"/>
            </a:xfrm>
            <a:custGeom>
              <a:avLst/>
              <a:gdLst>
                <a:gd name="T0" fmla="*/ 576 w 576"/>
                <a:gd name="T1" fmla="*/ 168 h 335"/>
                <a:gd name="T2" fmla="*/ 289 w 576"/>
                <a:gd name="T3" fmla="*/ 335 h 335"/>
                <a:gd name="T4" fmla="*/ 0 w 576"/>
                <a:gd name="T5" fmla="*/ 168 h 335"/>
                <a:gd name="T6" fmla="*/ 287 w 576"/>
                <a:gd name="T7" fmla="*/ 0 h 335"/>
                <a:gd name="T8" fmla="*/ 576 w 576"/>
                <a:gd name="T9" fmla="*/ 168 h 335"/>
                <a:gd name="T10" fmla="*/ 576 w 576"/>
                <a:gd name="T11" fmla="*/ 168 h 335"/>
                <a:gd name="T12" fmla="*/ 576 w 576"/>
                <a:gd name="T13" fmla="*/ 168 h 335"/>
                <a:gd name="T14" fmla="*/ 576 w 576"/>
                <a:gd name="T15" fmla="*/ 168 h 335"/>
                <a:gd name="T16" fmla="*/ 576 w 576"/>
                <a:gd name="T17" fmla="*/ 16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335">
                  <a:moveTo>
                    <a:pt x="576" y="168"/>
                  </a:moveTo>
                  <a:lnTo>
                    <a:pt x="289" y="335"/>
                  </a:lnTo>
                  <a:lnTo>
                    <a:pt x="0" y="168"/>
                  </a:lnTo>
                  <a:lnTo>
                    <a:pt x="287" y="0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5" name="未知">
              <a:extLst>
                <a:ext uri="{FF2B5EF4-FFF2-40B4-BE49-F238E27FC236}">
                  <a16:creationId xmlns:a16="http://schemas.microsoft.com/office/drawing/2014/main" id="{213344EE-1A4C-4076-A619-649AADF2E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50"/>
              <a:ext cx="407" cy="237"/>
            </a:xfrm>
            <a:custGeom>
              <a:avLst/>
              <a:gdLst>
                <a:gd name="T0" fmla="*/ 407 w 407"/>
                <a:gd name="T1" fmla="*/ 90 h 237"/>
                <a:gd name="T2" fmla="*/ 374 w 407"/>
                <a:gd name="T3" fmla="*/ 90 h 237"/>
                <a:gd name="T4" fmla="*/ 375 w 407"/>
                <a:gd name="T5" fmla="*/ 119 h 237"/>
                <a:gd name="T6" fmla="*/ 332 w 407"/>
                <a:gd name="T7" fmla="*/ 95 h 237"/>
                <a:gd name="T8" fmla="*/ 325 w 407"/>
                <a:gd name="T9" fmla="*/ 91 h 237"/>
                <a:gd name="T10" fmla="*/ 315 w 407"/>
                <a:gd name="T11" fmla="*/ 92 h 237"/>
                <a:gd name="T12" fmla="*/ 229 w 407"/>
                <a:gd name="T13" fmla="*/ 104 h 237"/>
                <a:gd name="T14" fmla="*/ 248 w 407"/>
                <a:gd name="T15" fmla="*/ 54 h 237"/>
                <a:gd name="T16" fmla="*/ 250 w 407"/>
                <a:gd name="T17" fmla="*/ 48 h 237"/>
                <a:gd name="T18" fmla="*/ 243 w 407"/>
                <a:gd name="T19" fmla="*/ 43 h 237"/>
                <a:gd name="T20" fmla="*/ 201 w 407"/>
                <a:gd name="T21" fmla="*/ 19 h 237"/>
                <a:gd name="T22" fmla="*/ 251 w 407"/>
                <a:gd name="T23" fmla="*/ 19 h 237"/>
                <a:gd name="T24" fmla="*/ 251 w 407"/>
                <a:gd name="T25" fmla="*/ 0 h 237"/>
                <a:gd name="T26" fmla="*/ 141 w 407"/>
                <a:gd name="T27" fmla="*/ 0 h 237"/>
                <a:gd name="T28" fmla="*/ 141 w 407"/>
                <a:gd name="T29" fmla="*/ 64 h 237"/>
                <a:gd name="T30" fmla="*/ 174 w 407"/>
                <a:gd name="T31" fmla="*/ 64 h 237"/>
                <a:gd name="T32" fmla="*/ 174 w 407"/>
                <a:gd name="T33" fmla="*/ 35 h 237"/>
                <a:gd name="T34" fmla="*/ 209 w 407"/>
                <a:gd name="T35" fmla="*/ 55 h 237"/>
                <a:gd name="T36" fmla="*/ 187 w 407"/>
                <a:gd name="T37" fmla="*/ 109 h 237"/>
                <a:gd name="T38" fmla="*/ 94 w 407"/>
                <a:gd name="T39" fmla="*/ 122 h 237"/>
                <a:gd name="T40" fmla="*/ 59 w 407"/>
                <a:gd name="T41" fmla="*/ 101 h 237"/>
                <a:gd name="T42" fmla="*/ 109 w 407"/>
                <a:gd name="T43" fmla="*/ 101 h 237"/>
                <a:gd name="T44" fmla="*/ 109 w 407"/>
                <a:gd name="T45" fmla="*/ 83 h 237"/>
                <a:gd name="T46" fmla="*/ 0 w 407"/>
                <a:gd name="T47" fmla="*/ 83 h 237"/>
                <a:gd name="T48" fmla="*/ 0 w 407"/>
                <a:gd name="T49" fmla="*/ 146 h 237"/>
                <a:gd name="T50" fmla="*/ 33 w 407"/>
                <a:gd name="T51" fmla="*/ 146 h 237"/>
                <a:gd name="T52" fmla="*/ 33 w 407"/>
                <a:gd name="T53" fmla="*/ 117 h 237"/>
                <a:gd name="T54" fmla="*/ 75 w 407"/>
                <a:gd name="T55" fmla="*/ 142 h 237"/>
                <a:gd name="T56" fmla="*/ 82 w 407"/>
                <a:gd name="T57" fmla="*/ 146 h 237"/>
                <a:gd name="T58" fmla="*/ 93 w 407"/>
                <a:gd name="T59" fmla="*/ 144 h 237"/>
                <a:gd name="T60" fmla="*/ 178 w 407"/>
                <a:gd name="T61" fmla="*/ 133 h 237"/>
                <a:gd name="T62" fmla="*/ 158 w 407"/>
                <a:gd name="T63" fmla="*/ 183 h 237"/>
                <a:gd name="T64" fmla="*/ 156 w 407"/>
                <a:gd name="T65" fmla="*/ 189 h 237"/>
                <a:gd name="T66" fmla="*/ 164 w 407"/>
                <a:gd name="T67" fmla="*/ 193 h 237"/>
                <a:gd name="T68" fmla="*/ 206 w 407"/>
                <a:gd name="T69" fmla="*/ 217 h 237"/>
                <a:gd name="T70" fmla="*/ 156 w 407"/>
                <a:gd name="T71" fmla="*/ 217 h 237"/>
                <a:gd name="T72" fmla="*/ 156 w 407"/>
                <a:gd name="T73" fmla="*/ 237 h 237"/>
                <a:gd name="T74" fmla="*/ 266 w 407"/>
                <a:gd name="T75" fmla="*/ 237 h 237"/>
                <a:gd name="T76" fmla="*/ 265 w 407"/>
                <a:gd name="T77" fmla="*/ 173 h 237"/>
                <a:gd name="T78" fmla="*/ 233 w 407"/>
                <a:gd name="T79" fmla="*/ 173 h 237"/>
                <a:gd name="T80" fmla="*/ 233 w 407"/>
                <a:gd name="T81" fmla="*/ 202 h 237"/>
                <a:gd name="T82" fmla="*/ 198 w 407"/>
                <a:gd name="T83" fmla="*/ 182 h 237"/>
                <a:gd name="T84" fmla="*/ 219 w 407"/>
                <a:gd name="T85" fmla="*/ 128 h 237"/>
                <a:gd name="T86" fmla="*/ 313 w 407"/>
                <a:gd name="T87" fmla="*/ 115 h 237"/>
                <a:gd name="T88" fmla="*/ 347 w 407"/>
                <a:gd name="T89" fmla="*/ 135 h 237"/>
                <a:gd name="T90" fmla="*/ 297 w 407"/>
                <a:gd name="T91" fmla="*/ 135 h 237"/>
                <a:gd name="T92" fmla="*/ 297 w 407"/>
                <a:gd name="T93" fmla="*/ 154 h 237"/>
                <a:gd name="T94" fmla="*/ 407 w 407"/>
                <a:gd name="T95" fmla="*/ 154 h 237"/>
                <a:gd name="T96" fmla="*/ 407 w 407"/>
                <a:gd name="T97" fmla="*/ 90 h 237"/>
                <a:gd name="T98" fmla="*/ 407 w 407"/>
                <a:gd name="T99" fmla="*/ 90 h 237"/>
                <a:gd name="T100" fmla="*/ 407 w 407"/>
                <a:gd name="T101" fmla="*/ 90 h 237"/>
                <a:gd name="T102" fmla="*/ 407 w 407"/>
                <a:gd name="T103" fmla="*/ 9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7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1"/>
                  </a:lnTo>
                  <a:lnTo>
                    <a:pt x="315" y="92"/>
                  </a:lnTo>
                  <a:lnTo>
                    <a:pt x="229" y="104"/>
                  </a:lnTo>
                  <a:lnTo>
                    <a:pt x="248" y="54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4"/>
                  </a:lnTo>
                  <a:lnTo>
                    <a:pt x="174" y="64"/>
                  </a:lnTo>
                  <a:lnTo>
                    <a:pt x="174" y="35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2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3"/>
                  </a:lnTo>
                  <a:lnTo>
                    <a:pt x="0" y="83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2"/>
                  </a:lnTo>
                  <a:lnTo>
                    <a:pt x="82" y="146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3"/>
                  </a:lnTo>
                  <a:lnTo>
                    <a:pt x="156" y="189"/>
                  </a:lnTo>
                  <a:lnTo>
                    <a:pt x="164" y="193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7"/>
                  </a:lnTo>
                  <a:lnTo>
                    <a:pt x="266" y="237"/>
                  </a:lnTo>
                  <a:lnTo>
                    <a:pt x="265" y="173"/>
                  </a:lnTo>
                  <a:lnTo>
                    <a:pt x="233" y="173"/>
                  </a:lnTo>
                  <a:lnTo>
                    <a:pt x="233" y="202"/>
                  </a:lnTo>
                  <a:lnTo>
                    <a:pt x="198" y="182"/>
                  </a:lnTo>
                  <a:lnTo>
                    <a:pt x="219" y="128"/>
                  </a:lnTo>
                  <a:lnTo>
                    <a:pt x="313" y="115"/>
                  </a:lnTo>
                  <a:lnTo>
                    <a:pt x="347" y="135"/>
                  </a:lnTo>
                  <a:lnTo>
                    <a:pt x="297" y="135"/>
                  </a:lnTo>
                  <a:lnTo>
                    <a:pt x="297" y="154"/>
                  </a:lnTo>
                  <a:lnTo>
                    <a:pt x="407" y="154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6" name="未知">
              <a:extLst>
                <a:ext uri="{FF2B5EF4-FFF2-40B4-BE49-F238E27FC236}">
                  <a16:creationId xmlns:a16="http://schemas.microsoft.com/office/drawing/2014/main" id="{2A215C1A-DB56-4EF5-9014-9E606FA18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45"/>
              <a:ext cx="407" cy="236"/>
            </a:xfrm>
            <a:custGeom>
              <a:avLst/>
              <a:gdLst>
                <a:gd name="T0" fmla="*/ 407 w 407"/>
                <a:gd name="T1" fmla="*/ 90 h 236"/>
                <a:gd name="T2" fmla="*/ 374 w 407"/>
                <a:gd name="T3" fmla="*/ 90 h 236"/>
                <a:gd name="T4" fmla="*/ 375 w 407"/>
                <a:gd name="T5" fmla="*/ 119 h 236"/>
                <a:gd name="T6" fmla="*/ 332 w 407"/>
                <a:gd name="T7" fmla="*/ 95 h 236"/>
                <a:gd name="T8" fmla="*/ 325 w 407"/>
                <a:gd name="T9" fmla="*/ 90 h 236"/>
                <a:gd name="T10" fmla="*/ 315 w 407"/>
                <a:gd name="T11" fmla="*/ 91 h 236"/>
                <a:gd name="T12" fmla="*/ 229 w 407"/>
                <a:gd name="T13" fmla="*/ 103 h 236"/>
                <a:gd name="T14" fmla="*/ 248 w 407"/>
                <a:gd name="T15" fmla="*/ 53 h 236"/>
                <a:gd name="T16" fmla="*/ 250 w 407"/>
                <a:gd name="T17" fmla="*/ 48 h 236"/>
                <a:gd name="T18" fmla="*/ 243 w 407"/>
                <a:gd name="T19" fmla="*/ 43 h 236"/>
                <a:gd name="T20" fmla="*/ 201 w 407"/>
                <a:gd name="T21" fmla="*/ 19 h 236"/>
                <a:gd name="T22" fmla="*/ 251 w 407"/>
                <a:gd name="T23" fmla="*/ 19 h 236"/>
                <a:gd name="T24" fmla="*/ 251 w 407"/>
                <a:gd name="T25" fmla="*/ 0 h 236"/>
                <a:gd name="T26" fmla="*/ 141 w 407"/>
                <a:gd name="T27" fmla="*/ 0 h 236"/>
                <a:gd name="T28" fmla="*/ 141 w 407"/>
                <a:gd name="T29" fmla="*/ 63 h 236"/>
                <a:gd name="T30" fmla="*/ 174 w 407"/>
                <a:gd name="T31" fmla="*/ 63 h 236"/>
                <a:gd name="T32" fmla="*/ 174 w 407"/>
                <a:gd name="T33" fmla="*/ 34 h 236"/>
                <a:gd name="T34" fmla="*/ 209 w 407"/>
                <a:gd name="T35" fmla="*/ 55 h 236"/>
                <a:gd name="T36" fmla="*/ 187 w 407"/>
                <a:gd name="T37" fmla="*/ 109 h 236"/>
                <a:gd name="T38" fmla="*/ 94 w 407"/>
                <a:gd name="T39" fmla="*/ 121 h 236"/>
                <a:gd name="T40" fmla="*/ 59 w 407"/>
                <a:gd name="T41" fmla="*/ 101 h 236"/>
                <a:gd name="T42" fmla="*/ 109 w 407"/>
                <a:gd name="T43" fmla="*/ 101 h 236"/>
                <a:gd name="T44" fmla="*/ 109 w 407"/>
                <a:gd name="T45" fmla="*/ 82 h 236"/>
                <a:gd name="T46" fmla="*/ 0 w 407"/>
                <a:gd name="T47" fmla="*/ 82 h 236"/>
                <a:gd name="T48" fmla="*/ 0 w 407"/>
                <a:gd name="T49" fmla="*/ 146 h 236"/>
                <a:gd name="T50" fmla="*/ 33 w 407"/>
                <a:gd name="T51" fmla="*/ 146 h 236"/>
                <a:gd name="T52" fmla="*/ 33 w 407"/>
                <a:gd name="T53" fmla="*/ 117 h 236"/>
                <a:gd name="T54" fmla="*/ 75 w 407"/>
                <a:gd name="T55" fmla="*/ 141 h 236"/>
                <a:gd name="T56" fmla="*/ 82 w 407"/>
                <a:gd name="T57" fmla="*/ 145 h 236"/>
                <a:gd name="T58" fmla="*/ 93 w 407"/>
                <a:gd name="T59" fmla="*/ 144 h 236"/>
                <a:gd name="T60" fmla="*/ 178 w 407"/>
                <a:gd name="T61" fmla="*/ 133 h 236"/>
                <a:gd name="T62" fmla="*/ 158 w 407"/>
                <a:gd name="T63" fmla="*/ 182 h 236"/>
                <a:gd name="T64" fmla="*/ 156 w 407"/>
                <a:gd name="T65" fmla="*/ 188 h 236"/>
                <a:gd name="T66" fmla="*/ 164 w 407"/>
                <a:gd name="T67" fmla="*/ 192 h 236"/>
                <a:gd name="T68" fmla="*/ 206 w 407"/>
                <a:gd name="T69" fmla="*/ 217 h 236"/>
                <a:gd name="T70" fmla="*/ 156 w 407"/>
                <a:gd name="T71" fmla="*/ 217 h 236"/>
                <a:gd name="T72" fmla="*/ 156 w 407"/>
                <a:gd name="T73" fmla="*/ 236 h 236"/>
                <a:gd name="T74" fmla="*/ 266 w 407"/>
                <a:gd name="T75" fmla="*/ 236 h 236"/>
                <a:gd name="T76" fmla="*/ 265 w 407"/>
                <a:gd name="T77" fmla="*/ 172 h 236"/>
                <a:gd name="T78" fmla="*/ 233 w 407"/>
                <a:gd name="T79" fmla="*/ 172 h 236"/>
                <a:gd name="T80" fmla="*/ 233 w 407"/>
                <a:gd name="T81" fmla="*/ 201 h 236"/>
                <a:gd name="T82" fmla="*/ 198 w 407"/>
                <a:gd name="T83" fmla="*/ 181 h 236"/>
                <a:gd name="T84" fmla="*/ 219 w 407"/>
                <a:gd name="T85" fmla="*/ 127 h 236"/>
                <a:gd name="T86" fmla="*/ 313 w 407"/>
                <a:gd name="T87" fmla="*/ 115 h 236"/>
                <a:gd name="T88" fmla="*/ 347 w 407"/>
                <a:gd name="T89" fmla="*/ 134 h 236"/>
                <a:gd name="T90" fmla="*/ 297 w 407"/>
                <a:gd name="T91" fmla="*/ 134 h 236"/>
                <a:gd name="T92" fmla="*/ 297 w 407"/>
                <a:gd name="T93" fmla="*/ 153 h 236"/>
                <a:gd name="T94" fmla="*/ 407 w 407"/>
                <a:gd name="T95" fmla="*/ 153 h 236"/>
                <a:gd name="T96" fmla="*/ 407 w 407"/>
                <a:gd name="T97" fmla="*/ 90 h 236"/>
                <a:gd name="T98" fmla="*/ 407 w 407"/>
                <a:gd name="T99" fmla="*/ 90 h 236"/>
                <a:gd name="T100" fmla="*/ 407 w 407"/>
                <a:gd name="T101" fmla="*/ 90 h 236"/>
                <a:gd name="T102" fmla="*/ 407 w 407"/>
                <a:gd name="T103" fmla="*/ 9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6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0"/>
                  </a:lnTo>
                  <a:lnTo>
                    <a:pt x="315" y="91"/>
                  </a:lnTo>
                  <a:lnTo>
                    <a:pt x="229" y="103"/>
                  </a:lnTo>
                  <a:lnTo>
                    <a:pt x="248" y="53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3"/>
                  </a:lnTo>
                  <a:lnTo>
                    <a:pt x="174" y="63"/>
                  </a:lnTo>
                  <a:lnTo>
                    <a:pt x="174" y="34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1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2"/>
                  </a:lnTo>
                  <a:lnTo>
                    <a:pt x="0" y="82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1"/>
                  </a:lnTo>
                  <a:lnTo>
                    <a:pt x="82" y="145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2"/>
                  </a:lnTo>
                  <a:lnTo>
                    <a:pt x="156" y="188"/>
                  </a:lnTo>
                  <a:lnTo>
                    <a:pt x="164" y="192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6"/>
                  </a:lnTo>
                  <a:lnTo>
                    <a:pt x="266" y="236"/>
                  </a:lnTo>
                  <a:lnTo>
                    <a:pt x="265" y="172"/>
                  </a:lnTo>
                  <a:lnTo>
                    <a:pt x="233" y="172"/>
                  </a:lnTo>
                  <a:lnTo>
                    <a:pt x="233" y="201"/>
                  </a:lnTo>
                  <a:lnTo>
                    <a:pt x="198" y="181"/>
                  </a:lnTo>
                  <a:lnTo>
                    <a:pt x="219" y="127"/>
                  </a:lnTo>
                  <a:lnTo>
                    <a:pt x="313" y="115"/>
                  </a:lnTo>
                  <a:lnTo>
                    <a:pt x="347" y="134"/>
                  </a:lnTo>
                  <a:lnTo>
                    <a:pt x="297" y="134"/>
                  </a:lnTo>
                  <a:lnTo>
                    <a:pt x="297" y="153"/>
                  </a:lnTo>
                  <a:lnTo>
                    <a:pt x="407" y="153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397" name="Group 13">
            <a:extLst>
              <a:ext uri="{FF2B5EF4-FFF2-40B4-BE49-F238E27FC236}">
                <a16:creationId xmlns:a16="http://schemas.microsoft.com/office/drawing/2014/main" id="{B04198F3-37B8-42CC-AC20-4DD871F68FEF}"/>
              </a:ext>
            </a:extLst>
          </p:cNvPr>
          <p:cNvGrpSpPr>
            <a:grpSpLocks/>
          </p:cNvGrpSpPr>
          <p:nvPr/>
        </p:nvGrpSpPr>
        <p:grpSpPr bwMode="auto">
          <a:xfrm>
            <a:off x="3303718" y="4770127"/>
            <a:ext cx="914400" cy="666750"/>
            <a:chOff x="0" y="0"/>
            <a:chExt cx="576" cy="420"/>
          </a:xfrm>
        </p:grpSpPr>
        <p:sp>
          <p:nvSpPr>
            <p:cNvPr id="16398" name="AutoShape 14">
              <a:extLst>
                <a:ext uri="{FF2B5EF4-FFF2-40B4-BE49-F238E27FC236}">
                  <a16:creationId xmlns:a16="http://schemas.microsoft.com/office/drawing/2014/main" id="{4EDAF6F8-2640-4F77-9BB6-57EE1566ADD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未知">
              <a:extLst>
                <a:ext uri="{FF2B5EF4-FFF2-40B4-BE49-F238E27FC236}">
                  <a16:creationId xmlns:a16="http://schemas.microsoft.com/office/drawing/2014/main" id="{28E8293C-1B3E-4FE5-9DBC-65961ACBB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8"/>
              <a:ext cx="287" cy="252"/>
            </a:xfrm>
            <a:custGeom>
              <a:avLst/>
              <a:gdLst>
                <a:gd name="T0" fmla="*/ 287 w 287"/>
                <a:gd name="T1" fmla="*/ 0 h 252"/>
                <a:gd name="T2" fmla="*/ 287 w 287"/>
                <a:gd name="T3" fmla="*/ 85 h 252"/>
                <a:gd name="T4" fmla="*/ 0 w 287"/>
                <a:gd name="T5" fmla="*/ 252 h 252"/>
                <a:gd name="T6" fmla="*/ 0 w 287"/>
                <a:gd name="T7" fmla="*/ 167 h 252"/>
                <a:gd name="T8" fmla="*/ 287 w 287"/>
                <a:gd name="T9" fmla="*/ 0 h 252"/>
                <a:gd name="T10" fmla="*/ 287 w 287"/>
                <a:gd name="T11" fmla="*/ 0 h 252"/>
                <a:gd name="T12" fmla="*/ 287 w 287"/>
                <a:gd name="T13" fmla="*/ 0 h 252"/>
                <a:gd name="T14" fmla="*/ 287 w 287"/>
                <a:gd name="T15" fmla="*/ 0 h 252"/>
                <a:gd name="T16" fmla="*/ 287 w 287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7" h="252">
                  <a:moveTo>
                    <a:pt x="287" y="0"/>
                  </a:moveTo>
                  <a:lnTo>
                    <a:pt x="287" y="85"/>
                  </a:lnTo>
                  <a:lnTo>
                    <a:pt x="0" y="252"/>
                  </a:lnTo>
                  <a:lnTo>
                    <a:pt x="0" y="167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0" name="未知">
              <a:extLst>
                <a:ext uri="{FF2B5EF4-FFF2-40B4-BE49-F238E27FC236}">
                  <a16:creationId xmlns:a16="http://schemas.microsoft.com/office/drawing/2014/main" id="{4BB059E0-7515-4E0C-BE83-CC800E9B0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68"/>
              <a:ext cx="289" cy="252"/>
            </a:xfrm>
            <a:custGeom>
              <a:avLst/>
              <a:gdLst>
                <a:gd name="T0" fmla="*/ 289 w 289"/>
                <a:gd name="T1" fmla="*/ 167 h 252"/>
                <a:gd name="T2" fmla="*/ 289 w 289"/>
                <a:gd name="T3" fmla="*/ 252 h 252"/>
                <a:gd name="T4" fmla="*/ 0 w 289"/>
                <a:gd name="T5" fmla="*/ 85 h 252"/>
                <a:gd name="T6" fmla="*/ 0 w 289"/>
                <a:gd name="T7" fmla="*/ 0 h 252"/>
                <a:gd name="T8" fmla="*/ 289 w 289"/>
                <a:gd name="T9" fmla="*/ 167 h 252"/>
                <a:gd name="T10" fmla="*/ 289 w 289"/>
                <a:gd name="T11" fmla="*/ 167 h 252"/>
                <a:gd name="T12" fmla="*/ 289 w 289"/>
                <a:gd name="T13" fmla="*/ 167 h 252"/>
                <a:gd name="T14" fmla="*/ 289 w 289"/>
                <a:gd name="T15" fmla="*/ 167 h 252"/>
                <a:gd name="T16" fmla="*/ 289 w 289"/>
                <a:gd name="T17" fmla="*/ 167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289" y="167"/>
                  </a:moveTo>
                  <a:lnTo>
                    <a:pt x="289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1" name="未知">
              <a:extLst>
                <a:ext uri="{FF2B5EF4-FFF2-40B4-BE49-F238E27FC236}">
                  <a16:creationId xmlns:a16="http://schemas.microsoft.com/office/drawing/2014/main" id="{8C779385-EE28-456A-99D5-F47201BE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576" cy="335"/>
            </a:xfrm>
            <a:custGeom>
              <a:avLst/>
              <a:gdLst>
                <a:gd name="T0" fmla="*/ 576 w 576"/>
                <a:gd name="T1" fmla="*/ 168 h 335"/>
                <a:gd name="T2" fmla="*/ 289 w 576"/>
                <a:gd name="T3" fmla="*/ 335 h 335"/>
                <a:gd name="T4" fmla="*/ 0 w 576"/>
                <a:gd name="T5" fmla="*/ 168 h 335"/>
                <a:gd name="T6" fmla="*/ 287 w 576"/>
                <a:gd name="T7" fmla="*/ 0 h 335"/>
                <a:gd name="T8" fmla="*/ 576 w 576"/>
                <a:gd name="T9" fmla="*/ 168 h 335"/>
                <a:gd name="T10" fmla="*/ 576 w 576"/>
                <a:gd name="T11" fmla="*/ 168 h 335"/>
                <a:gd name="T12" fmla="*/ 576 w 576"/>
                <a:gd name="T13" fmla="*/ 168 h 335"/>
                <a:gd name="T14" fmla="*/ 576 w 576"/>
                <a:gd name="T15" fmla="*/ 168 h 335"/>
                <a:gd name="T16" fmla="*/ 576 w 576"/>
                <a:gd name="T17" fmla="*/ 16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335">
                  <a:moveTo>
                    <a:pt x="576" y="168"/>
                  </a:moveTo>
                  <a:lnTo>
                    <a:pt x="289" y="335"/>
                  </a:lnTo>
                  <a:lnTo>
                    <a:pt x="0" y="168"/>
                  </a:lnTo>
                  <a:lnTo>
                    <a:pt x="287" y="0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2" name="未知">
              <a:extLst>
                <a:ext uri="{FF2B5EF4-FFF2-40B4-BE49-F238E27FC236}">
                  <a16:creationId xmlns:a16="http://schemas.microsoft.com/office/drawing/2014/main" id="{A626129B-1E70-43C9-9414-CDBB38ADF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50"/>
              <a:ext cx="407" cy="237"/>
            </a:xfrm>
            <a:custGeom>
              <a:avLst/>
              <a:gdLst>
                <a:gd name="T0" fmla="*/ 407 w 407"/>
                <a:gd name="T1" fmla="*/ 90 h 237"/>
                <a:gd name="T2" fmla="*/ 374 w 407"/>
                <a:gd name="T3" fmla="*/ 90 h 237"/>
                <a:gd name="T4" fmla="*/ 375 w 407"/>
                <a:gd name="T5" fmla="*/ 119 h 237"/>
                <a:gd name="T6" fmla="*/ 332 w 407"/>
                <a:gd name="T7" fmla="*/ 95 h 237"/>
                <a:gd name="T8" fmla="*/ 325 w 407"/>
                <a:gd name="T9" fmla="*/ 91 h 237"/>
                <a:gd name="T10" fmla="*/ 315 w 407"/>
                <a:gd name="T11" fmla="*/ 92 h 237"/>
                <a:gd name="T12" fmla="*/ 229 w 407"/>
                <a:gd name="T13" fmla="*/ 104 h 237"/>
                <a:gd name="T14" fmla="*/ 248 w 407"/>
                <a:gd name="T15" fmla="*/ 54 h 237"/>
                <a:gd name="T16" fmla="*/ 250 w 407"/>
                <a:gd name="T17" fmla="*/ 48 h 237"/>
                <a:gd name="T18" fmla="*/ 243 w 407"/>
                <a:gd name="T19" fmla="*/ 43 h 237"/>
                <a:gd name="T20" fmla="*/ 201 w 407"/>
                <a:gd name="T21" fmla="*/ 19 h 237"/>
                <a:gd name="T22" fmla="*/ 251 w 407"/>
                <a:gd name="T23" fmla="*/ 19 h 237"/>
                <a:gd name="T24" fmla="*/ 251 w 407"/>
                <a:gd name="T25" fmla="*/ 0 h 237"/>
                <a:gd name="T26" fmla="*/ 141 w 407"/>
                <a:gd name="T27" fmla="*/ 0 h 237"/>
                <a:gd name="T28" fmla="*/ 141 w 407"/>
                <a:gd name="T29" fmla="*/ 64 h 237"/>
                <a:gd name="T30" fmla="*/ 174 w 407"/>
                <a:gd name="T31" fmla="*/ 64 h 237"/>
                <a:gd name="T32" fmla="*/ 174 w 407"/>
                <a:gd name="T33" fmla="*/ 35 h 237"/>
                <a:gd name="T34" fmla="*/ 209 w 407"/>
                <a:gd name="T35" fmla="*/ 55 h 237"/>
                <a:gd name="T36" fmla="*/ 187 w 407"/>
                <a:gd name="T37" fmla="*/ 109 h 237"/>
                <a:gd name="T38" fmla="*/ 94 w 407"/>
                <a:gd name="T39" fmla="*/ 122 h 237"/>
                <a:gd name="T40" fmla="*/ 59 w 407"/>
                <a:gd name="T41" fmla="*/ 101 h 237"/>
                <a:gd name="T42" fmla="*/ 109 w 407"/>
                <a:gd name="T43" fmla="*/ 101 h 237"/>
                <a:gd name="T44" fmla="*/ 109 w 407"/>
                <a:gd name="T45" fmla="*/ 83 h 237"/>
                <a:gd name="T46" fmla="*/ 0 w 407"/>
                <a:gd name="T47" fmla="*/ 83 h 237"/>
                <a:gd name="T48" fmla="*/ 0 w 407"/>
                <a:gd name="T49" fmla="*/ 146 h 237"/>
                <a:gd name="T50" fmla="*/ 33 w 407"/>
                <a:gd name="T51" fmla="*/ 146 h 237"/>
                <a:gd name="T52" fmla="*/ 33 w 407"/>
                <a:gd name="T53" fmla="*/ 117 h 237"/>
                <a:gd name="T54" fmla="*/ 75 w 407"/>
                <a:gd name="T55" fmla="*/ 142 h 237"/>
                <a:gd name="T56" fmla="*/ 82 w 407"/>
                <a:gd name="T57" fmla="*/ 146 h 237"/>
                <a:gd name="T58" fmla="*/ 93 w 407"/>
                <a:gd name="T59" fmla="*/ 144 h 237"/>
                <a:gd name="T60" fmla="*/ 178 w 407"/>
                <a:gd name="T61" fmla="*/ 133 h 237"/>
                <a:gd name="T62" fmla="*/ 158 w 407"/>
                <a:gd name="T63" fmla="*/ 183 h 237"/>
                <a:gd name="T64" fmla="*/ 156 w 407"/>
                <a:gd name="T65" fmla="*/ 189 h 237"/>
                <a:gd name="T66" fmla="*/ 164 w 407"/>
                <a:gd name="T67" fmla="*/ 193 h 237"/>
                <a:gd name="T68" fmla="*/ 206 w 407"/>
                <a:gd name="T69" fmla="*/ 217 h 237"/>
                <a:gd name="T70" fmla="*/ 156 w 407"/>
                <a:gd name="T71" fmla="*/ 217 h 237"/>
                <a:gd name="T72" fmla="*/ 156 w 407"/>
                <a:gd name="T73" fmla="*/ 237 h 237"/>
                <a:gd name="T74" fmla="*/ 266 w 407"/>
                <a:gd name="T75" fmla="*/ 237 h 237"/>
                <a:gd name="T76" fmla="*/ 265 w 407"/>
                <a:gd name="T77" fmla="*/ 173 h 237"/>
                <a:gd name="T78" fmla="*/ 233 w 407"/>
                <a:gd name="T79" fmla="*/ 173 h 237"/>
                <a:gd name="T80" fmla="*/ 233 w 407"/>
                <a:gd name="T81" fmla="*/ 202 h 237"/>
                <a:gd name="T82" fmla="*/ 198 w 407"/>
                <a:gd name="T83" fmla="*/ 182 h 237"/>
                <a:gd name="T84" fmla="*/ 219 w 407"/>
                <a:gd name="T85" fmla="*/ 128 h 237"/>
                <a:gd name="T86" fmla="*/ 313 w 407"/>
                <a:gd name="T87" fmla="*/ 115 h 237"/>
                <a:gd name="T88" fmla="*/ 347 w 407"/>
                <a:gd name="T89" fmla="*/ 135 h 237"/>
                <a:gd name="T90" fmla="*/ 297 w 407"/>
                <a:gd name="T91" fmla="*/ 135 h 237"/>
                <a:gd name="T92" fmla="*/ 297 w 407"/>
                <a:gd name="T93" fmla="*/ 154 h 237"/>
                <a:gd name="T94" fmla="*/ 407 w 407"/>
                <a:gd name="T95" fmla="*/ 154 h 237"/>
                <a:gd name="T96" fmla="*/ 407 w 407"/>
                <a:gd name="T97" fmla="*/ 90 h 237"/>
                <a:gd name="T98" fmla="*/ 407 w 407"/>
                <a:gd name="T99" fmla="*/ 90 h 237"/>
                <a:gd name="T100" fmla="*/ 407 w 407"/>
                <a:gd name="T101" fmla="*/ 90 h 237"/>
                <a:gd name="T102" fmla="*/ 407 w 407"/>
                <a:gd name="T103" fmla="*/ 9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7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1"/>
                  </a:lnTo>
                  <a:lnTo>
                    <a:pt x="315" y="92"/>
                  </a:lnTo>
                  <a:lnTo>
                    <a:pt x="229" y="104"/>
                  </a:lnTo>
                  <a:lnTo>
                    <a:pt x="248" y="54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4"/>
                  </a:lnTo>
                  <a:lnTo>
                    <a:pt x="174" y="64"/>
                  </a:lnTo>
                  <a:lnTo>
                    <a:pt x="174" y="35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2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3"/>
                  </a:lnTo>
                  <a:lnTo>
                    <a:pt x="0" y="83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2"/>
                  </a:lnTo>
                  <a:lnTo>
                    <a:pt x="82" y="146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3"/>
                  </a:lnTo>
                  <a:lnTo>
                    <a:pt x="156" y="189"/>
                  </a:lnTo>
                  <a:lnTo>
                    <a:pt x="164" y="193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7"/>
                  </a:lnTo>
                  <a:lnTo>
                    <a:pt x="266" y="237"/>
                  </a:lnTo>
                  <a:lnTo>
                    <a:pt x="265" y="173"/>
                  </a:lnTo>
                  <a:lnTo>
                    <a:pt x="233" y="173"/>
                  </a:lnTo>
                  <a:lnTo>
                    <a:pt x="233" y="202"/>
                  </a:lnTo>
                  <a:lnTo>
                    <a:pt x="198" y="182"/>
                  </a:lnTo>
                  <a:lnTo>
                    <a:pt x="219" y="128"/>
                  </a:lnTo>
                  <a:lnTo>
                    <a:pt x="313" y="115"/>
                  </a:lnTo>
                  <a:lnTo>
                    <a:pt x="347" y="135"/>
                  </a:lnTo>
                  <a:lnTo>
                    <a:pt x="297" y="135"/>
                  </a:lnTo>
                  <a:lnTo>
                    <a:pt x="297" y="154"/>
                  </a:lnTo>
                  <a:lnTo>
                    <a:pt x="407" y="154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3" name="未知">
              <a:extLst>
                <a:ext uri="{FF2B5EF4-FFF2-40B4-BE49-F238E27FC236}">
                  <a16:creationId xmlns:a16="http://schemas.microsoft.com/office/drawing/2014/main" id="{5AF774BB-D504-480E-89AC-4961BFC32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45"/>
              <a:ext cx="407" cy="236"/>
            </a:xfrm>
            <a:custGeom>
              <a:avLst/>
              <a:gdLst>
                <a:gd name="T0" fmla="*/ 407 w 407"/>
                <a:gd name="T1" fmla="*/ 90 h 236"/>
                <a:gd name="T2" fmla="*/ 374 w 407"/>
                <a:gd name="T3" fmla="*/ 90 h 236"/>
                <a:gd name="T4" fmla="*/ 375 w 407"/>
                <a:gd name="T5" fmla="*/ 119 h 236"/>
                <a:gd name="T6" fmla="*/ 332 w 407"/>
                <a:gd name="T7" fmla="*/ 95 h 236"/>
                <a:gd name="T8" fmla="*/ 325 w 407"/>
                <a:gd name="T9" fmla="*/ 90 h 236"/>
                <a:gd name="T10" fmla="*/ 315 w 407"/>
                <a:gd name="T11" fmla="*/ 91 h 236"/>
                <a:gd name="T12" fmla="*/ 229 w 407"/>
                <a:gd name="T13" fmla="*/ 103 h 236"/>
                <a:gd name="T14" fmla="*/ 248 w 407"/>
                <a:gd name="T15" fmla="*/ 53 h 236"/>
                <a:gd name="T16" fmla="*/ 250 w 407"/>
                <a:gd name="T17" fmla="*/ 48 h 236"/>
                <a:gd name="T18" fmla="*/ 243 w 407"/>
                <a:gd name="T19" fmla="*/ 43 h 236"/>
                <a:gd name="T20" fmla="*/ 201 w 407"/>
                <a:gd name="T21" fmla="*/ 19 h 236"/>
                <a:gd name="T22" fmla="*/ 251 w 407"/>
                <a:gd name="T23" fmla="*/ 19 h 236"/>
                <a:gd name="T24" fmla="*/ 251 w 407"/>
                <a:gd name="T25" fmla="*/ 0 h 236"/>
                <a:gd name="T26" fmla="*/ 141 w 407"/>
                <a:gd name="T27" fmla="*/ 0 h 236"/>
                <a:gd name="T28" fmla="*/ 141 w 407"/>
                <a:gd name="T29" fmla="*/ 63 h 236"/>
                <a:gd name="T30" fmla="*/ 174 w 407"/>
                <a:gd name="T31" fmla="*/ 63 h 236"/>
                <a:gd name="T32" fmla="*/ 174 w 407"/>
                <a:gd name="T33" fmla="*/ 34 h 236"/>
                <a:gd name="T34" fmla="*/ 209 w 407"/>
                <a:gd name="T35" fmla="*/ 55 h 236"/>
                <a:gd name="T36" fmla="*/ 187 w 407"/>
                <a:gd name="T37" fmla="*/ 109 h 236"/>
                <a:gd name="T38" fmla="*/ 94 w 407"/>
                <a:gd name="T39" fmla="*/ 121 h 236"/>
                <a:gd name="T40" fmla="*/ 59 w 407"/>
                <a:gd name="T41" fmla="*/ 101 h 236"/>
                <a:gd name="T42" fmla="*/ 109 w 407"/>
                <a:gd name="T43" fmla="*/ 101 h 236"/>
                <a:gd name="T44" fmla="*/ 109 w 407"/>
                <a:gd name="T45" fmla="*/ 82 h 236"/>
                <a:gd name="T46" fmla="*/ 0 w 407"/>
                <a:gd name="T47" fmla="*/ 82 h 236"/>
                <a:gd name="T48" fmla="*/ 0 w 407"/>
                <a:gd name="T49" fmla="*/ 146 h 236"/>
                <a:gd name="T50" fmla="*/ 33 w 407"/>
                <a:gd name="T51" fmla="*/ 146 h 236"/>
                <a:gd name="T52" fmla="*/ 33 w 407"/>
                <a:gd name="T53" fmla="*/ 117 h 236"/>
                <a:gd name="T54" fmla="*/ 75 w 407"/>
                <a:gd name="T55" fmla="*/ 141 h 236"/>
                <a:gd name="T56" fmla="*/ 82 w 407"/>
                <a:gd name="T57" fmla="*/ 145 h 236"/>
                <a:gd name="T58" fmla="*/ 93 w 407"/>
                <a:gd name="T59" fmla="*/ 144 h 236"/>
                <a:gd name="T60" fmla="*/ 178 w 407"/>
                <a:gd name="T61" fmla="*/ 133 h 236"/>
                <a:gd name="T62" fmla="*/ 158 w 407"/>
                <a:gd name="T63" fmla="*/ 182 h 236"/>
                <a:gd name="T64" fmla="*/ 156 w 407"/>
                <a:gd name="T65" fmla="*/ 188 h 236"/>
                <a:gd name="T66" fmla="*/ 164 w 407"/>
                <a:gd name="T67" fmla="*/ 192 h 236"/>
                <a:gd name="T68" fmla="*/ 206 w 407"/>
                <a:gd name="T69" fmla="*/ 217 h 236"/>
                <a:gd name="T70" fmla="*/ 156 w 407"/>
                <a:gd name="T71" fmla="*/ 217 h 236"/>
                <a:gd name="T72" fmla="*/ 156 w 407"/>
                <a:gd name="T73" fmla="*/ 236 h 236"/>
                <a:gd name="T74" fmla="*/ 266 w 407"/>
                <a:gd name="T75" fmla="*/ 236 h 236"/>
                <a:gd name="T76" fmla="*/ 265 w 407"/>
                <a:gd name="T77" fmla="*/ 172 h 236"/>
                <a:gd name="T78" fmla="*/ 233 w 407"/>
                <a:gd name="T79" fmla="*/ 172 h 236"/>
                <a:gd name="T80" fmla="*/ 233 w 407"/>
                <a:gd name="T81" fmla="*/ 201 h 236"/>
                <a:gd name="T82" fmla="*/ 198 w 407"/>
                <a:gd name="T83" fmla="*/ 181 h 236"/>
                <a:gd name="T84" fmla="*/ 219 w 407"/>
                <a:gd name="T85" fmla="*/ 127 h 236"/>
                <a:gd name="T86" fmla="*/ 313 w 407"/>
                <a:gd name="T87" fmla="*/ 115 h 236"/>
                <a:gd name="T88" fmla="*/ 347 w 407"/>
                <a:gd name="T89" fmla="*/ 134 h 236"/>
                <a:gd name="T90" fmla="*/ 297 w 407"/>
                <a:gd name="T91" fmla="*/ 134 h 236"/>
                <a:gd name="T92" fmla="*/ 297 w 407"/>
                <a:gd name="T93" fmla="*/ 153 h 236"/>
                <a:gd name="T94" fmla="*/ 407 w 407"/>
                <a:gd name="T95" fmla="*/ 153 h 236"/>
                <a:gd name="T96" fmla="*/ 407 w 407"/>
                <a:gd name="T97" fmla="*/ 90 h 236"/>
                <a:gd name="T98" fmla="*/ 407 w 407"/>
                <a:gd name="T99" fmla="*/ 90 h 236"/>
                <a:gd name="T100" fmla="*/ 407 w 407"/>
                <a:gd name="T101" fmla="*/ 90 h 236"/>
                <a:gd name="T102" fmla="*/ 407 w 407"/>
                <a:gd name="T103" fmla="*/ 9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6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0"/>
                  </a:lnTo>
                  <a:lnTo>
                    <a:pt x="315" y="91"/>
                  </a:lnTo>
                  <a:lnTo>
                    <a:pt x="229" y="103"/>
                  </a:lnTo>
                  <a:lnTo>
                    <a:pt x="248" y="53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3"/>
                  </a:lnTo>
                  <a:lnTo>
                    <a:pt x="174" y="63"/>
                  </a:lnTo>
                  <a:lnTo>
                    <a:pt x="174" y="34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1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2"/>
                  </a:lnTo>
                  <a:lnTo>
                    <a:pt x="0" y="82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1"/>
                  </a:lnTo>
                  <a:lnTo>
                    <a:pt x="82" y="145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2"/>
                  </a:lnTo>
                  <a:lnTo>
                    <a:pt x="156" y="188"/>
                  </a:lnTo>
                  <a:lnTo>
                    <a:pt x="164" y="192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6"/>
                  </a:lnTo>
                  <a:lnTo>
                    <a:pt x="266" y="236"/>
                  </a:lnTo>
                  <a:lnTo>
                    <a:pt x="265" y="172"/>
                  </a:lnTo>
                  <a:lnTo>
                    <a:pt x="233" y="172"/>
                  </a:lnTo>
                  <a:lnTo>
                    <a:pt x="233" y="201"/>
                  </a:lnTo>
                  <a:lnTo>
                    <a:pt x="198" y="181"/>
                  </a:lnTo>
                  <a:lnTo>
                    <a:pt x="219" y="127"/>
                  </a:lnTo>
                  <a:lnTo>
                    <a:pt x="313" y="115"/>
                  </a:lnTo>
                  <a:lnTo>
                    <a:pt x="347" y="134"/>
                  </a:lnTo>
                  <a:lnTo>
                    <a:pt x="297" y="134"/>
                  </a:lnTo>
                  <a:lnTo>
                    <a:pt x="297" y="153"/>
                  </a:lnTo>
                  <a:lnTo>
                    <a:pt x="407" y="153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404" name="Group 20">
            <a:extLst>
              <a:ext uri="{FF2B5EF4-FFF2-40B4-BE49-F238E27FC236}">
                <a16:creationId xmlns:a16="http://schemas.microsoft.com/office/drawing/2014/main" id="{4465D9F5-2340-447B-AA53-B1A888A5CEB7}"/>
              </a:ext>
            </a:extLst>
          </p:cNvPr>
          <p:cNvGrpSpPr>
            <a:grpSpLocks/>
          </p:cNvGrpSpPr>
          <p:nvPr/>
        </p:nvGrpSpPr>
        <p:grpSpPr bwMode="auto">
          <a:xfrm>
            <a:off x="1863855" y="2844489"/>
            <a:ext cx="914400" cy="666750"/>
            <a:chOff x="0" y="0"/>
            <a:chExt cx="576" cy="420"/>
          </a:xfrm>
        </p:grpSpPr>
        <p:sp>
          <p:nvSpPr>
            <p:cNvPr id="16405" name="AutoShape 21">
              <a:extLst>
                <a:ext uri="{FF2B5EF4-FFF2-40B4-BE49-F238E27FC236}">
                  <a16:creationId xmlns:a16="http://schemas.microsoft.com/office/drawing/2014/main" id="{A1D2637B-E6C6-4ACE-9CAC-A6D2FD0AEA5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6" name="未知">
              <a:extLst>
                <a:ext uri="{FF2B5EF4-FFF2-40B4-BE49-F238E27FC236}">
                  <a16:creationId xmlns:a16="http://schemas.microsoft.com/office/drawing/2014/main" id="{E791220D-A502-4783-8B07-32FD2B203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8"/>
              <a:ext cx="287" cy="252"/>
            </a:xfrm>
            <a:custGeom>
              <a:avLst/>
              <a:gdLst>
                <a:gd name="T0" fmla="*/ 287 w 287"/>
                <a:gd name="T1" fmla="*/ 0 h 252"/>
                <a:gd name="T2" fmla="*/ 287 w 287"/>
                <a:gd name="T3" fmla="*/ 85 h 252"/>
                <a:gd name="T4" fmla="*/ 0 w 287"/>
                <a:gd name="T5" fmla="*/ 252 h 252"/>
                <a:gd name="T6" fmla="*/ 0 w 287"/>
                <a:gd name="T7" fmla="*/ 167 h 252"/>
                <a:gd name="T8" fmla="*/ 287 w 287"/>
                <a:gd name="T9" fmla="*/ 0 h 252"/>
                <a:gd name="T10" fmla="*/ 287 w 287"/>
                <a:gd name="T11" fmla="*/ 0 h 252"/>
                <a:gd name="T12" fmla="*/ 287 w 287"/>
                <a:gd name="T13" fmla="*/ 0 h 252"/>
                <a:gd name="T14" fmla="*/ 287 w 287"/>
                <a:gd name="T15" fmla="*/ 0 h 252"/>
                <a:gd name="T16" fmla="*/ 287 w 287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7" h="252">
                  <a:moveTo>
                    <a:pt x="287" y="0"/>
                  </a:moveTo>
                  <a:lnTo>
                    <a:pt x="287" y="85"/>
                  </a:lnTo>
                  <a:lnTo>
                    <a:pt x="0" y="252"/>
                  </a:lnTo>
                  <a:lnTo>
                    <a:pt x="0" y="167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7" name="未知">
              <a:extLst>
                <a:ext uri="{FF2B5EF4-FFF2-40B4-BE49-F238E27FC236}">
                  <a16:creationId xmlns:a16="http://schemas.microsoft.com/office/drawing/2014/main" id="{58883F4F-429F-4354-90C5-BC0CDA36A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68"/>
              <a:ext cx="289" cy="252"/>
            </a:xfrm>
            <a:custGeom>
              <a:avLst/>
              <a:gdLst>
                <a:gd name="T0" fmla="*/ 289 w 289"/>
                <a:gd name="T1" fmla="*/ 167 h 252"/>
                <a:gd name="T2" fmla="*/ 289 w 289"/>
                <a:gd name="T3" fmla="*/ 252 h 252"/>
                <a:gd name="T4" fmla="*/ 0 w 289"/>
                <a:gd name="T5" fmla="*/ 85 h 252"/>
                <a:gd name="T6" fmla="*/ 0 w 289"/>
                <a:gd name="T7" fmla="*/ 0 h 252"/>
                <a:gd name="T8" fmla="*/ 289 w 289"/>
                <a:gd name="T9" fmla="*/ 167 h 252"/>
                <a:gd name="T10" fmla="*/ 289 w 289"/>
                <a:gd name="T11" fmla="*/ 167 h 252"/>
                <a:gd name="T12" fmla="*/ 289 w 289"/>
                <a:gd name="T13" fmla="*/ 167 h 252"/>
                <a:gd name="T14" fmla="*/ 289 w 289"/>
                <a:gd name="T15" fmla="*/ 167 h 252"/>
                <a:gd name="T16" fmla="*/ 289 w 289"/>
                <a:gd name="T17" fmla="*/ 167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289" y="167"/>
                  </a:moveTo>
                  <a:lnTo>
                    <a:pt x="289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8" name="未知">
              <a:extLst>
                <a:ext uri="{FF2B5EF4-FFF2-40B4-BE49-F238E27FC236}">
                  <a16:creationId xmlns:a16="http://schemas.microsoft.com/office/drawing/2014/main" id="{2A2059FB-89DA-4BB8-A977-A1B71BB17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576" cy="335"/>
            </a:xfrm>
            <a:custGeom>
              <a:avLst/>
              <a:gdLst>
                <a:gd name="T0" fmla="*/ 576 w 576"/>
                <a:gd name="T1" fmla="*/ 168 h 335"/>
                <a:gd name="T2" fmla="*/ 289 w 576"/>
                <a:gd name="T3" fmla="*/ 335 h 335"/>
                <a:gd name="T4" fmla="*/ 0 w 576"/>
                <a:gd name="T5" fmla="*/ 168 h 335"/>
                <a:gd name="T6" fmla="*/ 287 w 576"/>
                <a:gd name="T7" fmla="*/ 0 h 335"/>
                <a:gd name="T8" fmla="*/ 576 w 576"/>
                <a:gd name="T9" fmla="*/ 168 h 335"/>
                <a:gd name="T10" fmla="*/ 576 w 576"/>
                <a:gd name="T11" fmla="*/ 168 h 335"/>
                <a:gd name="T12" fmla="*/ 576 w 576"/>
                <a:gd name="T13" fmla="*/ 168 h 335"/>
                <a:gd name="T14" fmla="*/ 576 w 576"/>
                <a:gd name="T15" fmla="*/ 168 h 335"/>
                <a:gd name="T16" fmla="*/ 576 w 576"/>
                <a:gd name="T17" fmla="*/ 16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335">
                  <a:moveTo>
                    <a:pt x="576" y="168"/>
                  </a:moveTo>
                  <a:lnTo>
                    <a:pt x="289" y="335"/>
                  </a:lnTo>
                  <a:lnTo>
                    <a:pt x="0" y="168"/>
                  </a:lnTo>
                  <a:lnTo>
                    <a:pt x="287" y="0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9" name="未知">
              <a:extLst>
                <a:ext uri="{FF2B5EF4-FFF2-40B4-BE49-F238E27FC236}">
                  <a16:creationId xmlns:a16="http://schemas.microsoft.com/office/drawing/2014/main" id="{76540F3E-BC5E-4572-AE36-5ACE30DD0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50"/>
              <a:ext cx="407" cy="237"/>
            </a:xfrm>
            <a:custGeom>
              <a:avLst/>
              <a:gdLst>
                <a:gd name="T0" fmla="*/ 407 w 407"/>
                <a:gd name="T1" fmla="*/ 90 h 237"/>
                <a:gd name="T2" fmla="*/ 374 w 407"/>
                <a:gd name="T3" fmla="*/ 90 h 237"/>
                <a:gd name="T4" fmla="*/ 375 w 407"/>
                <a:gd name="T5" fmla="*/ 119 h 237"/>
                <a:gd name="T6" fmla="*/ 332 w 407"/>
                <a:gd name="T7" fmla="*/ 95 h 237"/>
                <a:gd name="T8" fmla="*/ 325 w 407"/>
                <a:gd name="T9" fmla="*/ 91 h 237"/>
                <a:gd name="T10" fmla="*/ 315 w 407"/>
                <a:gd name="T11" fmla="*/ 92 h 237"/>
                <a:gd name="T12" fmla="*/ 229 w 407"/>
                <a:gd name="T13" fmla="*/ 104 h 237"/>
                <a:gd name="T14" fmla="*/ 248 w 407"/>
                <a:gd name="T15" fmla="*/ 54 h 237"/>
                <a:gd name="T16" fmla="*/ 250 w 407"/>
                <a:gd name="T17" fmla="*/ 48 h 237"/>
                <a:gd name="T18" fmla="*/ 243 w 407"/>
                <a:gd name="T19" fmla="*/ 43 h 237"/>
                <a:gd name="T20" fmla="*/ 201 w 407"/>
                <a:gd name="T21" fmla="*/ 19 h 237"/>
                <a:gd name="T22" fmla="*/ 251 w 407"/>
                <a:gd name="T23" fmla="*/ 19 h 237"/>
                <a:gd name="T24" fmla="*/ 251 w 407"/>
                <a:gd name="T25" fmla="*/ 0 h 237"/>
                <a:gd name="T26" fmla="*/ 141 w 407"/>
                <a:gd name="T27" fmla="*/ 0 h 237"/>
                <a:gd name="T28" fmla="*/ 141 w 407"/>
                <a:gd name="T29" fmla="*/ 64 h 237"/>
                <a:gd name="T30" fmla="*/ 174 w 407"/>
                <a:gd name="T31" fmla="*/ 64 h 237"/>
                <a:gd name="T32" fmla="*/ 174 w 407"/>
                <a:gd name="T33" fmla="*/ 35 h 237"/>
                <a:gd name="T34" fmla="*/ 209 w 407"/>
                <a:gd name="T35" fmla="*/ 55 h 237"/>
                <a:gd name="T36" fmla="*/ 187 w 407"/>
                <a:gd name="T37" fmla="*/ 109 h 237"/>
                <a:gd name="T38" fmla="*/ 94 w 407"/>
                <a:gd name="T39" fmla="*/ 122 h 237"/>
                <a:gd name="T40" fmla="*/ 59 w 407"/>
                <a:gd name="T41" fmla="*/ 101 h 237"/>
                <a:gd name="T42" fmla="*/ 109 w 407"/>
                <a:gd name="T43" fmla="*/ 101 h 237"/>
                <a:gd name="T44" fmla="*/ 109 w 407"/>
                <a:gd name="T45" fmla="*/ 83 h 237"/>
                <a:gd name="T46" fmla="*/ 0 w 407"/>
                <a:gd name="T47" fmla="*/ 83 h 237"/>
                <a:gd name="T48" fmla="*/ 0 w 407"/>
                <a:gd name="T49" fmla="*/ 146 h 237"/>
                <a:gd name="T50" fmla="*/ 33 w 407"/>
                <a:gd name="T51" fmla="*/ 146 h 237"/>
                <a:gd name="T52" fmla="*/ 33 w 407"/>
                <a:gd name="T53" fmla="*/ 117 h 237"/>
                <a:gd name="T54" fmla="*/ 75 w 407"/>
                <a:gd name="T55" fmla="*/ 142 h 237"/>
                <a:gd name="T56" fmla="*/ 82 w 407"/>
                <a:gd name="T57" fmla="*/ 146 h 237"/>
                <a:gd name="T58" fmla="*/ 93 w 407"/>
                <a:gd name="T59" fmla="*/ 144 h 237"/>
                <a:gd name="T60" fmla="*/ 178 w 407"/>
                <a:gd name="T61" fmla="*/ 133 h 237"/>
                <a:gd name="T62" fmla="*/ 158 w 407"/>
                <a:gd name="T63" fmla="*/ 183 h 237"/>
                <a:gd name="T64" fmla="*/ 156 w 407"/>
                <a:gd name="T65" fmla="*/ 189 h 237"/>
                <a:gd name="T66" fmla="*/ 164 w 407"/>
                <a:gd name="T67" fmla="*/ 193 h 237"/>
                <a:gd name="T68" fmla="*/ 206 w 407"/>
                <a:gd name="T69" fmla="*/ 217 h 237"/>
                <a:gd name="T70" fmla="*/ 156 w 407"/>
                <a:gd name="T71" fmla="*/ 217 h 237"/>
                <a:gd name="T72" fmla="*/ 156 w 407"/>
                <a:gd name="T73" fmla="*/ 237 h 237"/>
                <a:gd name="T74" fmla="*/ 266 w 407"/>
                <a:gd name="T75" fmla="*/ 237 h 237"/>
                <a:gd name="T76" fmla="*/ 265 w 407"/>
                <a:gd name="T77" fmla="*/ 173 h 237"/>
                <a:gd name="T78" fmla="*/ 233 w 407"/>
                <a:gd name="T79" fmla="*/ 173 h 237"/>
                <a:gd name="T80" fmla="*/ 233 w 407"/>
                <a:gd name="T81" fmla="*/ 202 h 237"/>
                <a:gd name="T82" fmla="*/ 198 w 407"/>
                <a:gd name="T83" fmla="*/ 182 h 237"/>
                <a:gd name="T84" fmla="*/ 219 w 407"/>
                <a:gd name="T85" fmla="*/ 128 h 237"/>
                <a:gd name="T86" fmla="*/ 313 w 407"/>
                <a:gd name="T87" fmla="*/ 115 h 237"/>
                <a:gd name="T88" fmla="*/ 347 w 407"/>
                <a:gd name="T89" fmla="*/ 135 h 237"/>
                <a:gd name="T90" fmla="*/ 297 w 407"/>
                <a:gd name="T91" fmla="*/ 135 h 237"/>
                <a:gd name="T92" fmla="*/ 297 w 407"/>
                <a:gd name="T93" fmla="*/ 154 h 237"/>
                <a:gd name="T94" fmla="*/ 407 w 407"/>
                <a:gd name="T95" fmla="*/ 154 h 237"/>
                <a:gd name="T96" fmla="*/ 407 w 407"/>
                <a:gd name="T97" fmla="*/ 90 h 237"/>
                <a:gd name="T98" fmla="*/ 407 w 407"/>
                <a:gd name="T99" fmla="*/ 90 h 237"/>
                <a:gd name="T100" fmla="*/ 407 w 407"/>
                <a:gd name="T101" fmla="*/ 90 h 237"/>
                <a:gd name="T102" fmla="*/ 407 w 407"/>
                <a:gd name="T103" fmla="*/ 9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7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1"/>
                  </a:lnTo>
                  <a:lnTo>
                    <a:pt x="315" y="92"/>
                  </a:lnTo>
                  <a:lnTo>
                    <a:pt x="229" y="104"/>
                  </a:lnTo>
                  <a:lnTo>
                    <a:pt x="248" y="54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4"/>
                  </a:lnTo>
                  <a:lnTo>
                    <a:pt x="174" y="64"/>
                  </a:lnTo>
                  <a:lnTo>
                    <a:pt x="174" y="35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2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3"/>
                  </a:lnTo>
                  <a:lnTo>
                    <a:pt x="0" y="83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2"/>
                  </a:lnTo>
                  <a:lnTo>
                    <a:pt x="82" y="146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3"/>
                  </a:lnTo>
                  <a:lnTo>
                    <a:pt x="156" y="189"/>
                  </a:lnTo>
                  <a:lnTo>
                    <a:pt x="164" y="193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7"/>
                  </a:lnTo>
                  <a:lnTo>
                    <a:pt x="266" y="237"/>
                  </a:lnTo>
                  <a:lnTo>
                    <a:pt x="265" y="173"/>
                  </a:lnTo>
                  <a:lnTo>
                    <a:pt x="233" y="173"/>
                  </a:lnTo>
                  <a:lnTo>
                    <a:pt x="233" y="202"/>
                  </a:lnTo>
                  <a:lnTo>
                    <a:pt x="198" y="182"/>
                  </a:lnTo>
                  <a:lnTo>
                    <a:pt x="219" y="128"/>
                  </a:lnTo>
                  <a:lnTo>
                    <a:pt x="313" y="115"/>
                  </a:lnTo>
                  <a:lnTo>
                    <a:pt x="347" y="135"/>
                  </a:lnTo>
                  <a:lnTo>
                    <a:pt x="297" y="135"/>
                  </a:lnTo>
                  <a:lnTo>
                    <a:pt x="297" y="154"/>
                  </a:lnTo>
                  <a:lnTo>
                    <a:pt x="407" y="154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0" name="未知">
              <a:extLst>
                <a:ext uri="{FF2B5EF4-FFF2-40B4-BE49-F238E27FC236}">
                  <a16:creationId xmlns:a16="http://schemas.microsoft.com/office/drawing/2014/main" id="{4570789C-AD5B-4B17-ACE5-713F37FDC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45"/>
              <a:ext cx="407" cy="236"/>
            </a:xfrm>
            <a:custGeom>
              <a:avLst/>
              <a:gdLst>
                <a:gd name="T0" fmla="*/ 407 w 407"/>
                <a:gd name="T1" fmla="*/ 90 h 236"/>
                <a:gd name="T2" fmla="*/ 374 w 407"/>
                <a:gd name="T3" fmla="*/ 90 h 236"/>
                <a:gd name="T4" fmla="*/ 375 w 407"/>
                <a:gd name="T5" fmla="*/ 119 h 236"/>
                <a:gd name="T6" fmla="*/ 332 w 407"/>
                <a:gd name="T7" fmla="*/ 95 h 236"/>
                <a:gd name="T8" fmla="*/ 325 w 407"/>
                <a:gd name="T9" fmla="*/ 90 h 236"/>
                <a:gd name="T10" fmla="*/ 315 w 407"/>
                <a:gd name="T11" fmla="*/ 91 h 236"/>
                <a:gd name="T12" fmla="*/ 229 w 407"/>
                <a:gd name="T13" fmla="*/ 103 h 236"/>
                <a:gd name="T14" fmla="*/ 248 w 407"/>
                <a:gd name="T15" fmla="*/ 53 h 236"/>
                <a:gd name="T16" fmla="*/ 250 w 407"/>
                <a:gd name="T17" fmla="*/ 48 h 236"/>
                <a:gd name="T18" fmla="*/ 243 w 407"/>
                <a:gd name="T19" fmla="*/ 43 h 236"/>
                <a:gd name="T20" fmla="*/ 201 w 407"/>
                <a:gd name="T21" fmla="*/ 19 h 236"/>
                <a:gd name="T22" fmla="*/ 251 w 407"/>
                <a:gd name="T23" fmla="*/ 19 h 236"/>
                <a:gd name="T24" fmla="*/ 251 w 407"/>
                <a:gd name="T25" fmla="*/ 0 h 236"/>
                <a:gd name="T26" fmla="*/ 141 w 407"/>
                <a:gd name="T27" fmla="*/ 0 h 236"/>
                <a:gd name="T28" fmla="*/ 141 w 407"/>
                <a:gd name="T29" fmla="*/ 63 h 236"/>
                <a:gd name="T30" fmla="*/ 174 w 407"/>
                <a:gd name="T31" fmla="*/ 63 h 236"/>
                <a:gd name="T32" fmla="*/ 174 w 407"/>
                <a:gd name="T33" fmla="*/ 34 h 236"/>
                <a:gd name="T34" fmla="*/ 209 w 407"/>
                <a:gd name="T35" fmla="*/ 55 h 236"/>
                <a:gd name="T36" fmla="*/ 187 w 407"/>
                <a:gd name="T37" fmla="*/ 109 h 236"/>
                <a:gd name="T38" fmla="*/ 94 w 407"/>
                <a:gd name="T39" fmla="*/ 121 h 236"/>
                <a:gd name="T40" fmla="*/ 59 w 407"/>
                <a:gd name="T41" fmla="*/ 101 h 236"/>
                <a:gd name="T42" fmla="*/ 109 w 407"/>
                <a:gd name="T43" fmla="*/ 101 h 236"/>
                <a:gd name="T44" fmla="*/ 109 w 407"/>
                <a:gd name="T45" fmla="*/ 82 h 236"/>
                <a:gd name="T46" fmla="*/ 0 w 407"/>
                <a:gd name="T47" fmla="*/ 82 h 236"/>
                <a:gd name="T48" fmla="*/ 0 w 407"/>
                <a:gd name="T49" fmla="*/ 146 h 236"/>
                <a:gd name="T50" fmla="*/ 33 w 407"/>
                <a:gd name="T51" fmla="*/ 146 h 236"/>
                <a:gd name="T52" fmla="*/ 33 w 407"/>
                <a:gd name="T53" fmla="*/ 117 h 236"/>
                <a:gd name="T54" fmla="*/ 75 w 407"/>
                <a:gd name="T55" fmla="*/ 141 h 236"/>
                <a:gd name="T56" fmla="*/ 82 w 407"/>
                <a:gd name="T57" fmla="*/ 145 h 236"/>
                <a:gd name="T58" fmla="*/ 93 w 407"/>
                <a:gd name="T59" fmla="*/ 144 h 236"/>
                <a:gd name="T60" fmla="*/ 178 w 407"/>
                <a:gd name="T61" fmla="*/ 133 h 236"/>
                <a:gd name="T62" fmla="*/ 158 w 407"/>
                <a:gd name="T63" fmla="*/ 182 h 236"/>
                <a:gd name="T64" fmla="*/ 156 w 407"/>
                <a:gd name="T65" fmla="*/ 188 h 236"/>
                <a:gd name="T66" fmla="*/ 164 w 407"/>
                <a:gd name="T67" fmla="*/ 192 h 236"/>
                <a:gd name="T68" fmla="*/ 206 w 407"/>
                <a:gd name="T69" fmla="*/ 217 h 236"/>
                <a:gd name="T70" fmla="*/ 156 w 407"/>
                <a:gd name="T71" fmla="*/ 217 h 236"/>
                <a:gd name="T72" fmla="*/ 156 w 407"/>
                <a:gd name="T73" fmla="*/ 236 h 236"/>
                <a:gd name="T74" fmla="*/ 266 w 407"/>
                <a:gd name="T75" fmla="*/ 236 h 236"/>
                <a:gd name="T76" fmla="*/ 265 w 407"/>
                <a:gd name="T77" fmla="*/ 172 h 236"/>
                <a:gd name="T78" fmla="*/ 233 w 407"/>
                <a:gd name="T79" fmla="*/ 172 h 236"/>
                <a:gd name="T80" fmla="*/ 233 w 407"/>
                <a:gd name="T81" fmla="*/ 201 h 236"/>
                <a:gd name="T82" fmla="*/ 198 w 407"/>
                <a:gd name="T83" fmla="*/ 181 h 236"/>
                <a:gd name="T84" fmla="*/ 219 w 407"/>
                <a:gd name="T85" fmla="*/ 127 h 236"/>
                <a:gd name="T86" fmla="*/ 313 w 407"/>
                <a:gd name="T87" fmla="*/ 115 h 236"/>
                <a:gd name="T88" fmla="*/ 347 w 407"/>
                <a:gd name="T89" fmla="*/ 134 h 236"/>
                <a:gd name="T90" fmla="*/ 297 w 407"/>
                <a:gd name="T91" fmla="*/ 134 h 236"/>
                <a:gd name="T92" fmla="*/ 297 w 407"/>
                <a:gd name="T93" fmla="*/ 153 h 236"/>
                <a:gd name="T94" fmla="*/ 407 w 407"/>
                <a:gd name="T95" fmla="*/ 153 h 236"/>
                <a:gd name="T96" fmla="*/ 407 w 407"/>
                <a:gd name="T97" fmla="*/ 90 h 236"/>
                <a:gd name="T98" fmla="*/ 407 w 407"/>
                <a:gd name="T99" fmla="*/ 90 h 236"/>
                <a:gd name="T100" fmla="*/ 407 w 407"/>
                <a:gd name="T101" fmla="*/ 90 h 236"/>
                <a:gd name="T102" fmla="*/ 407 w 407"/>
                <a:gd name="T103" fmla="*/ 9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6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0"/>
                  </a:lnTo>
                  <a:lnTo>
                    <a:pt x="315" y="91"/>
                  </a:lnTo>
                  <a:lnTo>
                    <a:pt x="229" y="103"/>
                  </a:lnTo>
                  <a:lnTo>
                    <a:pt x="248" y="53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3"/>
                  </a:lnTo>
                  <a:lnTo>
                    <a:pt x="174" y="63"/>
                  </a:lnTo>
                  <a:lnTo>
                    <a:pt x="174" y="34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1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2"/>
                  </a:lnTo>
                  <a:lnTo>
                    <a:pt x="0" y="82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1"/>
                  </a:lnTo>
                  <a:lnTo>
                    <a:pt x="82" y="145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2"/>
                  </a:lnTo>
                  <a:lnTo>
                    <a:pt x="156" y="188"/>
                  </a:lnTo>
                  <a:lnTo>
                    <a:pt x="164" y="192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6"/>
                  </a:lnTo>
                  <a:lnTo>
                    <a:pt x="266" y="236"/>
                  </a:lnTo>
                  <a:lnTo>
                    <a:pt x="265" y="172"/>
                  </a:lnTo>
                  <a:lnTo>
                    <a:pt x="233" y="172"/>
                  </a:lnTo>
                  <a:lnTo>
                    <a:pt x="233" y="201"/>
                  </a:lnTo>
                  <a:lnTo>
                    <a:pt x="198" y="181"/>
                  </a:lnTo>
                  <a:lnTo>
                    <a:pt x="219" y="127"/>
                  </a:lnTo>
                  <a:lnTo>
                    <a:pt x="313" y="115"/>
                  </a:lnTo>
                  <a:lnTo>
                    <a:pt x="347" y="134"/>
                  </a:lnTo>
                  <a:lnTo>
                    <a:pt x="297" y="134"/>
                  </a:lnTo>
                  <a:lnTo>
                    <a:pt x="297" y="153"/>
                  </a:lnTo>
                  <a:lnTo>
                    <a:pt x="407" y="153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11" name="Text Box 27">
            <a:extLst>
              <a:ext uri="{FF2B5EF4-FFF2-40B4-BE49-F238E27FC236}">
                <a16:creationId xmlns:a16="http://schemas.microsoft.com/office/drawing/2014/main" id="{649094A3-B316-402E-BE95-88D90C728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955" y="2412689"/>
            <a:ext cx="129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sz="1600">
                <a:ea typeface="黑体" panose="02010609060101010101" pitchFamily="49" charset="-122"/>
              </a:rPr>
              <a:t>SWA</a:t>
            </a:r>
          </a:p>
        </p:txBody>
      </p:sp>
      <p:sp>
        <p:nvSpPr>
          <p:cNvPr id="16412" name="Text Box 28">
            <a:extLst>
              <a:ext uri="{FF2B5EF4-FFF2-40B4-BE49-F238E27FC236}">
                <a16:creationId xmlns:a16="http://schemas.microsoft.com/office/drawing/2014/main" id="{7AAC4686-C712-47E1-9502-18CB012DA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18" y="5460689"/>
            <a:ext cx="129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sz="1600">
                <a:ea typeface="黑体" panose="02010609060101010101" pitchFamily="49" charset="-122"/>
              </a:rPr>
              <a:t>SWB</a:t>
            </a:r>
          </a:p>
        </p:txBody>
      </p:sp>
      <p:sp>
        <p:nvSpPr>
          <p:cNvPr id="16413" name="Text Box 29">
            <a:extLst>
              <a:ext uri="{FF2B5EF4-FFF2-40B4-BE49-F238E27FC236}">
                <a16:creationId xmlns:a16="http://schemas.microsoft.com/office/drawing/2014/main" id="{2F11D4BC-EB89-4BAA-9E6E-84F4A0B01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230" y="5436877"/>
            <a:ext cx="129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sz="1600">
                <a:ea typeface="黑体" panose="02010609060101010101" pitchFamily="49" charset="-122"/>
              </a:rPr>
              <a:t>SWC</a:t>
            </a:r>
          </a:p>
        </p:txBody>
      </p:sp>
      <p:sp>
        <p:nvSpPr>
          <p:cNvPr id="16414" name="Rectangle 30">
            <a:extLst>
              <a:ext uri="{FF2B5EF4-FFF2-40B4-BE49-F238E27FC236}">
                <a16:creationId xmlns:a16="http://schemas.microsoft.com/office/drawing/2014/main" id="{86C8C54F-1BF7-492E-AA56-A5AB003F97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8806" y="1060761"/>
            <a:ext cx="7920037" cy="646331"/>
          </a:xfrm>
          <a:noFill/>
          <a:ln/>
        </p:spPr>
        <p:txBody>
          <a:bodyPr>
            <a:spAutoFit/>
          </a:bodyPr>
          <a:lstStyle/>
          <a:p>
            <a:r>
              <a:rPr lang="en-US" altLang="zh-CN" sz="2400" dirty="0"/>
              <a:t>STP</a:t>
            </a:r>
            <a:r>
              <a:rPr lang="zh-CN" altLang="en-US" sz="2400" dirty="0"/>
              <a:t>协议原理</a:t>
            </a:r>
          </a:p>
        </p:txBody>
      </p:sp>
      <p:sp>
        <p:nvSpPr>
          <p:cNvPr id="40" name="Line 3">
            <a:extLst>
              <a:ext uri="{FF2B5EF4-FFF2-40B4-BE49-F238E27FC236}">
                <a16:creationId xmlns:a16="http://schemas.microsoft.com/office/drawing/2014/main" id="{69708880-11E1-455D-AF68-69D8E1FDB2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0694" y="3325502"/>
            <a:ext cx="1008062" cy="1655763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4">
            <a:extLst>
              <a:ext uri="{FF2B5EF4-FFF2-40B4-BE49-F238E27FC236}">
                <a16:creationId xmlns:a16="http://schemas.microsoft.com/office/drawing/2014/main" id="{0CF2E5CE-F6F3-46C8-8F66-A74C2E1AA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2131" y="5125727"/>
            <a:ext cx="2232025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C505544F-3A3E-42C1-8848-CF1FD1DA6AB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7531" y="3325502"/>
            <a:ext cx="1081088" cy="1582738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Group 6">
            <a:extLst>
              <a:ext uri="{FF2B5EF4-FFF2-40B4-BE49-F238E27FC236}">
                <a16:creationId xmlns:a16="http://schemas.microsoft.com/office/drawing/2014/main" id="{BA862C71-5FC6-4BB6-B5E3-54C1311730C1}"/>
              </a:ext>
            </a:extLst>
          </p:cNvPr>
          <p:cNvGrpSpPr>
            <a:grpSpLocks/>
          </p:cNvGrpSpPr>
          <p:nvPr/>
        </p:nvGrpSpPr>
        <p:grpSpPr bwMode="auto">
          <a:xfrm>
            <a:off x="5173631" y="4765365"/>
            <a:ext cx="914400" cy="666750"/>
            <a:chOff x="0" y="0"/>
            <a:chExt cx="576" cy="420"/>
          </a:xfrm>
        </p:grpSpPr>
        <p:sp>
          <p:nvSpPr>
            <p:cNvPr id="44" name="AutoShape 7">
              <a:extLst>
                <a:ext uri="{FF2B5EF4-FFF2-40B4-BE49-F238E27FC236}">
                  <a16:creationId xmlns:a16="http://schemas.microsoft.com/office/drawing/2014/main" id="{3C1D7721-D1F9-4A5C-8561-E3835BF3B5E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未知">
              <a:extLst>
                <a:ext uri="{FF2B5EF4-FFF2-40B4-BE49-F238E27FC236}">
                  <a16:creationId xmlns:a16="http://schemas.microsoft.com/office/drawing/2014/main" id="{700D15C9-DA7B-4CD2-8662-08EF7AF87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8"/>
              <a:ext cx="287" cy="252"/>
            </a:xfrm>
            <a:custGeom>
              <a:avLst/>
              <a:gdLst>
                <a:gd name="T0" fmla="*/ 287 w 287"/>
                <a:gd name="T1" fmla="*/ 0 h 252"/>
                <a:gd name="T2" fmla="*/ 287 w 287"/>
                <a:gd name="T3" fmla="*/ 85 h 252"/>
                <a:gd name="T4" fmla="*/ 0 w 287"/>
                <a:gd name="T5" fmla="*/ 252 h 252"/>
                <a:gd name="T6" fmla="*/ 0 w 287"/>
                <a:gd name="T7" fmla="*/ 167 h 252"/>
                <a:gd name="T8" fmla="*/ 287 w 287"/>
                <a:gd name="T9" fmla="*/ 0 h 252"/>
                <a:gd name="T10" fmla="*/ 287 w 287"/>
                <a:gd name="T11" fmla="*/ 0 h 252"/>
                <a:gd name="T12" fmla="*/ 287 w 287"/>
                <a:gd name="T13" fmla="*/ 0 h 252"/>
                <a:gd name="T14" fmla="*/ 287 w 287"/>
                <a:gd name="T15" fmla="*/ 0 h 252"/>
                <a:gd name="T16" fmla="*/ 287 w 287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7" h="252">
                  <a:moveTo>
                    <a:pt x="287" y="0"/>
                  </a:moveTo>
                  <a:lnTo>
                    <a:pt x="287" y="85"/>
                  </a:lnTo>
                  <a:lnTo>
                    <a:pt x="0" y="252"/>
                  </a:lnTo>
                  <a:lnTo>
                    <a:pt x="0" y="167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未知">
              <a:extLst>
                <a:ext uri="{FF2B5EF4-FFF2-40B4-BE49-F238E27FC236}">
                  <a16:creationId xmlns:a16="http://schemas.microsoft.com/office/drawing/2014/main" id="{C96EA3EF-583F-422F-B4AC-2A5744CEC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68"/>
              <a:ext cx="289" cy="252"/>
            </a:xfrm>
            <a:custGeom>
              <a:avLst/>
              <a:gdLst>
                <a:gd name="T0" fmla="*/ 289 w 289"/>
                <a:gd name="T1" fmla="*/ 167 h 252"/>
                <a:gd name="T2" fmla="*/ 289 w 289"/>
                <a:gd name="T3" fmla="*/ 252 h 252"/>
                <a:gd name="T4" fmla="*/ 0 w 289"/>
                <a:gd name="T5" fmla="*/ 85 h 252"/>
                <a:gd name="T6" fmla="*/ 0 w 289"/>
                <a:gd name="T7" fmla="*/ 0 h 252"/>
                <a:gd name="T8" fmla="*/ 289 w 289"/>
                <a:gd name="T9" fmla="*/ 167 h 252"/>
                <a:gd name="T10" fmla="*/ 289 w 289"/>
                <a:gd name="T11" fmla="*/ 167 h 252"/>
                <a:gd name="T12" fmla="*/ 289 w 289"/>
                <a:gd name="T13" fmla="*/ 167 h 252"/>
                <a:gd name="T14" fmla="*/ 289 w 289"/>
                <a:gd name="T15" fmla="*/ 167 h 252"/>
                <a:gd name="T16" fmla="*/ 289 w 289"/>
                <a:gd name="T17" fmla="*/ 167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289" y="167"/>
                  </a:moveTo>
                  <a:lnTo>
                    <a:pt x="289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未知">
              <a:extLst>
                <a:ext uri="{FF2B5EF4-FFF2-40B4-BE49-F238E27FC236}">
                  <a16:creationId xmlns:a16="http://schemas.microsoft.com/office/drawing/2014/main" id="{25053753-F330-479D-9627-141BF2A04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576" cy="335"/>
            </a:xfrm>
            <a:custGeom>
              <a:avLst/>
              <a:gdLst>
                <a:gd name="T0" fmla="*/ 576 w 576"/>
                <a:gd name="T1" fmla="*/ 168 h 335"/>
                <a:gd name="T2" fmla="*/ 289 w 576"/>
                <a:gd name="T3" fmla="*/ 335 h 335"/>
                <a:gd name="T4" fmla="*/ 0 w 576"/>
                <a:gd name="T5" fmla="*/ 168 h 335"/>
                <a:gd name="T6" fmla="*/ 287 w 576"/>
                <a:gd name="T7" fmla="*/ 0 h 335"/>
                <a:gd name="T8" fmla="*/ 576 w 576"/>
                <a:gd name="T9" fmla="*/ 168 h 335"/>
                <a:gd name="T10" fmla="*/ 576 w 576"/>
                <a:gd name="T11" fmla="*/ 168 h 335"/>
                <a:gd name="T12" fmla="*/ 576 w 576"/>
                <a:gd name="T13" fmla="*/ 168 h 335"/>
                <a:gd name="T14" fmla="*/ 576 w 576"/>
                <a:gd name="T15" fmla="*/ 168 h 335"/>
                <a:gd name="T16" fmla="*/ 576 w 576"/>
                <a:gd name="T17" fmla="*/ 16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335">
                  <a:moveTo>
                    <a:pt x="576" y="168"/>
                  </a:moveTo>
                  <a:lnTo>
                    <a:pt x="289" y="335"/>
                  </a:lnTo>
                  <a:lnTo>
                    <a:pt x="0" y="168"/>
                  </a:lnTo>
                  <a:lnTo>
                    <a:pt x="287" y="0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未知">
              <a:extLst>
                <a:ext uri="{FF2B5EF4-FFF2-40B4-BE49-F238E27FC236}">
                  <a16:creationId xmlns:a16="http://schemas.microsoft.com/office/drawing/2014/main" id="{3910EC3D-6B77-46AC-8852-CD5C3785B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50"/>
              <a:ext cx="407" cy="237"/>
            </a:xfrm>
            <a:custGeom>
              <a:avLst/>
              <a:gdLst>
                <a:gd name="T0" fmla="*/ 407 w 407"/>
                <a:gd name="T1" fmla="*/ 90 h 237"/>
                <a:gd name="T2" fmla="*/ 374 w 407"/>
                <a:gd name="T3" fmla="*/ 90 h 237"/>
                <a:gd name="T4" fmla="*/ 375 w 407"/>
                <a:gd name="T5" fmla="*/ 119 h 237"/>
                <a:gd name="T6" fmla="*/ 332 w 407"/>
                <a:gd name="T7" fmla="*/ 95 h 237"/>
                <a:gd name="T8" fmla="*/ 325 w 407"/>
                <a:gd name="T9" fmla="*/ 91 h 237"/>
                <a:gd name="T10" fmla="*/ 315 w 407"/>
                <a:gd name="T11" fmla="*/ 92 h 237"/>
                <a:gd name="T12" fmla="*/ 229 w 407"/>
                <a:gd name="T13" fmla="*/ 104 h 237"/>
                <a:gd name="T14" fmla="*/ 248 w 407"/>
                <a:gd name="T15" fmla="*/ 54 h 237"/>
                <a:gd name="T16" fmla="*/ 250 w 407"/>
                <a:gd name="T17" fmla="*/ 48 h 237"/>
                <a:gd name="T18" fmla="*/ 243 w 407"/>
                <a:gd name="T19" fmla="*/ 43 h 237"/>
                <a:gd name="T20" fmla="*/ 201 w 407"/>
                <a:gd name="T21" fmla="*/ 19 h 237"/>
                <a:gd name="T22" fmla="*/ 251 w 407"/>
                <a:gd name="T23" fmla="*/ 19 h 237"/>
                <a:gd name="T24" fmla="*/ 251 w 407"/>
                <a:gd name="T25" fmla="*/ 0 h 237"/>
                <a:gd name="T26" fmla="*/ 141 w 407"/>
                <a:gd name="T27" fmla="*/ 0 h 237"/>
                <a:gd name="T28" fmla="*/ 141 w 407"/>
                <a:gd name="T29" fmla="*/ 64 h 237"/>
                <a:gd name="T30" fmla="*/ 174 w 407"/>
                <a:gd name="T31" fmla="*/ 64 h 237"/>
                <a:gd name="T32" fmla="*/ 174 w 407"/>
                <a:gd name="T33" fmla="*/ 35 h 237"/>
                <a:gd name="T34" fmla="*/ 209 w 407"/>
                <a:gd name="T35" fmla="*/ 55 h 237"/>
                <a:gd name="T36" fmla="*/ 187 w 407"/>
                <a:gd name="T37" fmla="*/ 109 h 237"/>
                <a:gd name="T38" fmla="*/ 94 w 407"/>
                <a:gd name="T39" fmla="*/ 122 h 237"/>
                <a:gd name="T40" fmla="*/ 59 w 407"/>
                <a:gd name="T41" fmla="*/ 101 h 237"/>
                <a:gd name="T42" fmla="*/ 109 w 407"/>
                <a:gd name="T43" fmla="*/ 101 h 237"/>
                <a:gd name="T44" fmla="*/ 109 w 407"/>
                <a:gd name="T45" fmla="*/ 83 h 237"/>
                <a:gd name="T46" fmla="*/ 0 w 407"/>
                <a:gd name="T47" fmla="*/ 83 h 237"/>
                <a:gd name="T48" fmla="*/ 0 w 407"/>
                <a:gd name="T49" fmla="*/ 146 h 237"/>
                <a:gd name="T50" fmla="*/ 33 w 407"/>
                <a:gd name="T51" fmla="*/ 146 h 237"/>
                <a:gd name="T52" fmla="*/ 33 w 407"/>
                <a:gd name="T53" fmla="*/ 117 h 237"/>
                <a:gd name="T54" fmla="*/ 75 w 407"/>
                <a:gd name="T55" fmla="*/ 142 h 237"/>
                <a:gd name="T56" fmla="*/ 82 w 407"/>
                <a:gd name="T57" fmla="*/ 146 h 237"/>
                <a:gd name="T58" fmla="*/ 93 w 407"/>
                <a:gd name="T59" fmla="*/ 144 h 237"/>
                <a:gd name="T60" fmla="*/ 178 w 407"/>
                <a:gd name="T61" fmla="*/ 133 h 237"/>
                <a:gd name="T62" fmla="*/ 158 w 407"/>
                <a:gd name="T63" fmla="*/ 183 h 237"/>
                <a:gd name="T64" fmla="*/ 156 w 407"/>
                <a:gd name="T65" fmla="*/ 189 h 237"/>
                <a:gd name="T66" fmla="*/ 164 w 407"/>
                <a:gd name="T67" fmla="*/ 193 h 237"/>
                <a:gd name="T68" fmla="*/ 206 w 407"/>
                <a:gd name="T69" fmla="*/ 217 h 237"/>
                <a:gd name="T70" fmla="*/ 156 w 407"/>
                <a:gd name="T71" fmla="*/ 217 h 237"/>
                <a:gd name="T72" fmla="*/ 156 w 407"/>
                <a:gd name="T73" fmla="*/ 237 h 237"/>
                <a:gd name="T74" fmla="*/ 266 w 407"/>
                <a:gd name="T75" fmla="*/ 237 h 237"/>
                <a:gd name="T76" fmla="*/ 265 w 407"/>
                <a:gd name="T77" fmla="*/ 173 h 237"/>
                <a:gd name="T78" fmla="*/ 233 w 407"/>
                <a:gd name="T79" fmla="*/ 173 h 237"/>
                <a:gd name="T80" fmla="*/ 233 w 407"/>
                <a:gd name="T81" fmla="*/ 202 h 237"/>
                <a:gd name="T82" fmla="*/ 198 w 407"/>
                <a:gd name="T83" fmla="*/ 182 h 237"/>
                <a:gd name="T84" fmla="*/ 219 w 407"/>
                <a:gd name="T85" fmla="*/ 128 h 237"/>
                <a:gd name="T86" fmla="*/ 313 w 407"/>
                <a:gd name="T87" fmla="*/ 115 h 237"/>
                <a:gd name="T88" fmla="*/ 347 w 407"/>
                <a:gd name="T89" fmla="*/ 135 h 237"/>
                <a:gd name="T90" fmla="*/ 297 w 407"/>
                <a:gd name="T91" fmla="*/ 135 h 237"/>
                <a:gd name="T92" fmla="*/ 297 w 407"/>
                <a:gd name="T93" fmla="*/ 154 h 237"/>
                <a:gd name="T94" fmla="*/ 407 w 407"/>
                <a:gd name="T95" fmla="*/ 154 h 237"/>
                <a:gd name="T96" fmla="*/ 407 w 407"/>
                <a:gd name="T97" fmla="*/ 90 h 237"/>
                <a:gd name="T98" fmla="*/ 407 w 407"/>
                <a:gd name="T99" fmla="*/ 90 h 237"/>
                <a:gd name="T100" fmla="*/ 407 w 407"/>
                <a:gd name="T101" fmla="*/ 90 h 237"/>
                <a:gd name="T102" fmla="*/ 407 w 407"/>
                <a:gd name="T103" fmla="*/ 9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7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1"/>
                  </a:lnTo>
                  <a:lnTo>
                    <a:pt x="315" y="92"/>
                  </a:lnTo>
                  <a:lnTo>
                    <a:pt x="229" y="104"/>
                  </a:lnTo>
                  <a:lnTo>
                    <a:pt x="248" y="54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4"/>
                  </a:lnTo>
                  <a:lnTo>
                    <a:pt x="174" y="64"/>
                  </a:lnTo>
                  <a:lnTo>
                    <a:pt x="174" y="35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2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3"/>
                  </a:lnTo>
                  <a:lnTo>
                    <a:pt x="0" y="83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2"/>
                  </a:lnTo>
                  <a:lnTo>
                    <a:pt x="82" y="146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3"/>
                  </a:lnTo>
                  <a:lnTo>
                    <a:pt x="156" y="189"/>
                  </a:lnTo>
                  <a:lnTo>
                    <a:pt x="164" y="193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7"/>
                  </a:lnTo>
                  <a:lnTo>
                    <a:pt x="266" y="237"/>
                  </a:lnTo>
                  <a:lnTo>
                    <a:pt x="265" y="173"/>
                  </a:lnTo>
                  <a:lnTo>
                    <a:pt x="233" y="173"/>
                  </a:lnTo>
                  <a:lnTo>
                    <a:pt x="233" y="202"/>
                  </a:lnTo>
                  <a:lnTo>
                    <a:pt x="198" y="182"/>
                  </a:lnTo>
                  <a:lnTo>
                    <a:pt x="219" y="128"/>
                  </a:lnTo>
                  <a:lnTo>
                    <a:pt x="313" y="115"/>
                  </a:lnTo>
                  <a:lnTo>
                    <a:pt x="347" y="135"/>
                  </a:lnTo>
                  <a:lnTo>
                    <a:pt x="297" y="135"/>
                  </a:lnTo>
                  <a:lnTo>
                    <a:pt x="297" y="154"/>
                  </a:lnTo>
                  <a:lnTo>
                    <a:pt x="407" y="154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未知">
              <a:extLst>
                <a:ext uri="{FF2B5EF4-FFF2-40B4-BE49-F238E27FC236}">
                  <a16:creationId xmlns:a16="http://schemas.microsoft.com/office/drawing/2014/main" id="{1D685F01-9AFF-49E1-89EB-0041D70F2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45"/>
              <a:ext cx="407" cy="236"/>
            </a:xfrm>
            <a:custGeom>
              <a:avLst/>
              <a:gdLst>
                <a:gd name="T0" fmla="*/ 407 w 407"/>
                <a:gd name="T1" fmla="*/ 90 h 236"/>
                <a:gd name="T2" fmla="*/ 374 w 407"/>
                <a:gd name="T3" fmla="*/ 90 h 236"/>
                <a:gd name="T4" fmla="*/ 375 w 407"/>
                <a:gd name="T5" fmla="*/ 119 h 236"/>
                <a:gd name="T6" fmla="*/ 332 w 407"/>
                <a:gd name="T7" fmla="*/ 95 h 236"/>
                <a:gd name="T8" fmla="*/ 325 w 407"/>
                <a:gd name="T9" fmla="*/ 90 h 236"/>
                <a:gd name="T10" fmla="*/ 315 w 407"/>
                <a:gd name="T11" fmla="*/ 91 h 236"/>
                <a:gd name="T12" fmla="*/ 229 w 407"/>
                <a:gd name="T13" fmla="*/ 103 h 236"/>
                <a:gd name="T14" fmla="*/ 248 w 407"/>
                <a:gd name="T15" fmla="*/ 53 h 236"/>
                <a:gd name="T16" fmla="*/ 250 w 407"/>
                <a:gd name="T17" fmla="*/ 48 h 236"/>
                <a:gd name="T18" fmla="*/ 243 w 407"/>
                <a:gd name="T19" fmla="*/ 43 h 236"/>
                <a:gd name="T20" fmla="*/ 201 w 407"/>
                <a:gd name="T21" fmla="*/ 19 h 236"/>
                <a:gd name="T22" fmla="*/ 251 w 407"/>
                <a:gd name="T23" fmla="*/ 19 h 236"/>
                <a:gd name="T24" fmla="*/ 251 w 407"/>
                <a:gd name="T25" fmla="*/ 0 h 236"/>
                <a:gd name="T26" fmla="*/ 141 w 407"/>
                <a:gd name="T27" fmla="*/ 0 h 236"/>
                <a:gd name="T28" fmla="*/ 141 w 407"/>
                <a:gd name="T29" fmla="*/ 63 h 236"/>
                <a:gd name="T30" fmla="*/ 174 w 407"/>
                <a:gd name="T31" fmla="*/ 63 h 236"/>
                <a:gd name="T32" fmla="*/ 174 w 407"/>
                <a:gd name="T33" fmla="*/ 34 h 236"/>
                <a:gd name="T34" fmla="*/ 209 w 407"/>
                <a:gd name="T35" fmla="*/ 55 h 236"/>
                <a:gd name="T36" fmla="*/ 187 w 407"/>
                <a:gd name="T37" fmla="*/ 109 h 236"/>
                <a:gd name="T38" fmla="*/ 94 w 407"/>
                <a:gd name="T39" fmla="*/ 121 h 236"/>
                <a:gd name="T40" fmla="*/ 59 w 407"/>
                <a:gd name="T41" fmla="*/ 101 h 236"/>
                <a:gd name="T42" fmla="*/ 109 w 407"/>
                <a:gd name="T43" fmla="*/ 101 h 236"/>
                <a:gd name="T44" fmla="*/ 109 w 407"/>
                <a:gd name="T45" fmla="*/ 82 h 236"/>
                <a:gd name="T46" fmla="*/ 0 w 407"/>
                <a:gd name="T47" fmla="*/ 82 h 236"/>
                <a:gd name="T48" fmla="*/ 0 w 407"/>
                <a:gd name="T49" fmla="*/ 146 h 236"/>
                <a:gd name="T50" fmla="*/ 33 w 407"/>
                <a:gd name="T51" fmla="*/ 146 h 236"/>
                <a:gd name="T52" fmla="*/ 33 w 407"/>
                <a:gd name="T53" fmla="*/ 117 h 236"/>
                <a:gd name="T54" fmla="*/ 75 w 407"/>
                <a:gd name="T55" fmla="*/ 141 h 236"/>
                <a:gd name="T56" fmla="*/ 82 w 407"/>
                <a:gd name="T57" fmla="*/ 145 h 236"/>
                <a:gd name="T58" fmla="*/ 93 w 407"/>
                <a:gd name="T59" fmla="*/ 144 h 236"/>
                <a:gd name="T60" fmla="*/ 178 w 407"/>
                <a:gd name="T61" fmla="*/ 133 h 236"/>
                <a:gd name="T62" fmla="*/ 158 w 407"/>
                <a:gd name="T63" fmla="*/ 182 h 236"/>
                <a:gd name="T64" fmla="*/ 156 w 407"/>
                <a:gd name="T65" fmla="*/ 188 h 236"/>
                <a:gd name="T66" fmla="*/ 164 w 407"/>
                <a:gd name="T67" fmla="*/ 192 h 236"/>
                <a:gd name="T68" fmla="*/ 206 w 407"/>
                <a:gd name="T69" fmla="*/ 217 h 236"/>
                <a:gd name="T70" fmla="*/ 156 w 407"/>
                <a:gd name="T71" fmla="*/ 217 h 236"/>
                <a:gd name="T72" fmla="*/ 156 w 407"/>
                <a:gd name="T73" fmla="*/ 236 h 236"/>
                <a:gd name="T74" fmla="*/ 266 w 407"/>
                <a:gd name="T75" fmla="*/ 236 h 236"/>
                <a:gd name="T76" fmla="*/ 265 w 407"/>
                <a:gd name="T77" fmla="*/ 172 h 236"/>
                <a:gd name="T78" fmla="*/ 233 w 407"/>
                <a:gd name="T79" fmla="*/ 172 h 236"/>
                <a:gd name="T80" fmla="*/ 233 w 407"/>
                <a:gd name="T81" fmla="*/ 201 h 236"/>
                <a:gd name="T82" fmla="*/ 198 w 407"/>
                <a:gd name="T83" fmla="*/ 181 h 236"/>
                <a:gd name="T84" fmla="*/ 219 w 407"/>
                <a:gd name="T85" fmla="*/ 127 h 236"/>
                <a:gd name="T86" fmla="*/ 313 w 407"/>
                <a:gd name="T87" fmla="*/ 115 h 236"/>
                <a:gd name="T88" fmla="*/ 347 w 407"/>
                <a:gd name="T89" fmla="*/ 134 h 236"/>
                <a:gd name="T90" fmla="*/ 297 w 407"/>
                <a:gd name="T91" fmla="*/ 134 h 236"/>
                <a:gd name="T92" fmla="*/ 297 w 407"/>
                <a:gd name="T93" fmla="*/ 153 h 236"/>
                <a:gd name="T94" fmla="*/ 407 w 407"/>
                <a:gd name="T95" fmla="*/ 153 h 236"/>
                <a:gd name="T96" fmla="*/ 407 w 407"/>
                <a:gd name="T97" fmla="*/ 90 h 236"/>
                <a:gd name="T98" fmla="*/ 407 w 407"/>
                <a:gd name="T99" fmla="*/ 90 h 236"/>
                <a:gd name="T100" fmla="*/ 407 w 407"/>
                <a:gd name="T101" fmla="*/ 90 h 236"/>
                <a:gd name="T102" fmla="*/ 407 w 407"/>
                <a:gd name="T103" fmla="*/ 9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6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0"/>
                  </a:lnTo>
                  <a:lnTo>
                    <a:pt x="315" y="91"/>
                  </a:lnTo>
                  <a:lnTo>
                    <a:pt x="229" y="103"/>
                  </a:lnTo>
                  <a:lnTo>
                    <a:pt x="248" y="53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3"/>
                  </a:lnTo>
                  <a:lnTo>
                    <a:pt x="174" y="63"/>
                  </a:lnTo>
                  <a:lnTo>
                    <a:pt x="174" y="34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1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2"/>
                  </a:lnTo>
                  <a:lnTo>
                    <a:pt x="0" y="82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1"/>
                  </a:lnTo>
                  <a:lnTo>
                    <a:pt x="82" y="145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2"/>
                  </a:lnTo>
                  <a:lnTo>
                    <a:pt x="156" y="188"/>
                  </a:lnTo>
                  <a:lnTo>
                    <a:pt x="164" y="192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6"/>
                  </a:lnTo>
                  <a:lnTo>
                    <a:pt x="266" y="236"/>
                  </a:lnTo>
                  <a:lnTo>
                    <a:pt x="265" y="172"/>
                  </a:lnTo>
                  <a:lnTo>
                    <a:pt x="233" y="172"/>
                  </a:lnTo>
                  <a:lnTo>
                    <a:pt x="233" y="201"/>
                  </a:lnTo>
                  <a:lnTo>
                    <a:pt x="198" y="181"/>
                  </a:lnTo>
                  <a:lnTo>
                    <a:pt x="219" y="127"/>
                  </a:lnTo>
                  <a:lnTo>
                    <a:pt x="313" y="115"/>
                  </a:lnTo>
                  <a:lnTo>
                    <a:pt x="347" y="134"/>
                  </a:lnTo>
                  <a:lnTo>
                    <a:pt x="297" y="134"/>
                  </a:lnTo>
                  <a:lnTo>
                    <a:pt x="297" y="153"/>
                  </a:lnTo>
                  <a:lnTo>
                    <a:pt x="407" y="153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" name="Group 13">
            <a:extLst>
              <a:ext uri="{FF2B5EF4-FFF2-40B4-BE49-F238E27FC236}">
                <a16:creationId xmlns:a16="http://schemas.microsoft.com/office/drawing/2014/main" id="{1E007CB9-F524-4199-AB18-83334A7ED642}"/>
              </a:ext>
            </a:extLst>
          </p:cNvPr>
          <p:cNvGrpSpPr>
            <a:grpSpLocks/>
          </p:cNvGrpSpPr>
          <p:nvPr/>
        </p:nvGrpSpPr>
        <p:grpSpPr bwMode="auto">
          <a:xfrm>
            <a:off x="7959694" y="4746315"/>
            <a:ext cx="914400" cy="666750"/>
            <a:chOff x="0" y="0"/>
            <a:chExt cx="576" cy="420"/>
          </a:xfrm>
        </p:grpSpPr>
        <p:sp>
          <p:nvSpPr>
            <p:cNvPr id="51" name="AutoShape 14">
              <a:extLst>
                <a:ext uri="{FF2B5EF4-FFF2-40B4-BE49-F238E27FC236}">
                  <a16:creationId xmlns:a16="http://schemas.microsoft.com/office/drawing/2014/main" id="{116D928E-3511-4662-B281-96367FA7880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未知">
              <a:extLst>
                <a:ext uri="{FF2B5EF4-FFF2-40B4-BE49-F238E27FC236}">
                  <a16:creationId xmlns:a16="http://schemas.microsoft.com/office/drawing/2014/main" id="{5CDD92AA-56C3-424B-B7EF-C03CAED58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8"/>
              <a:ext cx="287" cy="252"/>
            </a:xfrm>
            <a:custGeom>
              <a:avLst/>
              <a:gdLst>
                <a:gd name="T0" fmla="*/ 287 w 287"/>
                <a:gd name="T1" fmla="*/ 0 h 252"/>
                <a:gd name="T2" fmla="*/ 287 w 287"/>
                <a:gd name="T3" fmla="*/ 85 h 252"/>
                <a:gd name="T4" fmla="*/ 0 w 287"/>
                <a:gd name="T5" fmla="*/ 252 h 252"/>
                <a:gd name="T6" fmla="*/ 0 w 287"/>
                <a:gd name="T7" fmla="*/ 167 h 252"/>
                <a:gd name="T8" fmla="*/ 287 w 287"/>
                <a:gd name="T9" fmla="*/ 0 h 252"/>
                <a:gd name="T10" fmla="*/ 287 w 287"/>
                <a:gd name="T11" fmla="*/ 0 h 252"/>
                <a:gd name="T12" fmla="*/ 287 w 287"/>
                <a:gd name="T13" fmla="*/ 0 h 252"/>
                <a:gd name="T14" fmla="*/ 287 w 287"/>
                <a:gd name="T15" fmla="*/ 0 h 252"/>
                <a:gd name="T16" fmla="*/ 287 w 287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7" h="252">
                  <a:moveTo>
                    <a:pt x="287" y="0"/>
                  </a:moveTo>
                  <a:lnTo>
                    <a:pt x="287" y="85"/>
                  </a:lnTo>
                  <a:lnTo>
                    <a:pt x="0" y="252"/>
                  </a:lnTo>
                  <a:lnTo>
                    <a:pt x="0" y="167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未知">
              <a:extLst>
                <a:ext uri="{FF2B5EF4-FFF2-40B4-BE49-F238E27FC236}">
                  <a16:creationId xmlns:a16="http://schemas.microsoft.com/office/drawing/2014/main" id="{06431186-E52F-4A93-9000-AF5CEDC31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68"/>
              <a:ext cx="289" cy="252"/>
            </a:xfrm>
            <a:custGeom>
              <a:avLst/>
              <a:gdLst>
                <a:gd name="T0" fmla="*/ 289 w 289"/>
                <a:gd name="T1" fmla="*/ 167 h 252"/>
                <a:gd name="T2" fmla="*/ 289 w 289"/>
                <a:gd name="T3" fmla="*/ 252 h 252"/>
                <a:gd name="T4" fmla="*/ 0 w 289"/>
                <a:gd name="T5" fmla="*/ 85 h 252"/>
                <a:gd name="T6" fmla="*/ 0 w 289"/>
                <a:gd name="T7" fmla="*/ 0 h 252"/>
                <a:gd name="T8" fmla="*/ 289 w 289"/>
                <a:gd name="T9" fmla="*/ 167 h 252"/>
                <a:gd name="T10" fmla="*/ 289 w 289"/>
                <a:gd name="T11" fmla="*/ 167 h 252"/>
                <a:gd name="T12" fmla="*/ 289 w 289"/>
                <a:gd name="T13" fmla="*/ 167 h 252"/>
                <a:gd name="T14" fmla="*/ 289 w 289"/>
                <a:gd name="T15" fmla="*/ 167 h 252"/>
                <a:gd name="T16" fmla="*/ 289 w 289"/>
                <a:gd name="T17" fmla="*/ 167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289" y="167"/>
                  </a:moveTo>
                  <a:lnTo>
                    <a:pt x="289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未知">
              <a:extLst>
                <a:ext uri="{FF2B5EF4-FFF2-40B4-BE49-F238E27FC236}">
                  <a16:creationId xmlns:a16="http://schemas.microsoft.com/office/drawing/2014/main" id="{1CD52657-A823-4DBD-9435-C78005F69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576" cy="335"/>
            </a:xfrm>
            <a:custGeom>
              <a:avLst/>
              <a:gdLst>
                <a:gd name="T0" fmla="*/ 576 w 576"/>
                <a:gd name="T1" fmla="*/ 168 h 335"/>
                <a:gd name="T2" fmla="*/ 289 w 576"/>
                <a:gd name="T3" fmla="*/ 335 h 335"/>
                <a:gd name="T4" fmla="*/ 0 w 576"/>
                <a:gd name="T5" fmla="*/ 168 h 335"/>
                <a:gd name="T6" fmla="*/ 287 w 576"/>
                <a:gd name="T7" fmla="*/ 0 h 335"/>
                <a:gd name="T8" fmla="*/ 576 w 576"/>
                <a:gd name="T9" fmla="*/ 168 h 335"/>
                <a:gd name="T10" fmla="*/ 576 w 576"/>
                <a:gd name="T11" fmla="*/ 168 h 335"/>
                <a:gd name="T12" fmla="*/ 576 w 576"/>
                <a:gd name="T13" fmla="*/ 168 h 335"/>
                <a:gd name="T14" fmla="*/ 576 w 576"/>
                <a:gd name="T15" fmla="*/ 168 h 335"/>
                <a:gd name="T16" fmla="*/ 576 w 576"/>
                <a:gd name="T17" fmla="*/ 16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335">
                  <a:moveTo>
                    <a:pt x="576" y="168"/>
                  </a:moveTo>
                  <a:lnTo>
                    <a:pt x="289" y="335"/>
                  </a:lnTo>
                  <a:lnTo>
                    <a:pt x="0" y="168"/>
                  </a:lnTo>
                  <a:lnTo>
                    <a:pt x="287" y="0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未知">
              <a:extLst>
                <a:ext uri="{FF2B5EF4-FFF2-40B4-BE49-F238E27FC236}">
                  <a16:creationId xmlns:a16="http://schemas.microsoft.com/office/drawing/2014/main" id="{486CC46B-9883-4E26-9F6B-49CD88525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50"/>
              <a:ext cx="407" cy="237"/>
            </a:xfrm>
            <a:custGeom>
              <a:avLst/>
              <a:gdLst>
                <a:gd name="T0" fmla="*/ 407 w 407"/>
                <a:gd name="T1" fmla="*/ 90 h 237"/>
                <a:gd name="T2" fmla="*/ 374 w 407"/>
                <a:gd name="T3" fmla="*/ 90 h 237"/>
                <a:gd name="T4" fmla="*/ 375 w 407"/>
                <a:gd name="T5" fmla="*/ 119 h 237"/>
                <a:gd name="T6" fmla="*/ 332 w 407"/>
                <a:gd name="T7" fmla="*/ 95 h 237"/>
                <a:gd name="T8" fmla="*/ 325 w 407"/>
                <a:gd name="T9" fmla="*/ 91 h 237"/>
                <a:gd name="T10" fmla="*/ 315 w 407"/>
                <a:gd name="T11" fmla="*/ 92 h 237"/>
                <a:gd name="T12" fmla="*/ 229 w 407"/>
                <a:gd name="T13" fmla="*/ 104 h 237"/>
                <a:gd name="T14" fmla="*/ 248 w 407"/>
                <a:gd name="T15" fmla="*/ 54 h 237"/>
                <a:gd name="T16" fmla="*/ 250 w 407"/>
                <a:gd name="T17" fmla="*/ 48 h 237"/>
                <a:gd name="T18" fmla="*/ 243 w 407"/>
                <a:gd name="T19" fmla="*/ 43 h 237"/>
                <a:gd name="T20" fmla="*/ 201 w 407"/>
                <a:gd name="T21" fmla="*/ 19 h 237"/>
                <a:gd name="T22" fmla="*/ 251 w 407"/>
                <a:gd name="T23" fmla="*/ 19 h 237"/>
                <a:gd name="T24" fmla="*/ 251 w 407"/>
                <a:gd name="T25" fmla="*/ 0 h 237"/>
                <a:gd name="T26" fmla="*/ 141 w 407"/>
                <a:gd name="T27" fmla="*/ 0 h 237"/>
                <a:gd name="T28" fmla="*/ 141 w 407"/>
                <a:gd name="T29" fmla="*/ 64 h 237"/>
                <a:gd name="T30" fmla="*/ 174 w 407"/>
                <a:gd name="T31" fmla="*/ 64 h 237"/>
                <a:gd name="T32" fmla="*/ 174 w 407"/>
                <a:gd name="T33" fmla="*/ 35 h 237"/>
                <a:gd name="T34" fmla="*/ 209 w 407"/>
                <a:gd name="T35" fmla="*/ 55 h 237"/>
                <a:gd name="T36" fmla="*/ 187 w 407"/>
                <a:gd name="T37" fmla="*/ 109 h 237"/>
                <a:gd name="T38" fmla="*/ 94 w 407"/>
                <a:gd name="T39" fmla="*/ 122 h 237"/>
                <a:gd name="T40" fmla="*/ 59 w 407"/>
                <a:gd name="T41" fmla="*/ 101 h 237"/>
                <a:gd name="T42" fmla="*/ 109 w 407"/>
                <a:gd name="T43" fmla="*/ 101 h 237"/>
                <a:gd name="T44" fmla="*/ 109 w 407"/>
                <a:gd name="T45" fmla="*/ 83 h 237"/>
                <a:gd name="T46" fmla="*/ 0 w 407"/>
                <a:gd name="T47" fmla="*/ 83 h 237"/>
                <a:gd name="T48" fmla="*/ 0 w 407"/>
                <a:gd name="T49" fmla="*/ 146 h 237"/>
                <a:gd name="T50" fmla="*/ 33 w 407"/>
                <a:gd name="T51" fmla="*/ 146 h 237"/>
                <a:gd name="T52" fmla="*/ 33 w 407"/>
                <a:gd name="T53" fmla="*/ 117 h 237"/>
                <a:gd name="T54" fmla="*/ 75 w 407"/>
                <a:gd name="T55" fmla="*/ 142 h 237"/>
                <a:gd name="T56" fmla="*/ 82 w 407"/>
                <a:gd name="T57" fmla="*/ 146 h 237"/>
                <a:gd name="T58" fmla="*/ 93 w 407"/>
                <a:gd name="T59" fmla="*/ 144 h 237"/>
                <a:gd name="T60" fmla="*/ 178 w 407"/>
                <a:gd name="T61" fmla="*/ 133 h 237"/>
                <a:gd name="T62" fmla="*/ 158 w 407"/>
                <a:gd name="T63" fmla="*/ 183 h 237"/>
                <a:gd name="T64" fmla="*/ 156 w 407"/>
                <a:gd name="T65" fmla="*/ 189 h 237"/>
                <a:gd name="T66" fmla="*/ 164 w 407"/>
                <a:gd name="T67" fmla="*/ 193 h 237"/>
                <a:gd name="T68" fmla="*/ 206 w 407"/>
                <a:gd name="T69" fmla="*/ 217 h 237"/>
                <a:gd name="T70" fmla="*/ 156 w 407"/>
                <a:gd name="T71" fmla="*/ 217 h 237"/>
                <a:gd name="T72" fmla="*/ 156 w 407"/>
                <a:gd name="T73" fmla="*/ 237 h 237"/>
                <a:gd name="T74" fmla="*/ 266 w 407"/>
                <a:gd name="T75" fmla="*/ 237 h 237"/>
                <a:gd name="T76" fmla="*/ 265 w 407"/>
                <a:gd name="T77" fmla="*/ 173 h 237"/>
                <a:gd name="T78" fmla="*/ 233 w 407"/>
                <a:gd name="T79" fmla="*/ 173 h 237"/>
                <a:gd name="T80" fmla="*/ 233 w 407"/>
                <a:gd name="T81" fmla="*/ 202 h 237"/>
                <a:gd name="T82" fmla="*/ 198 w 407"/>
                <a:gd name="T83" fmla="*/ 182 h 237"/>
                <a:gd name="T84" fmla="*/ 219 w 407"/>
                <a:gd name="T85" fmla="*/ 128 h 237"/>
                <a:gd name="T86" fmla="*/ 313 w 407"/>
                <a:gd name="T87" fmla="*/ 115 h 237"/>
                <a:gd name="T88" fmla="*/ 347 w 407"/>
                <a:gd name="T89" fmla="*/ 135 h 237"/>
                <a:gd name="T90" fmla="*/ 297 w 407"/>
                <a:gd name="T91" fmla="*/ 135 h 237"/>
                <a:gd name="T92" fmla="*/ 297 w 407"/>
                <a:gd name="T93" fmla="*/ 154 h 237"/>
                <a:gd name="T94" fmla="*/ 407 w 407"/>
                <a:gd name="T95" fmla="*/ 154 h 237"/>
                <a:gd name="T96" fmla="*/ 407 w 407"/>
                <a:gd name="T97" fmla="*/ 90 h 237"/>
                <a:gd name="T98" fmla="*/ 407 w 407"/>
                <a:gd name="T99" fmla="*/ 90 h 237"/>
                <a:gd name="T100" fmla="*/ 407 w 407"/>
                <a:gd name="T101" fmla="*/ 90 h 237"/>
                <a:gd name="T102" fmla="*/ 407 w 407"/>
                <a:gd name="T103" fmla="*/ 9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7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1"/>
                  </a:lnTo>
                  <a:lnTo>
                    <a:pt x="315" y="92"/>
                  </a:lnTo>
                  <a:lnTo>
                    <a:pt x="229" y="104"/>
                  </a:lnTo>
                  <a:lnTo>
                    <a:pt x="248" y="54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4"/>
                  </a:lnTo>
                  <a:lnTo>
                    <a:pt x="174" y="64"/>
                  </a:lnTo>
                  <a:lnTo>
                    <a:pt x="174" y="35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2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3"/>
                  </a:lnTo>
                  <a:lnTo>
                    <a:pt x="0" y="83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2"/>
                  </a:lnTo>
                  <a:lnTo>
                    <a:pt x="82" y="146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3"/>
                  </a:lnTo>
                  <a:lnTo>
                    <a:pt x="156" y="189"/>
                  </a:lnTo>
                  <a:lnTo>
                    <a:pt x="164" y="193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7"/>
                  </a:lnTo>
                  <a:lnTo>
                    <a:pt x="266" y="237"/>
                  </a:lnTo>
                  <a:lnTo>
                    <a:pt x="265" y="173"/>
                  </a:lnTo>
                  <a:lnTo>
                    <a:pt x="233" y="173"/>
                  </a:lnTo>
                  <a:lnTo>
                    <a:pt x="233" y="202"/>
                  </a:lnTo>
                  <a:lnTo>
                    <a:pt x="198" y="182"/>
                  </a:lnTo>
                  <a:lnTo>
                    <a:pt x="219" y="128"/>
                  </a:lnTo>
                  <a:lnTo>
                    <a:pt x="313" y="115"/>
                  </a:lnTo>
                  <a:lnTo>
                    <a:pt x="347" y="135"/>
                  </a:lnTo>
                  <a:lnTo>
                    <a:pt x="297" y="135"/>
                  </a:lnTo>
                  <a:lnTo>
                    <a:pt x="297" y="154"/>
                  </a:lnTo>
                  <a:lnTo>
                    <a:pt x="407" y="154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未知">
              <a:extLst>
                <a:ext uri="{FF2B5EF4-FFF2-40B4-BE49-F238E27FC236}">
                  <a16:creationId xmlns:a16="http://schemas.microsoft.com/office/drawing/2014/main" id="{229A413A-7A90-4785-86AF-3BC1DA1FA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45"/>
              <a:ext cx="407" cy="236"/>
            </a:xfrm>
            <a:custGeom>
              <a:avLst/>
              <a:gdLst>
                <a:gd name="T0" fmla="*/ 407 w 407"/>
                <a:gd name="T1" fmla="*/ 90 h 236"/>
                <a:gd name="T2" fmla="*/ 374 w 407"/>
                <a:gd name="T3" fmla="*/ 90 h 236"/>
                <a:gd name="T4" fmla="*/ 375 w 407"/>
                <a:gd name="T5" fmla="*/ 119 h 236"/>
                <a:gd name="T6" fmla="*/ 332 w 407"/>
                <a:gd name="T7" fmla="*/ 95 h 236"/>
                <a:gd name="T8" fmla="*/ 325 w 407"/>
                <a:gd name="T9" fmla="*/ 90 h 236"/>
                <a:gd name="T10" fmla="*/ 315 w 407"/>
                <a:gd name="T11" fmla="*/ 91 h 236"/>
                <a:gd name="T12" fmla="*/ 229 w 407"/>
                <a:gd name="T13" fmla="*/ 103 h 236"/>
                <a:gd name="T14" fmla="*/ 248 w 407"/>
                <a:gd name="T15" fmla="*/ 53 h 236"/>
                <a:gd name="T16" fmla="*/ 250 w 407"/>
                <a:gd name="T17" fmla="*/ 48 h 236"/>
                <a:gd name="T18" fmla="*/ 243 w 407"/>
                <a:gd name="T19" fmla="*/ 43 h 236"/>
                <a:gd name="T20" fmla="*/ 201 w 407"/>
                <a:gd name="T21" fmla="*/ 19 h 236"/>
                <a:gd name="T22" fmla="*/ 251 w 407"/>
                <a:gd name="T23" fmla="*/ 19 h 236"/>
                <a:gd name="T24" fmla="*/ 251 w 407"/>
                <a:gd name="T25" fmla="*/ 0 h 236"/>
                <a:gd name="T26" fmla="*/ 141 w 407"/>
                <a:gd name="T27" fmla="*/ 0 h 236"/>
                <a:gd name="T28" fmla="*/ 141 w 407"/>
                <a:gd name="T29" fmla="*/ 63 h 236"/>
                <a:gd name="T30" fmla="*/ 174 w 407"/>
                <a:gd name="T31" fmla="*/ 63 h 236"/>
                <a:gd name="T32" fmla="*/ 174 w 407"/>
                <a:gd name="T33" fmla="*/ 34 h 236"/>
                <a:gd name="T34" fmla="*/ 209 w 407"/>
                <a:gd name="T35" fmla="*/ 55 h 236"/>
                <a:gd name="T36" fmla="*/ 187 w 407"/>
                <a:gd name="T37" fmla="*/ 109 h 236"/>
                <a:gd name="T38" fmla="*/ 94 w 407"/>
                <a:gd name="T39" fmla="*/ 121 h 236"/>
                <a:gd name="T40" fmla="*/ 59 w 407"/>
                <a:gd name="T41" fmla="*/ 101 h 236"/>
                <a:gd name="T42" fmla="*/ 109 w 407"/>
                <a:gd name="T43" fmla="*/ 101 h 236"/>
                <a:gd name="T44" fmla="*/ 109 w 407"/>
                <a:gd name="T45" fmla="*/ 82 h 236"/>
                <a:gd name="T46" fmla="*/ 0 w 407"/>
                <a:gd name="T47" fmla="*/ 82 h 236"/>
                <a:gd name="T48" fmla="*/ 0 w 407"/>
                <a:gd name="T49" fmla="*/ 146 h 236"/>
                <a:gd name="T50" fmla="*/ 33 w 407"/>
                <a:gd name="T51" fmla="*/ 146 h 236"/>
                <a:gd name="T52" fmla="*/ 33 w 407"/>
                <a:gd name="T53" fmla="*/ 117 h 236"/>
                <a:gd name="T54" fmla="*/ 75 w 407"/>
                <a:gd name="T55" fmla="*/ 141 h 236"/>
                <a:gd name="T56" fmla="*/ 82 w 407"/>
                <a:gd name="T57" fmla="*/ 145 h 236"/>
                <a:gd name="T58" fmla="*/ 93 w 407"/>
                <a:gd name="T59" fmla="*/ 144 h 236"/>
                <a:gd name="T60" fmla="*/ 178 w 407"/>
                <a:gd name="T61" fmla="*/ 133 h 236"/>
                <a:gd name="T62" fmla="*/ 158 w 407"/>
                <a:gd name="T63" fmla="*/ 182 h 236"/>
                <a:gd name="T64" fmla="*/ 156 w 407"/>
                <a:gd name="T65" fmla="*/ 188 h 236"/>
                <a:gd name="T66" fmla="*/ 164 w 407"/>
                <a:gd name="T67" fmla="*/ 192 h 236"/>
                <a:gd name="T68" fmla="*/ 206 w 407"/>
                <a:gd name="T69" fmla="*/ 217 h 236"/>
                <a:gd name="T70" fmla="*/ 156 w 407"/>
                <a:gd name="T71" fmla="*/ 217 h 236"/>
                <a:gd name="T72" fmla="*/ 156 w 407"/>
                <a:gd name="T73" fmla="*/ 236 h 236"/>
                <a:gd name="T74" fmla="*/ 266 w 407"/>
                <a:gd name="T75" fmla="*/ 236 h 236"/>
                <a:gd name="T76" fmla="*/ 265 w 407"/>
                <a:gd name="T77" fmla="*/ 172 h 236"/>
                <a:gd name="T78" fmla="*/ 233 w 407"/>
                <a:gd name="T79" fmla="*/ 172 h 236"/>
                <a:gd name="T80" fmla="*/ 233 w 407"/>
                <a:gd name="T81" fmla="*/ 201 h 236"/>
                <a:gd name="T82" fmla="*/ 198 w 407"/>
                <a:gd name="T83" fmla="*/ 181 h 236"/>
                <a:gd name="T84" fmla="*/ 219 w 407"/>
                <a:gd name="T85" fmla="*/ 127 h 236"/>
                <a:gd name="T86" fmla="*/ 313 w 407"/>
                <a:gd name="T87" fmla="*/ 115 h 236"/>
                <a:gd name="T88" fmla="*/ 347 w 407"/>
                <a:gd name="T89" fmla="*/ 134 h 236"/>
                <a:gd name="T90" fmla="*/ 297 w 407"/>
                <a:gd name="T91" fmla="*/ 134 h 236"/>
                <a:gd name="T92" fmla="*/ 297 w 407"/>
                <a:gd name="T93" fmla="*/ 153 h 236"/>
                <a:gd name="T94" fmla="*/ 407 w 407"/>
                <a:gd name="T95" fmla="*/ 153 h 236"/>
                <a:gd name="T96" fmla="*/ 407 w 407"/>
                <a:gd name="T97" fmla="*/ 90 h 236"/>
                <a:gd name="T98" fmla="*/ 407 w 407"/>
                <a:gd name="T99" fmla="*/ 90 h 236"/>
                <a:gd name="T100" fmla="*/ 407 w 407"/>
                <a:gd name="T101" fmla="*/ 90 h 236"/>
                <a:gd name="T102" fmla="*/ 407 w 407"/>
                <a:gd name="T103" fmla="*/ 9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6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0"/>
                  </a:lnTo>
                  <a:lnTo>
                    <a:pt x="315" y="91"/>
                  </a:lnTo>
                  <a:lnTo>
                    <a:pt x="229" y="103"/>
                  </a:lnTo>
                  <a:lnTo>
                    <a:pt x="248" y="53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3"/>
                  </a:lnTo>
                  <a:lnTo>
                    <a:pt x="174" y="63"/>
                  </a:lnTo>
                  <a:lnTo>
                    <a:pt x="174" y="34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1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2"/>
                  </a:lnTo>
                  <a:lnTo>
                    <a:pt x="0" y="82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1"/>
                  </a:lnTo>
                  <a:lnTo>
                    <a:pt x="82" y="145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2"/>
                  </a:lnTo>
                  <a:lnTo>
                    <a:pt x="156" y="188"/>
                  </a:lnTo>
                  <a:lnTo>
                    <a:pt x="164" y="192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6"/>
                  </a:lnTo>
                  <a:lnTo>
                    <a:pt x="266" y="236"/>
                  </a:lnTo>
                  <a:lnTo>
                    <a:pt x="265" y="172"/>
                  </a:lnTo>
                  <a:lnTo>
                    <a:pt x="233" y="172"/>
                  </a:lnTo>
                  <a:lnTo>
                    <a:pt x="233" y="201"/>
                  </a:lnTo>
                  <a:lnTo>
                    <a:pt x="198" y="181"/>
                  </a:lnTo>
                  <a:lnTo>
                    <a:pt x="219" y="127"/>
                  </a:lnTo>
                  <a:lnTo>
                    <a:pt x="313" y="115"/>
                  </a:lnTo>
                  <a:lnTo>
                    <a:pt x="347" y="134"/>
                  </a:lnTo>
                  <a:lnTo>
                    <a:pt x="297" y="134"/>
                  </a:lnTo>
                  <a:lnTo>
                    <a:pt x="297" y="153"/>
                  </a:lnTo>
                  <a:lnTo>
                    <a:pt x="407" y="153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" name="Group 20">
            <a:extLst>
              <a:ext uri="{FF2B5EF4-FFF2-40B4-BE49-F238E27FC236}">
                <a16:creationId xmlns:a16="http://schemas.microsoft.com/office/drawing/2014/main" id="{5C07972B-6DF4-401B-A758-F198309C33B9}"/>
              </a:ext>
            </a:extLst>
          </p:cNvPr>
          <p:cNvGrpSpPr>
            <a:grpSpLocks/>
          </p:cNvGrpSpPr>
          <p:nvPr/>
        </p:nvGrpSpPr>
        <p:grpSpPr bwMode="auto">
          <a:xfrm>
            <a:off x="6519831" y="2820677"/>
            <a:ext cx="914400" cy="666750"/>
            <a:chOff x="0" y="0"/>
            <a:chExt cx="576" cy="420"/>
          </a:xfrm>
        </p:grpSpPr>
        <p:sp>
          <p:nvSpPr>
            <p:cNvPr id="58" name="AutoShape 21">
              <a:extLst>
                <a:ext uri="{FF2B5EF4-FFF2-40B4-BE49-F238E27FC236}">
                  <a16:creationId xmlns:a16="http://schemas.microsoft.com/office/drawing/2014/main" id="{E82C0D9A-6549-4519-86B1-7A2C9A9B814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未知">
              <a:extLst>
                <a:ext uri="{FF2B5EF4-FFF2-40B4-BE49-F238E27FC236}">
                  <a16:creationId xmlns:a16="http://schemas.microsoft.com/office/drawing/2014/main" id="{CCEFB5A2-C6B3-4470-8997-58BA04EA8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8"/>
              <a:ext cx="287" cy="252"/>
            </a:xfrm>
            <a:custGeom>
              <a:avLst/>
              <a:gdLst>
                <a:gd name="T0" fmla="*/ 287 w 287"/>
                <a:gd name="T1" fmla="*/ 0 h 252"/>
                <a:gd name="T2" fmla="*/ 287 w 287"/>
                <a:gd name="T3" fmla="*/ 85 h 252"/>
                <a:gd name="T4" fmla="*/ 0 w 287"/>
                <a:gd name="T5" fmla="*/ 252 h 252"/>
                <a:gd name="T6" fmla="*/ 0 w 287"/>
                <a:gd name="T7" fmla="*/ 167 h 252"/>
                <a:gd name="T8" fmla="*/ 287 w 287"/>
                <a:gd name="T9" fmla="*/ 0 h 252"/>
                <a:gd name="T10" fmla="*/ 287 w 287"/>
                <a:gd name="T11" fmla="*/ 0 h 252"/>
                <a:gd name="T12" fmla="*/ 287 w 287"/>
                <a:gd name="T13" fmla="*/ 0 h 252"/>
                <a:gd name="T14" fmla="*/ 287 w 287"/>
                <a:gd name="T15" fmla="*/ 0 h 252"/>
                <a:gd name="T16" fmla="*/ 287 w 287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7" h="252">
                  <a:moveTo>
                    <a:pt x="287" y="0"/>
                  </a:moveTo>
                  <a:lnTo>
                    <a:pt x="287" y="85"/>
                  </a:lnTo>
                  <a:lnTo>
                    <a:pt x="0" y="252"/>
                  </a:lnTo>
                  <a:lnTo>
                    <a:pt x="0" y="167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未知">
              <a:extLst>
                <a:ext uri="{FF2B5EF4-FFF2-40B4-BE49-F238E27FC236}">
                  <a16:creationId xmlns:a16="http://schemas.microsoft.com/office/drawing/2014/main" id="{8F5B256A-A742-4060-9A8E-6E51D0BE9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68"/>
              <a:ext cx="289" cy="252"/>
            </a:xfrm>
            <a:custGeom>
              <a:avLst/>
              <a:gdLst>
                <a:gd name="T0" fmla="*/ 289 w 289"/>
                <a:gd name="T1" fmla="*/ 167 h 252"/>
                <a:gd name="T2" fmla="*/ 289 w 289"/>
                <a:gd name="T3" fmla="*/ 252 h 252"/>
                <a:gd name="T4" fmla="*/ 0 w 289"/>
                <a:gd name="T5" fmla="*/ 85 h 252"/>
                <a:gd name="T6" fmla="*/ 0 w 289"/>
                <a:gd name="T7" fmla="*/ 0 h 252"/>
                <a:gd name="T8" fmla="*/ 289 w 289"/>
                <a:gd name="T9" fmla="*/ 167 h 252"/>
                <a:gd name="T10" fmla="*/ 289 w 289"/>
                <a:gd name="T11" fmla="*/ 167 h 252"/>
                <a:gd name="T12" fmla="*/ 289 w 289"/>
                <a:gd name="T13" fmla="*/ 167 h 252"/>
                <a:gd name="T14" fmla="*/ 289 w 289"/>
                <a:gd name="T15" fmla="*/ 167 h 252"/>
                <a:gd name="T16" fmla="*/ 289 w 289"/>
                <a:gd name="T17" fmla="*/ 167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9" h="252">
                  <a:moveTo>
                    <a:pt x="289" y="167"/>
                  </a:moveTo>
                  <a:lnTo>
                    <a:pt x="289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lnTo>
                    <a:pt x="289" y="167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未知">
              <a:extLst>
                <a:ext uri="{FF2B5EF4-FFF2-40B4-BE49-F238E27FC236}">
                  <a16:creationId xmlns:a16="http://schemas.microsoft.com/office/drawing/2014/main" id="{34176795-FADB-4A49-812F-48724A55D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576" cy="335"/>
            </a:xfrm>
            <a:custGeom>
              <a:avLst/>
              <a:gdLst>
                <a:gd name="T0" fmla="*/ 576 w 576"/>
                <a:gd name="T1" fmla="*/ 168 h 335"/>
                <a:gd name="T2" fmla="*/ 289 w 576"/>
                <a:gd name="T3" fmla="*/ 335 h 335"/>
                <a:gd name="T4" fmla="*/ 0 w 576"/>
                <a:gd name="T5" fmla="*/ 168 h 335"/>
                <a:gd name="T6" fmla="*/ 287 w 576"/>
                <a:gd name="T7" fmla="*/ 0 h 335"/>
                <a:gd name="T8" fmla="*/ 576 w 576"/>
                <a:gd name="T9" fmla="*/ 168 h 335"/>
                <a:gd name="T10" fmla="*/ 576 w 576"/>
                <a:gd name="T11" fmla="*/ 168 h 335"/>
                <a:gd name="T12" fmla="*/ 576 w 576"/>
                <a:gd name="T13" fmla="*/ 168 h 335"/>
                <a:gd name="T14" fmla="*/ 576 w 576"/>
                <a:gd name="T15" fmla="*/ 168 h 335"/>
                <a:gd name="T16" fmla="*/ 576 w 576"/>
                <a:gd name="T17" fmla="*/ 16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6" h="335">
                  <a:moveTo>
                    <a:pt x="576" y="168"/>
                  </a:moveTo>
                  <a:lnTo>
                    <a:pt x="289" y="335"/>
                  </a:lnTo>
                  <a:lnTo>
                    <a:pt x="0" y="168"/>
                  </a:lnTo>
                  <a:lnTo>
                    <a:pt x="287" y="0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lnTo>
                    <a:pt x="576" y="168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未知">
              <a:extLst>
                <a:ext uri="{FF2B5EF4-FFF2-40B4-BE49-F238E27FC236}">
                  <a16:creationId xmlns:a16="http://schemas.microsoft.com/office/drawing/2014/main" id="{EAC11D97-0B68-4FF3-84B9-600B2DCED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50"/>
              <a:ext cx="407" cy="237"/>
            </a:xfrm>
            <a:custGeom>
              <a:avLst/>
              <a:gdLst>
                <a:gd name="T0" fmla="*/ 407 w 407"/>
                <a:gd name="T1" fmla="*/ 90 h 237"/>
                <a:gd name="T2" fmla="*/ 374 w 407"/>
                <a:gd name="T3" fmla="*/ 90 h 237"/>
                <a:gd name="T4" fmla="*/ 375 w 407"/>
                <a:gd name="T5" fmla="*/ 119 h 237"/>
                <a:gd name="T6" fmla="*/ 332 w 407"/>
                <a:gd name="T7" fmla="*/ 95 h 237"/>
                <a:gd name="T8" fmla="*/ 325 w 407"/>
                <a:gd name="T9" fmla="*/ 91 h 237"/>
                <a:gd name="T10" fmla="*/ 315 w 407"/>
                <a:gd name="T11" fmla="*/ 92 h 237"/>
                <a:gd name="T12" fmla="*/ 229 w 407"/>
                <a:gd name="T13" fmla="*/ 104 h 237"/>
                <a:gd name="T14" fmla="*/ 248 w 407"/>
                <a:gd name="T15" fmla="*/ 54 h 237"/>
                <a:gd name="T16" fmla="*/ 250 w 407"/>
                <a:gd name="T17" fmla="*/ 48 h 237"/>
                <a:gd name="T18" fmla="*/ 243 w 407"/>
                <a:gd name="T19" fmla="*/ 43 h 237"/>
                <a:gd name="T20" fmla="*/ 201 w 407"/>
                <a:gd name="T21" fmla="*/ 19 h 237"/>
                <a:gd name="T22" fmla="*/ 251 w 407"/>
                <a:gd name="T23" fmla="*/ 19 h 237"/>
                <a:gd name="T24" fmla="*/ 251 w 407"/>
                <a:gd name="T25" fmla="*/ 0 h 237"/>
                <a:gd name="T26" fmla="*/ 141 w 407"/>
                <a:gd name="T27" fmla="*/ 0 h 237"/>
                <a:gd name="T28" fmla="*/ 141 w 407"/>
                <a:gd name="T29" fmla="*/ 64 h 237"/>
                <a:gd name="T30" fmla="*/ 174 w 407"/>
                <a:gd name="T31" fmla="*/ 64 h 237"/>
                <a:gd name="T32" fmla="*/ 174 w 407"/>
                <a:gd name="T33" fmla="*/ 35 h 237"/>
                <a:gd name="T34" fmla="*/ 209 w 407"/>
                <a:gd name="T35" fmla="*/ 55 h 237"/>
                <a:gd name="T36" fmla="*/ 187 w 407"/>
                <a:gd name="T37" fmla="*/ 109 h 237"/>
                <a:gd name="T38" fmla="*/ 94 w 407"/>
                <a:gd name="T39" fmla="*/ 122 h 237"/>
                <a:gd name="T40" fmla="*/ 59 w 407"/>
                <a:gd name="T41" fmla="*/ 101 h 237"/>
                <a:gd name="T42" fmla="*/ 109 w 407"/>
                <a:gd name="T43" fmla="*/ 101 h 237"/>
                <a:gd name="T44" fmla="*/ 109 w 407"/>
                <a:gd name="T45" fmla="*/ 83 h 237"/>
                <a:gd name="T46" fmla="*/ 0 w 407"/>
                <a:gd name="T47" fmla="*/ 83 h 237"/>
                <a:gd name="T48" fmla="*/ 0 w 407"/>
                <a:gd name="T49" fmla="*/ 146 h 237"/>
                <a:gd name="T50" fmla="*/ 33 w 407"/>
                <a:gd name="T51" fmla="*/ 146 h 237"/>
                <a:gd name="T52" fmla="*/ 33 w 407"/>
                <a:gd name="T53" fmla="*/ 117 h 237"/>
                <a:gd name="T54" fmla="*/ 75 w 407"/>
                <a:gd name="T55" fmla="*/ 142 h 237"/>
                <a:gd name="T56" fmla="*/ 82 w 407"/>
                <a:gd name="T57" fmla="*/ 146 h 237"/>
                <a:gd name="T58" fmla="*/ 93 w 407"/>
                <a:gd name="T59" fmla="*/ 144 h 237"/>
                <a:gd name="T60" fmla="*/ 178 w 407"/>
                <a:gd name="T61" fmla="*/ 133 h 237"/>
                <a:gd name="T62" fmla="*/ 158 w 407"/>
                <a:gd name="T63" fmla="*/ 183 h 237"/>
                <a:gd name="T64" fmla="*/ 156 w 407"/>
                <a:gd name="T65" fmla="*/ 189 h 237"/>
                <a:gd name="T66" fmla="*/ 164 w 407"/>
                <a:gd name="T67" fmla="*/ 193 h 237"/>
                <a:gd name="T68" fmla="*/ 206 w 407"/>
                <a:gd name="T69" fmla="*/ 217 h 237"/>
                <a:gd name="T70" fmla="*/ 156 w 407"/>
                <a:gd name="T71" fmla="*/ 217 h 237"/>
                <a:gd name="T72" fmla="*/ 156 w 407"/>
                <a:gd name="T73" fmla="*/ 237 h 237"/>
                <a:gd name="T74" fmla="*/ 266 w 407"/>
                <a:gd name="T75" fmla="*/ 237 h 237"/>
                <a:gd name="T76" fmla="*/ 265 w 407"/>
                <a:gd name="T77" fmla="*/ 173 h 237"/>
                <a:gd name="T78" fmla="*/ 233 w 407"/>
                <a:gd name="T79" fmla="*/ 173 h 237"/>
                <a:gd name="T80" fmla="*/ 233 w 407"/>
                <a:gd name="T81" fmla="*/ 202 h 237"/>
                <a:gd name="T82" fmla="*/ 198 w 407"/>
                <a:gd name="T83" fmla="*/ 182 h 237"/>
                <a:gd name="T84" fmla="*/ 219 w 407"/>
                <a:gd name="T85" fmla="*/ 128 h 237"/>
                <a:gd name="T86" fmla="*/ 313 w 407"/>
                <a:gd name="T87" fmla="*/ 115 h 237"/>
                <a:gd name="T88" fmla="*/ 347 w 407"/>
                <a:gd name="T89" fmla="*/ 135 h 237"/>
                <a:gd name="T90" fmla="*/ 297 w 407"/>
                <a:gd name="T91" fmla="*/ 135 h 237"/>
                <a:gd name="T92" fmla="*/ 297 w 407"/>
                <a:gd name="T93" fmla="*/ 154 h 237"/>
                <a:gd name="T94" fmla="*/ 407 w 407"/>
                <a:gd name="T95" fmla="*/ 154 h 237"/>
                <a:gd name="T96" fmla="*/ 407 w 407"/>
                <a:gd name="T97" fmla="*/ 90 h 237"/>
                <a:gd name="T98" fmla="*/ 407 w 407"/>
                <a:gd name="T99" fmla="*/ 90 h 237"/>
                <a:gd name="T100" fmla="*/ 407 w 407"/>
                <a:gd name="T101" fmla="*/ 90 h 237"/>
                <a:gd name="T102" fmla="*/ 407 w 407"/>
                <a:gd name="T103" fmla="*/ 9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7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1"/>
                  </a:lnTo>
                  <a:lnTo>
                    <a:pt x="315" y="92"/>
                  </a:lnTo>
                  <a:lnTo>
                    <a:pt x="229" y="104"/>
                  </a:lnTo>
                  <a:lnTo>
                    <a:pt x="248" y="54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4"/>
                  </a:lnTo>
                  <a:lnTo>
                    <a:pt x="174" y="64"/>
                  </a:lnTo>
                  <a:lnTo>
                    <a:pt x="174" y="35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2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3"/>
                  </a:lnTo>
                  <a:lnTo>
                    <a:pt x="0" y="83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2"/>
                  </a:lnTo>
                  <a:lnTo>
                    <a:pt x="82" y="146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3"/>
                  </a:lnTo>
                  <a:lnTo>
                    <a:pt x="156" y="189"/>
                  </a:lnTo>
                  <a:lnTo>
                    <a:pt x="164" y="193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7"/>
                  </a:lnTo>
                  <a:lnTo>
                    <a:pt x="266" y="237"/>
                  </a:lnTo>
                  <a:lnTo>
                    <a:pt x="265" y="173"/>
                  </a:lnTo>
                  <a:lnTo>
                    <a:pt x="233" y="173"/>
                  </a:lnTo>
                  <a:lnTo>
                    <a:pt x="233" y="202"/>
                  </a:lnTo>
                  <a:lnTo>
                    <a:pt x="198" y="182"/>
                  </a:lnTo>
                  <a:lnTo>
                    <a:pt x="219" y="128"/>
                  </a:lnTo>
                  <a:lnTo>
                    <a:pt x="313" y="115"/>
                  </a:lnTo>
                  <a:lnTo>
                    <a:pt x="347" y="135"/>
                  </a:lnTo>
                  <a:lnTo>
                    <a:pt x="297" y="135"/>
                  </a:lnTo>
                  <a:lnTo>
                    <a:pt x="297" y="154"/>
                  </a:lnTo>
                  <a:lnTo>
                    <a:pt x="407" y="154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未知">
              <a:extLst>
                <a:ext uri="{FF2B5EF4-FFF2-40B4-BE49-F238E27FC236}">
                  <a16:creationId xmlns:a16="http://schemas.microsoft.com/office/drawing/2014/main" id="{B5D7BBBC-7140-4340-859F-A3875E99E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" y="45"/>
              <a:ext cx="407" cy="236"/>
            </a:xfrm>
            <a:custGeom>
              <a:avLst/>
              <a:gdLst>
                <a:gd name="T0" fmla="*/ 407 w 407"/>
                <a:gd name="T1" fmla="*/ 90 h 236"/>
                <a:gd name="T2" fmla="*/ 374 w 407"/>
                <a:gd name="T3" fmla="*/ 90 h 236"/>
                <a:gd name="T4" fmla="*/ 375 w 407"/>
                <a:gd name="T5" fmla="*/ 119 h 236"/>
                <a:gd name="T6" fmla="*/ 332 w 407"/>
                <a:gd name="T7" fmla="*/ 95 h 236"/>
                <a:gd name="T8" fmla="*/ 325 w 407"/>
                <a:gd name="T9" fmla="*/ 90 h 236"/>
                <a:gd name="T10" fmla="*/ 315 w 407"/>
                <a:gd name="T11" fmla="*/ 91 h 236"/>
                <a:gd name="T12" fmla="*/ 229 w 407"/>
                <a:gd name="T13" fmla="*/ 103 h 236"/>
                <a:gd name="T14" fmla="*/ 248 w 407"/>
                <a:gd name="T15" fmla="*/ 53 h 236"/>
                <a:gd name="T16" fmla="*/ 250 w 407"/>
                <a:gd name="T17" fmla="*/ 48 h 236"/>
                <a:gd name="T18" fmla="*/ 243 w 407"/>
                <a:gd name="T19" fmla="*/ 43 h 236"/>
                <a:gd name="T20" fmla="*/ 201 w 407"/>
                <a:gd name="T21" fmla="*/ 19 h 236"/>
                <a:gd name="T22" fmla="*/ 251 w 407"/>
                <a:gd name="T23" fmla="*/ 19 h 236"/>
                <a:gd name="T24" fmla="*/ 251 w 407"/>
                <a:gd name="T25" fmla="*/ 0 h 236"/>
                <a:gd name="T26" fmla="*/ 141 w 407"/>
                <a:gd name="T27" fmla="*/ 0 h 236"/>
                <a:gd name="T28" fmla="*/ 141 w 407"/>
                <a:gd name="T29" fmla="*/ 63 h 236"/>
                <a:gd name="T30" fmla="*/ 174 w 407"/>
                <a:gd name="T31" fmla="*/ 63 h 236"/>
                <a:gd name="T32" fmla="*/ 174 w 407"/>
                <a:gd name="T33" fmla="*/ 34 h 236"/>
                <a:gd name="T34" fmla="*/ 209 w 407"/>
                <a:gd name="T35" fmla="*/ 55 h 236"/>
                <a:gd name="T36" fmla="*/ 187 w 407"/>
                <a:gd name="T37" fmla="*/ 109 h 236"/>
                <a:gd name="T38" fmla="*/ 94 w 407"/>
                <a:gd name="T39" fmla="*/ 121 h 236"/>
                <a:gd name="T40" fmla="*/ 59 w 407"/>
                <a:gd name="T41" fmla="*/ 101 h 236"/>
                <a:gd name="T42" fmla="*/ 109 w 407"/>
                <a:gd name="T43" fmla="*/ 101 h 236"/>
                <a:gd name="T44" fmla="*/ 109 w 407"/>
                <a:gd name="T45" fmla="*/ 82 h 236"/>
                <a:gd name="T46" fmla="*/ 0 w 407"/>
                <a:gd name="T47" fmla="*/ 82 h 236"/>
                <a:gd name="T48" fmla="*/ 0 w 407"/>
                <a:gd name="T49" fmla="*/ 146 h 236"/>
                <a:gd name="T50" fmla="*/ 33 w 407"/>
                <a:gd name="T51" fmla="*/ 146 h 236"/>
                <a:gd name="T52" fmla="*/ 33 w 407"/>
                <a:gd name="T53" fmla="*/ 117 h 236"/>
                <a:gd name="T54" fmla="*/ 75 w 407"/>
                <a:gd name="T55" fmla="*/ 141 h 236"/>
                <a:gd name="T56" fmla="*/ 82 w 407"/>
                <a:gd name="T57" fmla="*/ 145 h 236"/>
                <a:gd name="T58" fmla="*/ 93 w 407"/>
                <a:gd name="T59" fmla="*/ 144 h 236"/>
                <a:gd name="T60" fmla="*/ 178 w 407"/>
                <a:gd name="T61" fmla="*/ 133 h 236"/>
                <a:gd name="T62" fmla="*/ 158 w 407"/>
                <a:gd name="T63" fmla="*/ 182 h 236"/>
                <a:gd name="T64" fmla="*/ 156 w 407"/>
                <a:gd name="T65" fmla="*/ 188 h 236"/>
                <a:gd name="T66" fmla="*/ 164 w 407"/>
                <a:gd name="T67" fmla="*/ 192 h 236"/>
                <a:gd name="T68" fmla="*/ 206 w 407"/>
                <a:gd name="T69" fmla="*/ 217 h 236"/>
                <a:gd name="T70" fmla="*/ 156 w 407"/>
                <a:gd name="T71" fmla="*/ 217 h 236"/>
                <a:gd name="T72" fmla="*/ 156 w 407"/>
                <a:gd name="T73" fmla="*/ 236 h 236"/>
                <a:gd name="T74" fmla="*/ 266 w 407"/>
                <a:gd name="T75" fmla="*/ 236 h 236"/>
                <a:gd name="T76" fmla="*/ 265 w 407"/>
                <a:gd name="T77" fmla="*/ 172 h 236"/>
                <a:gd name="T78" fmla="*/ 233 w 407"/>
                <a:gd name="T79" fmla="*/ 172 h 236"/>
                <a:gd name="T80" fmla="*/ 233 w 407"/>
                <a:gd name="T81" fmla="*/ 201 h 236"/>
                <a:gd name="T82" fmla="*/ 198 w 407"/>
                <a:gd name="T83" fmla="*/ 181 h 236"/>
                <a:gd name="T84" fmla="*/ 219 w 407"/>
                <a:gd name="T85" fmla="*/ 127 h 236"/>
                <a:gd name="T86" fmla="*/ 313 w 407"/>
                <a:gd name="T87" fmla="*/ 115 h 236"/>
                <a:gd name="T88" fmla="*/ 347 w 407"/>
                <a:gd name="T89" fmla="*/ 134 h 236"/>
                <a:gd name="T90" fmla="*/ 297 w 407"/>
                <a:gd name="T91" fmla="*/ 134 h 236"/>
                <a:gd name="T92" fmla="*/ 297 w 407"/>
                <a:gd name="T93" fmla="*/ 153 h 236"/>
                <a:gd name="T94" fmla="*/ 407 w 407"/>
                <a:gd name="T95" fmla="*/ 153 h 236"/>
                <a:gd name="T96" fmla="*/ 407 w 407"/>
                <a:gd name="T97" fmla="*/ 90 h 236"/>
                <a:gd name="T98" fmla="*/ 407 w 407"/>
                <a:gd name="T99" fmla="*/ 90 h 236"/>
                <a:gd name="T100" fmla="*/ 407 w 407"/>
                <a:gd name="T101" fmla="*/ 90 h 236"/>
                <a:gd name="T102" fmla="*/ 407 w 407"/>
                <a:gd name="T103" fmla="*/ 9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7" h="236">
                  <a:moveTo>
                    <a:pt x="407" y="90"/>
                  </a:moveTo>
                  <a:lnTo>
                    <a:pt x="374" y="90"/>
                  </a:lnTo>
                  <a:lnTo>
                    <a:pt x="375" y="119"/>
                  </a:lnTo>
                  <a:lnTo>
                    <a:pt x="332" y="95"/>
                  </a:lnTo>
                  <a:lnTo>
                    <a:pt x="325" y="90"/>
                  </a:lnTo>
                  <a:lnTo>
                    <a:pt x="315" y="91"/>
                  </a:lnTo>
                  <a:lnTo>
                    <a:pt x="229" y="103"/>
                  </a:lnTo>
                  <a:lnTo>
                    <a:pt x="248" y="53"/>
                  </a:lnTo>
                  <a:lnTo>
                    <a:pt x="250" y="48"/>
                  </a:lnTo>
                  <a:lnTo>
                    <a:pt x="243" y="43"/>
                  </a:lnTo>
                  <a:lnTo>
                    <a:pt x="201" y="19"/>
                  </a:lnTo>
                  <a:lnTo>
                    <a:pt x="251" y="19"/>
                  </a:lnTo>
                  <a:lnTo>
                    <a:pt x="251" y="0"/>
                  </a:lnTo>
                  <a:lnTo>
                    <a:pt x="141" y="0"/>
                  </a:lnTo>
                  <a:lnTo>
                    <a:pt x="141" y="63"/>
                  </a:lnTo>
                  <a:lnTo>
                    <a:pt x="174" y="63"/>
                  </a:lnTo>
                  <a:lnTo>
                    <a:pt x="174" y="34"/>
                  </a:lnTo>
                  <a:lnTo>
                    <a:pt x="209" y="55"/>
                  </a:lnTo>
                  <a:lnTo>
                    <a:pt x="187" y="109"/>
                  </a:lnTo>
                  <a:lnTo>
                    <a:pt x="94" y="121"/>
                  </a:lnTo>
                  <a:lnTo>
                    <a:pt x="59" y="101"/>
                  </a:lnTo>
                  <a:lnTo>
                    <a:pt x="109" y="101"/>
                  </a:lnTo>
                  <a:lnTo>
                    <a:pt x="109" y="82"/>
                  </a:lnTo>
                  <a:lnTo>
                    <a:pt x="0" y="82"/>
                  </a:lnTo>
                  <a:lnTo>
                    <a:pt x="0" y="146"/>
                  </a:lnTo>
                  <a:lnTo>
                    <a:pt x="33" y="146"/>
                  </a:lnTo>
                  <a:lnTo>
                    <a:pt x="33" y="117"/>
                  </a:lnTo>
                  <a:lnTo>
                    <a:pt x="75" y="141"/>
                  </a:lnTo>
                  <a:lnTo>
                    <a:pt x="82" y="145"/>
                  </a:lnTo>
                  <a:lnTo>
                    <a:pt x="93" y="144"/>
                  </a:lnTo>
                  <a:lnTo>
                    <a:pt x="178" y="133"/>
                  </a:lnTo>
                  <a:lnTo>
                    <a:pt x="158" y="182"/>
                  </a:lnTo>
                  <a:lnTo>
                    <a:pt x="156" y="188"/>
                  </a:lnTo>
                  <a:lnTo>
                    <a:pt x="164" y="192"/>
                  </a:lnTo>
                  <a:lnTo>
                    <a:pt x="206" y="217"/>
                  </a:lnTo>
                  <a:lnTo>
                    <a:pt x="156" y="217"/>
                  </a:lnTo>
                  <a:lnTo>
                    <a:pt x="156" y="236"/>
                  </a:lnTo>
                  <a:lnTo>
                    <a:pt x="266" y="236"/>
                  </a:lnTo>
                  <a:lnTo>
                    <a:pt x="265" y="172"/>
                  </a:lnTo>
                  <a:lnTo>
                    <a:pt x="233" y="172"/>
                  </a:lnTo>
                  <a:lnTo>
                    <a:pt x="233" y="201"/>
                  </a:lnTo>
                  <a:lnTo>
                    <a:pt x="198" y="181"/>
                  </a:lnTo>
                  <a:lnTo>
                    <a:pt x="219" y="127"/>
                  </a:lnTo>
                  <a:lnTo>
                    <a:pt x="313" y="115"/>
                  </a:lnTo>
                  <a:lnTo>
                    <a:pt x="347" y="134"/>
                  </a:lnTo>
                  <a:lnTo>
                    <a:pt x="297" y="134"/>
                  </a:lnTo>
                  <a:lnTo>
                    <a:pt x="297" y="153"/>
                  </a:lnTo>
                  <a:lnTo>
                    <a:pt x="407" y="153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lnTo>
                    <a:pt x="407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" name="Text Box 27">
            <a:extLst>
              <a:ext uri="{FF2B5EF4-FFF2-40B4-BE49-F238E27FC236}">
                <a16:creationId xmlns:a16="http://schemas.microsoft.com/office/drawing/2014/main" id="{3A265E8B-0D5A-4C45-B2BE-D9B1757D1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931" y="2388877"/>
            <a:ext cx="129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sz="1600">
                <a:ea typeface="黑体" panose="02010609060101010101" pitchFamily="49" charset="-122"/>
              </a:rPr>
              <a:t>SWA</a:t>
            </a:r>
          </a:p>
        </p:txBody>
      </p:sp>
      <p:sp>
        <p:nvSpPr>
          <p:cNvPr id="65" name="Text Box 28">
            <a:extLst>
              <a:ext uri="{FF2B5EF4-FFF2-40B4-BE49-F238E27FC236}">
                <a16:creationId xmlns:a16="http://schemas.microsoft.com/office/drawing/2014/main" id="{168850C7-7153-4090-A93F-83523DAEF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894" y="5436877"/>
            <a:ext cx="129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sz="1600">
                <a:ea typeface="黑体" panose="02010609060101010101" pitchFamily="49" charset="-122"/>
              </a:rPr>
              <a:t>SWB</a:t>
            </a:r>
          </a:p>
        </p:txBody>
      </p:sp>
      <p:sp>
        <p:nvSpPr>
          <p:cNvPr id="66" name="Text Box 29">
            <a:extLst>
              <a:ext uri="{FF2B5EF4-FFF2-40B4-BE49-F238E27FC236}">
                <a16:creationId xmlns:a16="http://schemas.microsoft.com/office/drawing/2014/main" id="{73F8EBF2-16A9-4062-9E4D-BA22FA0B7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06" y="5413065"/>
            <a:ext cx="1298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sz="1600">
                <a:ea typeface="黑体" panose="02010609060101010101" pitchFamily="49" charset="-122"/>
              </a:rPr>
              <a:t>SWC</a:t>
            </a:r>
          </a:p>
        </p:txBody>
      </p:sp>
      <p:sp>
        <p:nvSpPr>
          <p:cNvPr id="67" name="AutoShape 37">
            <a:extLst>
              <a:ext uri="{FF2B5EF4-FFF2-40B4-BE49-F238E27FC236}">
                <a16:creationId xmlns:a16="http://schemas.microsoft.com/office/drawing/2014/main" id="{8167A4A1-444F-4094-964F-023CD7D7A8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35843" y="4977539"/>
            <a:ext cx="285750" cy="287338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700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899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Text Box 31">
            <a:extLst>
              <a:ext uri="{FF2B5EF4-FFF2-40B4-BE49-F238E27FC236}">
                <a16:creationId xmlns:a16="http://schemas.microsoft.com/office/drawing/2014/main" id="{8934292C-6D44-4DDA-B43C-B3A1527BA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5698" y="2348674"/>
            <a:ext cx="1298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Root</a:t>
            </a: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CE47AB16-0BA4-42AE-997A-A5C774D5E210}"/>
              </a:ext>
            </a:extLst>
          </p:cNvPr>
          <p:cNvSpPr/>
          <p:nvPr/>
        </p:nvSpPr>
        <p:spPr>
          <a:xfrm>
            <a:off x="4253655" y="3736553"/>
            <a:ext cx="889013" cy="400050"/>
          </a:xfrm>
          <a:prstGeom prst="rightArrow">
            <a:avLst/>
          </a:prstGeom>
          <a:solidFill>
            <a:srgbClr val="FFC000"/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dirty="0"/>
          </a:p>
        </p:txBody>
      </p:sp>
      <p:sp>
        <p:nvSpPr>
          <p:cNvPr id="69" name="Text Box 31">
            <a:extLst>
              <a:ext uri="{FF2B5EF4-FFF2-40B4-BE49-F238E27FC236}">
                <a16:creationId xmlns:a16="http://schemas.microsoft.com/office/drawing/2014/main" id="{97163341-5883-4019-A687-B0118F4B6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6458" y="3189533"/>
            <a:ext cx="1298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DESI</a:t>
            </a:r>
            <a:endParaRPr lang="zh-CN" altLang="zh-CN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70" name="Text Box 31">
            <a:extLst>
              <a:ext uri="{FF2B5EF4-FFF2-40B4-BE49-F238E27FC236}">
                <a16:creationId xmlns:a16="http://schemas.microsoft.com/office/drawing/2014/main" id="{333E3A45-D262-4126-8E7A-57B0A01F0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358" y="3217569"/>
            <a:ext cx="1298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DESI</a:t>
            </a:r>
            <a:endParaRPr lang="zh-CN" altLang="zh-CN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71" name="Text Box 31">
            <a:extLst>
              <a:ext uri="{FF2B5EF4-FFF2-40B4-BE49-F238E27FC236}">
                <a16:creationId xmlns:a16="http://schemas.microsoft.com/office/drawing/2014/main" id="{4ED68E5D-5EBA-4EB4-B767-FB720E5F2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9106" y="5102025"/>
            <a:ext cx="1298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DESI</a:t>
            </a:r>
            <a:endParaRPr lang="zh-CN" altLang="zh-CN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73" name="Text Box 31">
            <a:extLst>
              <a:ext uri="{FF2B5EF4-FFF2-40B4-BE49-F238E27FC236}">
                <a16:creationId xmlns:a16="http://schemas.microsoft.com/office/drawing/2014/main" id="{FC0E05D0-6288-42C2-9539-DB4A4B397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4550" y="4384182"/>
            <a:ext cx="1298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ROOT</a:t>
            </a:r>
            <a:endParaRPr lang="zh-CN" altLang="zh-CN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74" name="Text Box 31">
            <a:extLst>
              <a:ext uri="{FF2B5EF4-FFF2-40B4-BE49-F238E27FC236}">
                <a16:creationId xmlns:a16="http://schemas.microsoft.com/office/drawing/2014/main" id="{635A9945-DBDC-4ADC-8F5E-FC3723E88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011" y="5223880"/>
            <a:ext cx="1298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ALTE</a:t>
            </a:r>
            <a:endParaRPr lang="zh-CN" altLang="zh-CN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75" name="Text Box 31">
            <a:extLst>
              <a:ext uri="{FF2B5EF4-FFF2-40B4-BE49-F238E27FC236}">
                <a16:creationId xmlns:a16="http://schemas.microsoft.com/office/drawing/2014/main" id="{35BB50B2-E1DE-4FC9-950A-1051775A8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0358" y="4458593"/>
            <a:ext cx="1298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ROOT</a:t>
            </a:r>
            <a:endParaRPr lang="zh-CN" altLang="zh-CN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657162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9" y="1196752"/>
            <a:ext cx="8353424" cy="1080705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实验拓扑图</a:t>
            </a:r>
            <a:r>
              <a:rPr lang="en-US" altLang="zh-CN" sz="3600" dirty="0"/>
              <a:t>(2)-STP</a:t>
            </a:r>
            <a:r>
              <a:rPr lang="zh-CN" altLang="en-US" sz="3600" dirty="0"/>
              <a:t>配置</a:t>
            </a:r>
            <a:endParaRPr lang="en-US" altLang="zh-CN" sz="3600" dirty="0"/>
          </a:p>
          <a:p>
            <a:endParaRPr lang="en-US" altLang="zh-CN" sz="3600" dirty="0"/>
          </a:p>
        </p:txBody>
      </p:sp>
      <p:sp>
        <p:nvSpPr>
          <p:cNvPr id="69" name="Line 6">
            <a:extLst>
              <a:ext uri="{FF2B5EF4-FFF2-40B4-BE49-F238E27FC236}">
                <a16:creationId xmlns:a16="http://schemas.microsoft.com/office/drawing/2014/main" id="{508BD846-0E25-4A7F-B9B1-4542643427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41508" y="3061194"/>
            <a:ext cx="1989030" cy="1366337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7">
            <a:extLst>
              <a:ext uri="{FF2B5EF4-FFF2-40B4-BE49-F238E27FC236}">
                <a16:creationId xmlns:a16="http://schemas.microsoft.com/office/drawing/2014/main" id="{E760F308-F704-4B8A-88C6-5157D4B3A8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59632" y="2822604"/>
            <a:ext cx="2497987" cy="1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8">
            <a:extLst>
              <a:ext uri="{FF2B5EF4-FFF2-40B4-BE49-F238E27FC236}">
                <a16:creationId xmlns:a16="http://schemas.microsoft.com/office/drawing/2014/main" id="{8609FC22-34F4-4963-A889-29D5C60C74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6530" y="3091187"/>
            <a:ext cx="2455785" cy="1399509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5" name="Picture 48" descr="computer">
            <a:extLst>
              <a:ext uri="{FF2B5EF4-FFF2-40B4-BE49-F238E27FC236}">
                <a16:creationId xmlns:a16="http://schemas.microsoft.com/office/drawing/2014/main" id="{8E9D8500-5616-447B-931D-25FC5BD14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33" y="2416163"/>
            <a:ext cx="734804" cy="700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6" name="Group 9">
            <a:extLst>
              <a:ext uri="{FF2B5EF4-FFF2-40B4-BE49-F238E27FC236}">
                <a16:creationId xmlns:a16="http://schemas.microsoft.com/office/drawing/2014/main" id="{013BB0F1-431F-4B96-B832-762303201B0B}"/>
              </a:ext>
            </a:extLst>
          </p:cNvPr>
          <p:cNvGrpSpPr>
            <a:grpSpLocks/>
          </p:cNvGrpSpPr>
          <p:nvPr/>
        </p:nvGrpSpPr>
        <p:grpSpPr bwMode="auto">
          <a:xfrm>
            <a:off x="3760367" y="2284412"/>
            <a:ext cx="1582738" cy="1144588"/>
            <a:chOff x="0" y="0"/>
            <a:chExt cx="576" cy="417"/>
          </a:xfrm>
        </p:grpSpPr>
        <p:sp>
          <p:nvSpPr>
            <p:cNvPr id="97" name="AutoShape 10">
              <a:extLst>
                <a:ext uri="{FF2B5EF4-FFF2-40B4-BE49-F238E27FC236}">
                  <a16:creationId xmlns:a16="http://schemas.microsoft.com/office/drawing/2014/main" id="{A425B378-F4B9-45FF-8D4B-7F070D133EF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未知">
              <a:extLst>
                <a:ext uri="{FF2B5EF4-FFF2-40B4-BE49-F238E27FC236}">
                  <a16:creationId xmlns:a16="http://schemas.microsoft.com/office/drawing/2014/main" id="{A885277C-8FC3-4905-952F-1EA06A3F9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未知">
              <a:extLst>
                <a:ext uri="{FF2B5EF4-FFF2-40B4-BE49-F238E27FC236}">
                  <a16:creationId xmlns:a16="http://schemas.microsoft.com/office/drawing/2014/main" id="{F4ED75DD-3FD8-4C8B-BC5D-1042F9ADC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未知">
              <a:extLst>
                <a:ext uri="{FF2B5EF4-FFF2-40B4-BE49-F238E27FC236}">
                  <a16:creationId xmlns:a16="http://schemas.microsoft.com/office/drawing/2014/main" id="{B5714C85-4B10-4902-B956-4B9C5A5D2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未知">
              <a:extLst>
                <a:ext uri="{FF2B5EF4-FFF2-40B4-BE49-F238E27FC236}">
                  <a16:creationId xmlns:a16="http://schemas.microsoft.com/office/drawing/2014/main" id="{B230DB9F-C970-445E-9337-05F2CD0804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未知">
              <a:extLst>
                <a:ext uri="{FF2B5EF4-FFF2-40B4-BE49-F238E27FC236}">
                  <a16:creationId xmlns:a16="http://schemas.microsoft.com/office/drawing/2014/main" id="{86F81088-E65E-4C51-BFB1-3870ED259A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未知">
              <a:extLst>
                <a:ext uri="{FF2B5EF4-FFF2-40B4-BE49-F238E27FC236}">
                  <a16:creationId xmlns:a16="http://schemas.microsoft.com/office/drawing/2014/main" id="{4850E8BC-B16A-4783-9DE7-69390252C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未知">
              <a:extLst>
                <a:ext uri="{FF2B5EF4-FFF2-40B4-BE49-F238E27FC236}">
                  <a16:creationId xmlns:a16="http://schemas.microsoft.com/office/drawing/2014/main" id="{D0EF3D96-7016-4D75-BAB3-140357BC2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未知">
              <a:extLst>
                <a:ext uri="{FF2B5EF4-FFF2-40B4-BE49-F238E27FC236}">
                  <a16:creationId xmlns:a16="http://schemas.microsoft.com/office/drawing/2014/main" id="{9E956C94-1A8D-4616-AA2F-7A3AD5462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未知">
              <a:extLst>
                <a:ext uri="{FF2B5EF4-FFF2-40B4-BE49-F238E27FC236}">
                  <a16:creationId xmlns:a16="http://schemas.microsoft.com/office/drawing/2014/main" id="{9ED92B2F-ECA2-4B4E-B750-67752051A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未知">
              <a:extLst>
                <a:ext uri="{FF2B5EF4-FFF2-40B4-BE49-F238E27FC236}">
                  <a16:creationId xmlns:a16="http://schemas.microsoft.com/office/drawing/2014/main" id="{48EE9499-65E0-4129-90A3-F912FADB0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未知">
              <a:extLst>
                <a:ext uri="{FF2B5EF4-FFF2-40B4-BE49-F238E27FC236}">
                  <a16:creationId xmlns:a16="http://schemas.microsoft.com/office/drawing/2014/main" id="{466056DE-AE51-4988-B4F7-878131A42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9" name="Group 9">
            <a:extLst>
              <a:ext uri="{FF2B5EF4-FFF2-40B4-BE49-F238E27FC236}">
                <a16:creationId xmlns:a16="http://schemas.microsoft.com/office/drawing/2014/main" id="{7E89E42B-C632-4099-A3A4-FD654E22417F}"/>
              </a:ext>
            </a:extLst>
          </p:cNvPr>
          <p:cNvGrpSpPr>
            <a:grpSpLocks/>
          </p:cNvGrpSpPr>
          <p:nvPr/>
        </p:nvGrpSpPr>
        <p:grpSpPr bwMode="auto">
          <a:xfrm>
            <a:off x="1507486" y="4357572"/>
            <a:ext cx="1582738" cy="1144588"/>
            <a:chOff x="0" y="0"/>
            <a:chExt cx="576" cy="417"/>
          </a:xfrm>
        </p:grpSpPr>
        <p:sp>
          <p:nvSpPr>
            <p:cNvPr id="110" name="AutoShape 10">
              <a:extLst>
                <a:ext uri="{FF2B5EF4-FFF2-40B4-BE49-F238E27FC236}">
                  <a16:creationId xmlns:a16="http://schemas.microsoft.com/office/drawing/2014/main" id="{22D80DC4-8462-480D-B14A-F05266922AA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未知">
              <a:extLst>
                <a:ext uri="{FF2B5EF4-FFF2-40B4-BE49-F238E27FC236}">
                  <a16:creationId xmlns:a16="http://schemas.microsoft.com/office/drawing/2014/main" id="{EB71C1BF-41A9-4457-8B6B-CC9EE22E9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未知">
              <a:extLst>
                <a:ext uri="{FF2B5EF4-FFF2-40B4-BE49-F238E27FC236}">
                  <a16:creationId xmlns:a16="http://schemas.microsoft.com/office/drawing/2014/main" id="{41EC7B67-7810-40F1-9B0E-68CB8AB93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未知">
              <a:extLst>
                <a:ext uri="{FF2B5EF4-FFF2-40B4-BE49-F238E27FC236}">
                  <a16:creationId xmlns:a16="http://schemas.microsoft.com/office/drawing/2014/main" id="{6055756A-9621-414E-A452-9A41E1578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未知">
              <a:extLst>
                <a:ext uri="{FF2B5EF4-FFF2-40B4-BE49-F238E27FC236}">
                  <a16:creationId xmlns:a16="http://schemas.microsoft.com/office/drawing/2014/main" id="{3F3E4769-BA5B-48F2-A35F-A40B3F3D4C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未知">
              <a:extLst>
                <a:ext uri="{FF2B5EF4-FFF2-40B4-BE49-F238E27FC236}">
                  <a16:creationId xmlns:a16="http://schemas.microsoft.com/office/drawing/2014/main" id="{B7E1198F-0861-4EA8-A931-03A44A213C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未知">
              <a:extLst>
                <a:ext uri="{FF2B5EF4-FFF2-40B4-BE49-F238E27FC236}">
                  <a16:creationId xmlns:a16="http://schemas.microsoft.com/office/drawing/2014/main" id="{768674A4-CEED-4A12-9D09-7A10A4134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未知">
              <a:extLst>
                <a:ext uri="{FF2B5EF4-FFF2-40B4-BE49-F238E27FC236}">
                  <a16:creationId xmlns:a16="http://schemas.microsoft.com/office/drawing/2014/main" id="{BB79FEB1-0A4A-4A45-A847-B296DA0F5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未知">
              <a:extLst>
                <a:ext uri="{FF2B5EF4-FFF2-40B4-BE49-F238E27FC236}">
                  <a16:creationId xmlns:a16="http://schemas.microsoft.com/office/drawing/2014/main" id="{E2DDDAC9-0E23-46E0-9AEE-442A1DFB4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未知">
              <a:extLst>
                <a:ext uri="{FF2B5EF4-FFF2-40B4-BE49-F238E27FC236}">
                  <a16:creationId xmlns:a16="http://schemas.microsoft.com/office/drawing/2014/main" id="{1D710ADF-CEF5-480E-B3A8-078B72EA3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未知">
              <a:extLst>
                <a:ext uri="{FF2B5EF4-FFF2-40B4-BE49-F238E27FC236}">
                  <a16:creationId xmlns:a16="http://schemas.microsoft.com/office/drawing/2014/main" id="{9E7FDE69-E5EC-4E68-90D8-10BFF90B4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未知">
              <a:extLst>
                <a:ext uri="{FF2B5EF4-FFF2-40B4-BE49-F238E27FC236}">
                  <a16:creationId xmlns:a16="http://schemas.microsoft.com/office/drawing/2014/main" id="{9DB36A0D-91F0-4EBA-B1CE-359A2C786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2" name="Group 9">
            <a:extLst>
              <a:ext uri="{FF2B5EF4-FFF2-40B4-BE49-F238E27FC236}">
                <a16:creationId xmlns:a16="http://schemas.microsoft.com/office/drawing/2014/main" id="{3288EDE9-858F-4AC8-9453-CBDE2E8D49AF}"/>
              </a:ext>
            </a:extLst>
          </p:cNvPr>
          <p:cNvGrpSpPr>
            <a:grpSpLocks/>
          </p:cNvGrpSpPr>
          <p:nvPr/>
        </p:nvGrpSpPr>
        <p:grpSpPr bwMode="auto">
          <a:xfrm>
            <a:off x="6468198" y="4438546"/>
            <a:ext cx="1582738" cy="1144588"/>
            <a:chOff x="0" y="0"/>
            <a:chExt cx="576" cy="417"/>
          </a:xfrm>
        </p:grpSpPr>
        <p:sp>
          <p:nvSpPr>
            <p:cNvPr id="123" name="AutoShape 10">
              <a:extLst>
                <a:ext uri="{FF2B5EF4-FFF2-40B4-BE49-F238E27FC236}">
                  <a16:creationId xmlns:a16="http://schemas.microsoft.com/office/drawing/2014/main" id="{B530CE00-3103-4B7E-B9BD-40294784307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未知">
              <a:extLst>
                <a:ext uri="{FF2B5EF4-FFF2-40B4-BE49-F238E27FC236}">
                  <a16:creationId xmlns:a16="http://schemas.microsoft.com/office/drawing/2014/main" id="{D5B4F4C1-ED2F-4A78-884C-594789477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未知">
              <a:extLst>
                <a:ext uri="{FF2B5EF4-FFF2-40B4-BE49-F238E27FC236}">
                  <a16:creationId xmlns:a16="http://schemas.microsoft.com/office/drawing/2014/main" id="{2D4E734A-FAC8-4978-A613-67F55DF1B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未知">
              <a:extLst>
                <a:ext uri="{FF2B5EF4-FFF2-40B4-BE49-F238E27FC236}">
                  <a16:creationId xmlns:a16="http://schemas.microsoft.com/office/drawing/2014/main" id="{AA964A12-4A32-4964-9992-FFFA580F3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未知">
              <a:extLst>
                <a:ext uri="{FF2B5EF4-FFF2-40B4-BE49-F238E27FC236}">
                  <a16:creationId xmlns:a16="http://schemas.microsoft.com/office/drawing/2014/main" id="{DB9FF29F-724E-4C9B-8E8D-40B1B7E604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未知">
              <a:extLst>
                <a:ext uri="{FF2B5EF4-FFF2-40B4-BE49-F238E27FC236}">
                  <a16:creationId xmlns:a16="http://schemas.microsoft.com/office/drawing/2014/main" id="{02D9AAAB-0823-46EB-AAD3-48AE59AB03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未知">
              <a:extLst>
                <a:ext uri="{FF2B5EF4-FFF2-40B4-BE49-F238E27FC236}">
                  <a16:creationId xmlns:a16="http://schemas.microsoft.com/office/drawing/2014/main" id="{B7969800-D3BF-4675-BAD1-6096A02F1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未知">
              <a:extLst>
                <a:ext uri="{FF2B5EF4-FFF2-40B4-BE49-F238E27FC236}">
                  <a16:creationId xmlns:a16="http://schemas.microsoft.com/office/drawing/2014/main" id="{0ED2C096-2D9A-4DA8-AF93-26A8332CC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未知">
              <a:extLst>
                <a:ext uri="{FF2B5EF4-FFF2-40B4-BE49-F238E27FC236}">
                  <a16:creationId xmlns:a16="http://schemas.microsoft.com/office/drawing/2014/main" id="{A0DBA067-A77A-4DA0-B253-58C95D964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未知">
              <a:extLst>
                <a:ext uri="{FF2B5EF4-FFF2-40B4-BE49-F238E27FC236}">
                  <a16:creationId xmlns:a16="http://schemas.microsoft.com/office/drawing/2014/main" id="{310E1DFE-CCDA-4891-A76B-7C6E6D998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未知">
              <a:extLst>
                <a:ext uri="{FF2B5EF4-FFF2-40B4-BE49-F238E27FC236}">
                  <a16:creationId xmlns:a16="http://schemas.microsoft.com/office/drawing/2014/main" id="{340ED411-6AD1-41B9-BEEA-ED7A420B7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未知">
              <a:extLst>
                <a:ext uri="{FF2B5EF4-FFF2-40B4-BE49-F238E27FC236}">
                  <a16:creationId xmlns:a16="http://schemas.microsoft.com/office/drawing/2014/main" id="{A7321AA0-402E-4DF5-B414-D6D05F6B2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Text Box 76">
            <a:extLst>
              <a:ext uri="{FF2B5EF4-FFF2-40B4-BE49-F238E27FC236}">
                <a16:creationId xmlns:a16="http://schemas.microsoft.com/office/drawing/2014/main" id="{49AD3F74-95CE-477C-BA1D-4DAA8D4DE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1290" y="2151605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Text Box 76">
            <a:extLst>
              <a:ext uri="{FF2B5EF4-FFF2-40B4-BE49-F238E27FC236}">
                <a16:creationId xmlns:a16="http://schemas.microsoft.com/office/drawing/2014/main" id="{457A1172-2C43-460D-BEA0-6AF676925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667" y="4402629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Text Box 76">
            <a:extLst>
              <a:ext uri="{FF2B5EF4-FFF2-40B4-BE49-F238E27FC236}">
                <a16:creationId xmlns:a16="http://schemas.microsoft.com/office/drawing/2014/main" id="{5839BEDE-0EF2-454E-905E-908A498F8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4116" y="4085097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Line 7">
            <a:extLst>
              <a:ext uri="{FF2B5EF4-FFF2-40B4-BE49-F238E27FC236}">
                <a16:creationId xmlns:a16="http://schemas.microsoft.com/office/drawing/2014/main" id="{88BA2BB6-FEFE-44C1-AA34-69FD6C1F81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87476" y="4929865"/>
            <a:ext cx="3386218" cy="34101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Text Box 76">
            <a:extLst>
              <a:ext uri="{FF2B5EF4-FFF2-40B4-BE49-F238E27FC236}">
                <a16:creationId xmlns:a16="http://schemas.microsoft.com/office/drawing/2014/main" id="{34F0604A-E2BE-4489-B3B3-22EA187D1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816" y="3085897"/>
            <a:ext cx="15495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管理端主机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7381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STP</a:t>
            </a:r>
            <a:r>
              <a:rPr lang="zh-CN" altLang="en-US" dirty="0"/>
              <a:t>配置操作步骤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、配置物理连线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、配置</a:t>
            </a:r>
            <a:r>
              <a:rPr lang="en-US" altLang="zh-CN" dirty="0"/>
              <a:t>STP(</a:t>
            </a:r>
            <a:r>
              <a:rPr lang="zh-CN" altLang="en-US" dirty="0"/>
              <a:t>设置根和其他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、查看</a:t>
            </a:r>
            <a:r>
              <a:rPr lang="en-US" altLang="zh-CN" dirty="0"/>
              <a:t>STP</a:t>
            </a:r>
            <a:r>
              <a:rPr lang="zh-CN" altLang="en-US" dirty="0"/>
              <a:t>信息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、验证</a:t>
            </a:r>
            <a:r>
              <a:rPr lang="en-US" altLang="zh-CN" dirty="0"/>
              <a:t>STP</a:t>
            </a:r>
            <a:r>
              <a:rPr lang="zh-CN" altLang="en-US" dirty="0"/>
              <a:t>冗余特性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、端口状态迁移查看</a:t>
            </a:r>
          </a:p>
        </p:txBody>
      </p:sp>
    </p:spTree>
    <p:extLst>
      <p:ext uri="{BB962C8B-B14F-4D97-AF65-F5344CB8AC3E}">
        <p14:creationId xmlns:p14="http://schemas.microsoft.com/office/powerpoint/2010/main" val="2424645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STP</a:t>
            </a:r>
            <a:r>
              <a:rPr lang="zh-CN" altLang="en-US" dirty="0"/>
              <a:t>配置操作步骤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、配置物理连线</a:t>
            </a:r>
            <a:endParaRPr lang="en-US" altLang="zh-CN" dirty="0"/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892D80F6-A2F3-4807-AFA1-F0F346196C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41508" y="3061194"/>
            <a:ext cx="1989030" cy="1366337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A6982EC3-D2D3-4387-B340-923F7942D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6530" y="3091187"/>
            <a:ext cx="2455785" cy="1399509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5655CA5F-437C-433E-817C-8E685DB69B8A}"/>
              </a:ext>
            </a:extLst>
          </p:cNvPr>
          <p:cNvGrpSpPr>
            <a:grpSpLocks/>
          </p:cNvGrpSpPr>
          <p:nvPr/>
        </p:nvGrpSpPr>
        <p:grpSpPr bwMode="auto">
          <a:xfrm>
            <a:off x="3760367" y="2284412"/>
            <a:ext cx="1582738" cy="1144588"/>
            <a:chOff x="0" y="0"/>
            <a:chExt cx="576" cy="417"/>
          </a:xfrm>
        </p:grpSpPr>
        <p:sp>
          <p:nvSpPr>
            <p:cNvPr id="7" name="AutoShape 10">
              <a:extLst>
                <a:ext uri="{FF2B5EF4-FFF2-40B4-BE49-F238E27FC236}">
                  <a16:creationId xmlns:a16="http://schemas.microsoft.com/office/drawing/2014/main" id="{D1BF3020-9F24-4091-AAB6-B2987D6380F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未知">
              <a:extLst>
                <a:ext uri="{FF2B5EF4-FFF2-40B4-BE49-F238E27FC236}">
                  <a16:creationId xmlns:a16="http://schemas.microsoft.com/office/drawing/2014/main" id="{9C7CE255-44BD-47A8-873E-36203330B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未知">
              <a:extLst>
                <a:ext uri="{FF2B5EF4-FFF2-40B4-BE49-F238E27FC236}">
                  <a16:creationId xmlns:a16="http://schemas.microsoft.com/office/drawing/2014/main" id="{61CFC47F-852C-43BB-8DA0-771D56C2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未知">
              <a:extLst>
                <a:ext uri="{FF2B5EF4-FFF2-40B4-BE49-F238E27FC236}">
                  <a16:creationId xmlns:a16="http://schemas.microsoft.com/office/drawing/2014/main" id="{E8842579-316A-44A5-B15A-FD444FB87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未知">
              <a:extLst>
                <a:ext uri="{FF2B5EF4-FFF2-40B4-BE49-F238E27FC236}">
                  <a16:creationId xmlns:a16="http://schemas.microsoft.com/office/drawing/2014/main" id="{82C19865-1BBE-4266-B199-DA08678926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未知">
              <a:extLst>
                <a:ext uri="{FF2B5EF4-FFF2-40B4-BE49-F238E27FC236}">
                  <a16:creationId xmlns:a16="http://schemas.microsoft.com/office/drawing/2014/main" id="{0038CE8D-E3FC-4193-A534-20FA2A3104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未知">
              <a:extLst>
                <a:ext uri="{FF2B5EF4-FFF2-40B4-BE49-F238E27FC236}">
                  <a16:creationId xmlns:a16="http://schemas.microsoft.com/office/drawing/2014/main" id="{00245B84-B14E-40F4-8C65-B4A4CC76D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未知">
              <a:extLst>
                <a:ext uri="{FF2B5EF4-FFF2-40B4-BE49-F238E27FC236}">
                  <a16:creationId xmlns:a16="http://schemas.microsoft.com/office/drawing/2014/main" id="{7EF9C30B-08DA-4AA1-B981-03ADB6509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未知">
              <a:extLst>
                <a:ext uri="{FF2B5EF4-FFF2-40B4-BE49-F238E27FC236}">
                  <a16:creationId xmlns:a16="http://schemas.microsoft.com/office/drawing/2014/main" id="{E3F44803-9FF0-41E6-9C90-8E290F238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未知">
              <a:extLst>
                <a:ext uri="{FF2B5EF4-FFF2-40B4-BE49-F238E27FC236}">
                  <a16:creationId xmlns:a16="http://schemas.microsoft.com/office/drawing/2014/main" id="{C3FDC601-3A4F-469A-A8E8-BEFCA26DA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未知">
              <a:extLst>
                <a:ext uri="{FF2B5EF4-FFF2-40B4-BE49-F238E27FC236}">
                  <a16:creationId xmlns:a16="http://schemas.microsoft.com/office/drawing/2014/main" id="{AEE4A1BD-025B-44FB-A670-4A7F4C51C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未知">
              <a:extLst>
                <a:ext uri="{FF2B5EF4-FFF2-40B4-BE49-F238E27FC236}">
                  <a16:creationId xmlns:a16="http://schemas.microsoft.com/office/drawing/2014/main" id="{8723EBF1-691A-4E77-8A84-47CD92D04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9">
            <a:extLst>
              <a:ext uri="{FF2B5EF4-FFF2-40B4-BE49-F238E27FC236}">
                <a16:creationId xmlns:a16="http://schemas.microsoft.com/office/drawing/2014/main" id="{13728409-5A8D-46A5-93A9-38D2A913BA68}"/>
              </a:ext>
            </a:extLst>
          </p:cNvPr>
          <p:cNvGrpSpPr>
            <a:grpSpLocks/>
          </p:cNvGrpSpPr>
          <p:nvPr/>
        </p:nvGrpSpPr>
        <p:grpSpPr bwMode="auto">
          <a:xfrm>
            <a:off x="1507486" y="4357572"/>
            <a:ext cx="1582738" cy="1144588"/>
            <a:chOff x="0" y="0"/>
            <a:chExt cx="576" cy="417"/>
          </a:xfrm>
        </p:grpSpPr>
        <p:sp>
          <p:nvSpPr>
            <p:cNvPr id="20" name="AutoShape 10">
              <a:extLst>
                <a:ext uri="{FF2B5EF4-FFF2-40B4-BE49-F238E27FC236}">
                  <a16:creationId xmlns:a16="http://schemas.microsoft.com/office/drawing/2014/main" id="{2B63FD88-F9BE-4C68-80ED-F03E631D0D1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未知">
              <a:extLst>
                <a:ext uri="{FF2B5EF4-FFF2-40B4-BE49-F238E27FC236}">
                  <a16:creationId xmlns:a16="http://schemas.microsoft.com/office/drawing/2014/main" id="{4B8053C9-D95E-454E-BB2F-B836EFB2F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未知">
              <a:extLst>
                <a:ext uri="{FF2B5EF4-FFF2-40B4-BE49-F238E27FC236}">
                  <a16:creationId xmlns:a16="http://schemas.microsoft.com/office/drawing/2014/main" id="{A9BAD473-FCBC-416A-8C4D-D3E98104B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未知">
              <a:extLst>
                <a:ext uri="{FF2B5EF4-FFF2-40B4-BE49-F238E27FC236}">
                  <a16:creationId xmlns:a16="http://schemas.microsoft.com/office/drawing/2014/main" id="{05BE578E-72C7-45D2-83CA-A813CB6D8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未知">
              <a:extLst>
                <a:ext uri="{FF2B5EF4-FFF2-40B4-BE49-F238E27FC236}">
                  <a16:creationId xmlns:a16="http://schemas.microsoft.com/office/drawing/2014/main" id="{731A9973-E3DC-45A6-996F-CBF26ED2A7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未知">
              <a:extLst>
                <a:ext uri="{FF2B5EF4-FFF2-40B4-BE49-F238E27FC236}">
                  <a16:creationId xmlns:a16="http://schemas.microsoft.com/office/drawing/2014/main" id="{FE22DD4F-BA09-47CE-9DA1-38F89B200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未知">
              <a:extLst>
                <a:ext uri="{FF2B5EF4-FFF2-40B4-BE49-F238E27FC236}">
                  <a16:creationId xmlns:a16="http://schemas.microsoft.com/office/drawing/2014/main" id="{C9560D90-B4C0-4485-AF4F-44F1CB5DA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未知">
              <a:extLst>
                <a:ext uri="{FF2B5EF4-FFF2-40B4-BE49-F238E27FC236}">
                  <a16:creationId xmlns:a16="http://schemas.microsoft.com/office/drawing/2014/main" id="{C6FEBDC4-D8AF-40F2-90CD-6775A5B62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未知">
              <a:extLst>
                <a:ext uri="{FF2B5EF4-FFF2-40B4-BE49-F238E27FC236}">
                  <a16:creationId xmlns:a16="http://schemas.microsoft.com/office/drawing/2014/main" id="{07DD8C11-C9C8-46E4-BADB-DECEC2251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未知">
              <a:extLst>
                <a:ext uri="{FF2B5EF4-FFF2-40B4-BE49-F238E27FC236}">
                  <a16:creationId xmlns:a16="http://schemas.microsoft.com/office/drawing/2014/main" id="{E20119D9-288F-46A5-8054-ECE97524A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未知">
              <a:extLst>
                <a:ext uri="{FF2B5EF4-FFF2-40B4-BE49-F238E27FC236}">
                  <a16:creationId xmlns:a16="http://schemas.microsoft.com/office/drawing/2014/main" id="{5AF87681-562F-4ECF-825C-5284097F3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未知">
              <a:extLst>
                <a:ext uri="{FF2B5EF4-FFF2-40B4-BE49-F238E27FC236}">
                  <a16:creationId xmlns:a16="http://schemas.microsoft.com/office/drawing/2014/main" id="{A1384A2A-1B9B-481A-B062-2F7CEAB77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" name="Group 9">
            <a:extLst>
              <a:ext uri="{FF2B5EF4-FFF2-40B4-BE49-F238E27FC236}">
                <a16:creationId xmlns:a16="http://schemas.microsoft.com/office/drawing/2014/main" id="{C2CCA2D9-3B6A-47A7-8D6E-935F77EEA81E}"/>
              </a:ext>
            </a:extLst>
          </p:cNvPr>
          <p:cNvGrpSpPr>
            <a:grpSpLocks/>
          </p:cNvGrpSpPr>
          <p:nvPr/>
        </p:nvGrpSpPr>
        <p:grpSpPr bwMode="auto">
          <a:xfrm>
            <a:off x="6468198" y="4438546"/>
            <a:ext cx="1582738" cy="1144588"/>
            <a:chOff x="0" y="0"/>
            <a:chExt cx="576" cy="417"/>
          </a:xfrm>
        </p:grpSpPr>
        <p:sp>
          <p:nvSpPr>
            <p:cNvPr id="33" name="AutoShape 10">
              <a:extLst>
                <a:ext uri="{FF2B5EF4-FFF2-40B4-BE49-F238E27FC236}">
                  <a16:creationId xmlns:a16="http://schemas.microsoft.com/office/drawing/2014/main" id="{B57F9A38-C502-413D-AC5F-6FE46496BBF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未知">
              <a:extLst>
                <a:ext uri="{FF2B5EF4-FFF2-40B4-BE49-F238E27FC236}">
                  <a16:creationId xmlns:a16="http://schemas.microsoft.com/office/drawing/2014/main" id="{CD5D164C-26FE-4533-A037-E8F6C02A9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未知">
              <a:extLst>
                <a:ext uri="{FF2B5EF4-FFF2-40B4-BE49-F238E27FC236}">
                  <a16:creationId xmlns:a16="http://schemas.microsoft.com/office/drawing/2014/main" id="{FFFCDD4B-0322-4470-934C-2E77A6DA1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未知">
              <a:extLst>
                <a:ext uri="{FF2B5EF4-FFF2-40B4-BE49-F238E27FC236}">
                  <a16:creationId xmlns:a16="http://schemas.microsoft.com/office/drawing/2014/main" id="{90E98766-E1BB-40FC-8C93-7CCF166E8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未知">
              <a:extLst>
                <a:ext uri="{FF2B5EF4-FFF2-40B4-BE49-F238E27FC236}">
                  <a16:creationId xmlns:a16="http://schemas.microsoft.com/office/drawing/2014/main" id="{F87055E9-EABC-4094-91E9-2AC0C7ED31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未知">
              <a:extLst>
                <a:ext uri="{FF2B5EF4-FFF2-40B4-BE49-F238E27FC236}">
                  <a16:creationId xmlns:a16="http://schemas.microsoft.com/office/drawing/2014/main" id="{6C2351EA-3562-49E3-8E5C-49FD87391C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未知">
              <a:extLst>
                <a:ext uri="{FF2B5EF4-FFF2-40B4-BE49-F238E27FC236}">
                  <a16:creationId xmlns:a16="http://schemas.microsoft.com/office/drawing/2014/main" id="{B578B65D-B274-4BB4-8E71-E056408AF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未知">
              <a:extLst>
                <a:ext uri="{FF2B5EF4-FFF2-40B4-BE49-F238E27FC236}">
                  <a16:creationId xmlns:a16="http://schemas.microsoft.com/office/drawing/2014/main" id="{E1E1B301-75AF-4179-892E-6BEFE984A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未知">
              <a:extLst>
                <a:ext uri="{FF2B5EF4-FFF2-40B4-BE49-F238E27FC236}">
                  <a16:creationId xmlns:a16="http://schemas.microsoft.com/office/drawing/2014/main" id="{95E0B8DD-9573-4A26-B6DF-D3F058E42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未知">
              <a:extLst>
                <a:ext uri="{FF2B5EF4-FFF2-40B4-BE49-F238E27FC236}">
                  <a16:creationId xmlns:a16="http://schemas.microsoft.com/office/drawing/2014/main" id="{A460D082-E4F3-4B53-8515-A8BA11DC2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未知">
              <a:extLst>
                <a:ext uri="{FF2B5EF4-FFF2-40B4-BE49-F238E27FC236}">
                  <a16:creationId xmlns:a16="http://schemas.microsoft.com/office/drawing/2014/main" id="{C991B7FD-9564-440B-8409-EC56AA93C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未知">
              <a:extLst>
                <a:ext uri="{FF2B5EF4-FFF2-40B4-BE49-F238E27FC236}">
                  <a16:creationId xmlns:a16="http://schemas.microsoft.com/office/drawing/2014/main" id="{0B6F1781-8DB6-4855-A282-3DFC09410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" name="Text Box 76">
            <a:extLst>
              <a:ext uri="{FF2B5EF4-FFF2-40B4-BE49-F238E27FC236}">
                <a16:creationId xmlns:a16="http://schemas.microsoft.com/office/drawing/2014/main" id="{0FD83C75-70EE-4D00-B930-1CBB581B3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030" y="4403262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Text Box 76">
            <a:extLst>
              <a:ext uri="{FF2B5EF4-FFF2-40B4-BE49-F238E27FC236}">
                <a16:creationId xmlns:a16="http://schemas.microsoft.com/office/drawing/2014/main" id="{A0AEA125-0254-482F-9570-8556E0062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146" y="2293926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Text Box 76">
            <a:extLst>
              <a:ext uri="{FF2B5EF4-FFF2-40B4-BE49-F238E27FC236}">
                <a16:creationId xmlns:a16="http://schemas.microsoft.com/office/drawing/2014/main" id="{93B1DABA-33C6-490A-9891-2B01AC136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286" y="4349354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Line 7">
            <a:extLst>
              <a:ext uri="{FF2B5EF4-FFF2-40B4-BE49-F238E27FC236}">
                <a16:creationId xmlns:a16="http://schemas.microsoft.com/office/drawing/2014/main" id="{933C1CE1-9DE6-4037-B074-E449A4248C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87476" y="4929865"/>
            <a:ext cx="3386218" cy="34101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7">
            <a:extLst>
              <a:ext uri="{FF2B5EF4-FFF2-40B4-BE49-F238E27FC236}">
                <a16:creationId xmlns:a16="http://schemas.microsoft.com/office/drawing/2014/main" id="{E458D0DB-A64C-456A-BEDF-B6A1338988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3150" y="5026782"/>
            <a:ext cx="954385" cy="691693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0" name="Picture 48" descr="computer">
            <a:extLst>
              <a:ext uri="{FF2B5EF4-FFF2-40B4-BE49-F238E27FC236}">
                <a16:creationId xmlns:a16="http://schemas.microsoft.com/office/drawing/2014/main" id="{3D879E92-305F-4E57-B74D-46DE821B5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52" y="5326356"/>
            <a:ext cx="734804" cy="700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Text Box 76">
            <a:extLst>
              <a:ext uri="{FF2B5EF4-FFF2-40B4-BE49-F238E27FC236}">
                <a16:creationId xmlns:a16="http://schemas.microsoft.com/office/drawing/2014/main" id="{C286F5E3-6694-4F83-BD39-7EE0CABD3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24" y="2897910"/>
            <a:ext cx="15495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管理端主机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" name="Text Box 76">
            <a:extLst>
              <a:ext uri="{FF2B5EF4-FFF2-40B4-BE49-F238E27FC236}">
                <a16:creationId xmlns:a16="http://schemas.microsoft.com/office/drawing/2014/main" id="{7AD31049-1362-4FD0-8D86-BF3D2AD95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490" y="3876773"/>
            <a:ext cx="12881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G1/0/1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" name="Text Box 76">
            <a:extLst>
              <a:ext uri="{FF2B5EF4-FFF2-40B4-BE49-F238E27FC236}">
                <a16:creationId xmlns:a16="http://schemas.microsoft.com/office/drawing/2014/main" id="{5BF98C32-3A07-47AB-8903-7222F5306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599" y="5164616"/>
            <a:ext cx="12881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G1/0/2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" name="Text Box 76">
            <a:extLst>
              <a:ext uri="{FF2B5EF4-FFF2-40B4-BE49-F238E27FC236}">
                <a16:creationId xmlns:a16="http://schemas.microsoft.com/office/drawing/2014/main" id="{5E40D95A-DF0B-4606-AC3C-4E67CB0C7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466" y="3037441"/>
            <a:ext cx="12881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G1/0/1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" name="Text Box 76">
            <a:extLst>
              <a:ext uri="{FF2B5EF4-FFF2-40B4-BE49-F238E27FC236}">
                <a16:creationId xmlns:a16="http://schemas.microsoft.com/office/drawing/2014/main" id="{DB394FEE-B5D4-48A6-9A83-2743D2E78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888" y="2981327"/>
            <a:ext cx="12881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G1/0/2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" name="Text Box 76">
            <a:extLst>
              <a:ext uri="{FF2B5EF4-FFF2-40B4-BE49-F238E27FC236}">
                <a16:creationId xmlns:a16="http://schemas.microsoft.com/office/drawing/2014/main" id="{EAA42169-4C50-4E86-93DA-6E78D832C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860" y="3895640"/>
            <a:ext cx="12881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G1/0/2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Text Box 76">
            <a:extLst>
              <a:ext uri="{FF2B5EF4-FFF2-40B4-BE49-F238E27FC236}">
                <a16:creationId xmlns:a16="http://schemas.microsoft.com/office/drawing/2014/main" id="{593C5A64-E1B5-44C6-977F-23447E7C8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8957" y="5108578"/>
            <a:ext cx="12881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G1/0/1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8712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dirty="0"/>
              <a:t>STP</a:t>
            </a:r>
            <a:r>
              <a:rPr lang="zh-CN" altLang="en-US" dirty="0"/>
              <a:t>配置操作步骤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、在配置交换机</a:t>
            </a:r>
            <a:r>
              <a:rPr lang="en-US" altLang="zh-CN" dirty="0"/>
              <a:t>A/B/C</a:t>
            </a:r>
          </a:p>
          <a:p>
            <a:r>
              <a:rPr lang="en-US" altLang="zh-CN" dirty="0"/>
              <a:t>[H3C]sys </a:t>
            </a:r>
            <a:r>
              <a:rPr lang="en-US" altLang="zh-CN" dirty="0" err="1"/>
              <a:t>swa</a:t>
            </a:r>
            <a:endParaRPr lang="en-US" altLang="zh-CN" dirty="0"/>
          </a:p>
          <a:p>
            <a:r>
              <a:rPr lang="en-US" altLang="zh-CN" dirty="0"/>
              <a:t>[</a:t>
            </a:r>
            <a:r>
              <a:rPr lang="en-US" altLang="zh-CN" dirty="0" err="1"/>
              <a:t>swa</a:t>
            </a:r>
            <a:r>
              <a:rPr lang="en-US" altLang="zh-CN" dirty="0"/>
              <a:t>]int range g1/0/1 to g1/0/2</a:t>
            </a:r>
          </a:p>
          <a:p>
            <a:r>
              <a:rPr lang="en-US" altLang="zh-CN" dirty="0"/>
              <a:t>[</a:t>
            </a:r>
            <a:r>
              <a:rPr lang="en-US" altLang="zh-CN" dirty="0" err="1"/>
              <a:t>swa</a:t>
            </a:r>
            <a:r>
              <a:rPr lang="en-US" altLang="zh-CN" dirty="0"/>
              <a:t>-if-range]port link-type trunk</a:t>
            </a:r>
          </a:p>
          <a:p>
            <a:r>
              <a:rPr lang="en-US" altLang="zh-CN" dirty="0"/>
              <a:t>[</a:t>
            </a:r>
            <a:r>
              <a:rPr lang="en-US" altLang="zh-CN" dirty="0" err="1"/>
              <a:t>swa</a:t>
            </a:r>
            <a:r>
              <a:rPr lang="en-US" altLang="zh-CN" dirty="0"/>
              <a:t>-if-range]port trunk permit </a:t>
            </a:r>
            <a:r>
              <a:rPr lang="en-US" altLang="zh-CN" dirty="0" err="1"/>
              <a:t>vlan</a:t>
            </a:r>
            <a:r>
              <a:rPr lang="en-US" altLang="zh-CN" dirty="0"/>
              <a:t> all</a:t>
            </a:r>
          </a:p>
          <a:p>
            <a:r>
              <a:rPr lang="en-US" altLang="zh-CN" dirty="0"/>
              <a:t>[</a:t>
            </a:r>
            <a:r>
              <a:rPr lang="en-US" altLang="zh-CN" dirty="0" err="1"/>
              <a:t>swa</a:t>
            </a:r>
            <a:r>
              <a:rPr lang="en-US" altLang="zh-CN" dirty="0"/>
              <a:t>-if-range]exit</a:t>
            </a:r>
          </a:p>
          <a:p>
            <a:r>
              <a:rPr lang="en-US" altLang="zh-CN" dirty="0"/>
              <a:t>[</a:t>
            </a:r>
            <a:r>
              <a:rPr lang="en-US" altLang="zh-CN" dirty="0" err="1"/>
              <a:t>swa</a:t>
            </a:r>
            <a:r>
              <a:rPr lang="en-US" altLang="zh-CN" dirty="0"/>
              <a:t>] </a:t>
            </a:r>
            <a:r>
              <a:rPr lang="en-US" altLang="zh-CN" dirty="0" err="1"/>
              <a:t>stp</a:t>
            </a:r>
            <a:r>
              <a:rPr lang="en-US" altLang="zh-CN" dirty="0"/>
              <a:t> mode </a:t>
            </a:r>
            <a:r>
              <a:rPr lang="en-US" altLang="zh-CN" dirty="0" err="1"/>
              <a:t>stp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2D1C55-A455-47DC-9A85-1E81DE89CA68}"/>
              </a:ext>
            </a:extLst>
          </p:cNvPr>
          <p:cNvSpPr/>
          <p:nvPr/>
        </p:nvSpPr>
        <p:spPr>
          <a:xfrm>
            <a:off x="6432195" y="3592311"/>
            <a:ext cx="2711805" cy="4665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配置端口类型为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trunk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0AF609-3235-4ED0-8818-498F09F7C045}"/>
              </a:ext>
            </a:extLst>
          </p:cNvPr>
          <p:cNvSpPr/>
          <p:nvPr/>
        </p:nvSpPr>
        <p:spPr>
          <a:xfrm>
            <a:off x="6111551" y="4952844"/>
            <a:ext cx="2852699" cy="4665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允许所有</a:t>
            </a:r>
            <a:r>
              <a:rPr lang="en-US" altLang="zh-CN" sz="200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vlan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经过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trunk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620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STP</a:t>
            </a:r>
            <a:r>
              <a:rPr lang="zh-CN" altLang="en-US" dirty="0"/>
              <a:t>配置操作步骤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、查看</a:t>
            </a:r>
            <a:r>
              <a:rPr lang="en-US" altLang="zh-CN" dirty="0"/>
              <a:t>STP</a:t>
            </a:r>
            <a:r>
              <a:rPr lang="zh-CN" altLang="en-US" dirty="0"/>
              <a:t>配置</a:t>
            </a:r>
            <a:endParaRPr lang="en-US" altLang="zh-CN" dirty="0"/>
          </a:p>
          <a:p>
            <a:r>
              <a:rPr lang="en-US" altLang="zh-CN" dirty="0"/>
              <a:t>[</a:t>
            </a:r>
            <a:r>
              <a:rPr lang="en-US" altLang="zh-CN" dirty="0" err="1"/>
              <a:t>swa</a:t>
            </a:r>
            <a:r>
              <a:rPr lang="en-US" altLang="zh-CN" dirty="0"/>
              <a:t>]display </a:t>
            </a:r>
            <a:r>
              <a:rPr lang="en-US" altLang="zh-CN" dirty="0" err="1"/>
              <a:t>stp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51EEE1-ACC4-42E7-B2D1-08512F6DF9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840" b="26359"/>
          <a:stretch/>
        </p:blipFill>
        <p:spPr>
          <a:xfrm>
            <a:off x="776772" y="3534878"/>
            <a:ext cx="8134115" cy="277384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0CAF4A4-68A3-4DAF-8A96-31B48901E883}"/>
              </a:ext>
            </a:extLst>
          </p:cNvPr>
          <p:cNvSpPr/>
          <p:nvPr/>
        </p:nvSpPr>
        <p:spPr>
          <a:xfrm>
            <a:off x="5570376" y="3726578"/>
            <a:ext cx="3012252" cy="4665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Bridge ID 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交换机的桥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ID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4137ED-3339-4AFC-9C28-2B85C4CF7C8E}"/>
              </a:ext>
            </a:extLst>
          </p:cNvPr>
          <p:cNvSpPr/>
          <p:nvPr/>
        </p:nvSpPr>
        <p:spPr>
          <a:xfrm>
            <a:off x="5570376" y="4921801"/>
            <a:ext cx="3012252" cy="4665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Root ID 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根网桥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ID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158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/>
              <a:t>STP</a:t>
            </a:r>
            <a:r>
              <a:rPr lang="zh-CN" altLang="en-US" dirty="0"/>
              <a:t>配置操作步骤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3</a:t>
            </a:r>
            <a:r>
              <a:rPr lang="zh-CN" altLang="en-US" dirty="0"/>
              <a:t>、查看</a:t>
            </a:r>
            <a:r>
              <a:rPr lang="en-US" altLang="zh-CN" dirty="0"/>
              <a:t>STP</a:t>
            </a:r>
            <a:r>
              <a:rPr lang="zh-CN" altLang="en-US" dirty="0"/>
              <a:t>配置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[</a:t>
            </a:r>
            <a:r>
              <a:rPr lang="en-US" altLang="zh-CN" dirty="0" err="1"/>
              <a:t>swa</a:t>
            </a:r>
            <a:r>
              <a:rPr lang="en-US" altLang="zh-CN" dirty="0"/>
              <a:t>]display </a:t>
            </a:r>
            <a:r>
              <a:rPr lang="en-US" altLang="zh-CN" dirty="0" err="1"/>
              <a:t>stp</a:t>
            </a:r>
            <a:r>
              <a:rPr lang="en-US" altLang="zh-CN" dirty="0"/>
              <a:t> brief</a:t>
            </a: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5575B1-728C-4F1E-B4E6-BC61277401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944"/>
          <a:stretch/>
        </p:blipFill>
        <p:spPr>
          <a:xfrm>
            <a:off x="451271" y="2785188"/>
            <a:ext cx="8451855" cy="12876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608506F-378F-446F-80A7-0386D6F285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2186" b="-313"/>
          <a:stretch/>
        </p:blipFill>
        <p:spPr>
          <a:xfrm>
            <a:off x="451271" y="4081956"/>
            <a:ext cx="8451854" cy="129087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590FE82-F54C-4073-A8A9-79F81A69E33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2611"/>
          <a:stretch/>
        </p:blipFill>
        <p:spPr>
          <a:xfrm>
            <a:off x="451271" y="5381969"/>
            <a:ext cx="8451854" cy="125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648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STP</a:t>
            </a:r>
            <a:r>
              <a:rPr lang="zh-CN" altLang="en-US" dirty="0"/>
              <a:t>配置操作步骤</a:t>
            </a:r>
            <a:endParaRPr lang="en-US" altLang="zh-CN" dirty="0"/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892D80F6-A2F3-4807-AFA1-F0F346196C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41508" y="3061194"/>
            <a:ext cx="1989030" cy="1366337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A6982EC3-D2D3-4387-B340-923F7942D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6530" y="3091187"/>
            <a:ext cx="2455785" cy="1399509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5655CA5F-437C-433E-817C-8E685DB69B8A}"/>
              </a:ext>
            </a:extLst>
          </p:cNvPr>
          <p:cNvGrpSpPr>
            <a:grpSpLocks/>
          </p:cNvGrpSpPr>
          <p:nvPr/>
        </p:nvGrpSpPr>
        <p:grpSpPr bwMode="auto">
          <a:xfrm>
            <a:off x="3760367" y="2284412"/>
            <a:ext cx="1582738" cy="1144588"/>
            <a:chOff x="0" y="0"/>
            <a:chExt cx="576" cy="417"/>
          </a:xfrm>
        </p:grpSpPr>
        <p:sp>
          <p:nvSpPr>
            <p:cNvPr id="7" name="AutoShape 10">
              <a:extLst>
                <a:ext uri="{FF2B5EF4-FFF2-40B4-BE49-F238E27FC236}">
                  <a16:creationId xmlns:a16="http://schemas.microsoft.com/office/drawing/2014/main" id="{D1BF3020-9F24-4091-AAB6-B2987D6380F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未知">
              <a:extLst>
                <a:ext uri="{FF2B5EF4-FFF2-40B4-BE49-F238E27FC236}">
                  <a16:creationId xmlns:a16="http://schemas.microsoft.com/office/drawing/2014/main" id="{9C7CE255-44BD-47A8-873E-36203330B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未知">
              <a:extLst>
                <a:ext uri="{FF2B5EF4-FFF2-40B4-BE49-F238E27FC236}">
                  <a16:creationId xmlns:a16="http://schemas.microsoft.com/office/drawing/2014/main" id="{61CFC47F-852C-43BB-8DA0-771D56C2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未知">
              <a:extLst>
                <a:ext uri="{FF2B5EF4-FFF2-40B4-BE49-F238E27FC236}">
                  <a16:creationId xmlns:a16="http://schemas.microsoft.com/office/drawing/2014/main" id="{E8842579-316A-44A5-B15A-FD444FB87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未知">
              <a:extLst>
                <a:ext uri="{FF2B5EF4-FFF2-40B4-BE49-F238E27FC236}">
                  <a16:creationId xmlns:a16="http://schemas.microsoft.com/office/drawing/2014/main" id="{82C19865-1BBE-4266-B199-DA08678926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未知">
              <a:extLst>
                <a:ext uri="{FF2B5EF4-FFF2-40B4-BE49-F238E27FC236}">
                  <a16:creationId xmlns:a16="http://schemas.microsoft.com/office/drawing/2014/main" id="{0038CE8D-E3FC-4193-A534-20FA2A3104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未知">
              <a:extLst>
                <a:ext uri="{FF2B5EF4-FFF2-40B4-BE49-F238E27FC236}">
                  <a16:creationId xmlns:a16="http://schemas.microsoft.com/office/drawing/2014/main" id="{00245B84-B14E-40F4-8C65-B4A4CC76D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未知">
              <a:extLst>
                <a:ext uri="{FF2B5EF4-FFF2-40B4-BE49-F238E27FC236}">
                  <a16:creationId xmlns:a16="http://schemas.microsoft.com/office/drawing/2014/main" id="{7EF9C30B-08DA-4AA1-B981-03ADB6509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未知">
              <a:extLst>
                <a:ext uri="{FF2B5EF4-FFF2-40B4-BE49-F238E27FC236}">
                  <a16:creationId xmlns:a16="http://schemas.microsoft.com/office/drawing/2014/main" id="{E3F44803-9FF0-41E6-9C90-8E290F238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未知">
              <a:extLst>
                <a:ext uri="{FF2B5EF4-FFF2-40B4-BE49-F238E27FC236}">
                  <a16:creationId xmlns:a16="http://schemas.microsoft.com/office/drawing/2014/main" id="{C3FDC601-3A4F-469A-A8E8-BEFCA26DA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未知">
              <a:extLst>
                <a:ext uri="{FF2B5EF4-FFF2-40B4-BE49-F238E27FC236}">
                  <a16:creationId xmlns:a16="http://schemas.microsoft.com/office/drawing/2014/main" id="{AEE4A1BD-025B-44FB-A670-4A7F4C51C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未知">
              <a:extLst>
                <a:ext uri="{FF2B5EF4-FFF2-40B4-BE49-F238E27FC236}">
                  <a16:creationId xmlns:a16="http://schemas.microsoft.com/office/drawing/2014/main" id="{8723EBF1-691A-4E77-8A84-47CD92D04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9">
            <a:extLst>
              <a:ext uri="{FF2B5EF4-FFF2-40B4-BE49-F238E27FC236}">
                <a16:creationId xmlns:a16="http://schemas.microsoft.com/office/drawing/2014/main" id="{13728409-5A8D-46A5-93A9-38D2A913BA68}"/>
              </a:ext>
            </a:extLst>
          </p:cNvPr>
          <p:cNvGrpSpPr>
            <a:grpSpLocks/>
          </p:cNvGrpSpPr>
          <p:nvPr/>
        </p:nvGrpSpPr>
        <p:grpSpPr bwMode="auto">
          <a:xfrm>
            <a:off x="1507486" y="4357572"/>
            <a:ext cx="1582738" cy="1144588"/>
            <a:chOff x="0" y="0"/>
            <a:chExt cx="576" cy="417"/>
          </a:xfrm>
        </p:grpSpPr>
        <p:sp>
          <p:nvSpPr>
            <p:cNvPr id="20" name="AutoShape 10">
              <a:extLst>
                <a:ext uri="{FF2B5EF4-FFF2-40B4-BE49-F238E27FC236}">
                  <a16:creationId xmlns:a16="http://schemas.microsoft.com/office/drawing/2014/main" id="{2B63FD88-F9BE-4C68-80ED-F03E631D0D1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未知">
              <a:extLst>
                <a:ext uri="{FF2B5EF4-FFF2-40B4-BE49-F238E27FC236}">
                  <a16:creationId xmlns:a16="http://schemas.microsoft.com/office/drawing/2014/main" id="{4B8053C9-D95E-454E-BB2F-B836EFB2F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未知">
              <a:extLst>
                <a:ext uri="{FF2B5EF4-FFF2-40B4-BE49-F238E27FC236}">
                  <a16:creationId xmlns:a16="http://schemas.microsoft.com/office/drawing/2014/main" id="{A9BAD473-FCBC-416A-8C4D-D3E98104B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未知">
              <a:extLst>
                <a:ext uri="{FF2B5EF4-FFF2-40B4-BE49-F238E27FC236}">
                  <a16:creationId xmlns:a16="http://schemas.microsoft.com/office/drawing/2014/main" id="{05BE578E-72C7-45D2-83CA-A813CB6D8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未知">
              <a:extLst>
                <a:ext uri="{FF2B5EF4-FFF2-40B4-BE49-F238E27FC236}">
                  <a16:creationId xmlns:a16="http://schemas.microsoft.com/office/drawing/2014/main" id="{731A9973-E3DC-45A6-996F-CBF26ED2A7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未知">
              <a:extLst>
                <a:ext uri="{FF2B5EF4-FFF2-40B4-BE49-F238E27FC236}">
                  <a16:creationId xmlns:a16="http://schemas.microsoft.com/office/drawing/2014/main" id="{FE22DD4F-BA09-47CE-9DA1-38F89B200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未知">
              <a:extLst>
                <a:ext uri="{FF2B5EF4-FFF2-40B4-BE49-F238E27FC236}">
                  <a16:creationId xmlns:a16="http://schemas.microsoft.com/office/drawing/2014/main" id="{C9560D90-B4C0-4485-AF4F-44F1CB5DA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未知">
              <a:extLst>
                <a:ext uri="{FF2B5EF4-FFF2-40B4-BE49-F238E27FC236}">
                  <a16:creationId xmlns:a16="http://schemas.microsoft.com/office/drawing/2014/main" id="{C6FEBDC4-D8AF-40F2-90CD-6775A5B62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未知">
              <a:extLst>
                <a:ext uri="{FF2B5EF4-FFF2-40B4-BE49-F238E27FC236}">
                  <a16:creationId xmlns:a16="http://schemas.microsoft.com/office/drawing/2014/main" id="{07DD8C11-C9C8-46E4-BADB-DECEC2251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未知">
              <a:extLst>
                <a:ext uri="{FF2B5EF4-FFF2-40B4-BE49-F238E27FC236}">
                  <a16:creationId xmlns:a16="http://schemas.microsoft.com/office/drawing/2014/main" id="{E20119D9-288F-46A5-8054-ECE97524A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未知">
              <a:extLst>
                <a:ext uri="{FF2B5EF4-FFF2-40B4-BE49-F238E27FC236}">
                  <a16:creationId xmlns:a16="http://schemas.microsoft.com/office/drawing/2014/main" id="{5AF87681-562F-4ECF-825C-5284097F3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未知">
              <a:extLst>
                <a:ext uri="{FF2B5EF4-FFF2-40B4-BE49-F238E27FC236}">
                  <a16:creationId xmlns:a16="http://schemas.microsoft.com/office/drawing/2014/main" id="{A1384A2A-1B9B-481A-B062-2F7CEAB77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" name="Group 9">
            <a:extLst>
              <a:ext uri="{FF2B5EF4-FFF2-40B4-BE49-F238E27FC236}">
                <a16:creationId xmlns:a16="http://schemas.microsoft.com/office/drawing/2014/main" id="{C2CCA2D9-3B6A-47A7-8D6E-935F77EEA81E}"/>
              </a:ext>
            </a:extLst>
          </p:cNvPr>
          <p:cNvGrpSpPr>
            <a:grpSpLocks/>
          </p:cNvGrpSpPr>
          <p:nvPr/>
        </p:nvGrpSpPr>
        <p:grpSpPr bwMode="auto">
          <a:xfrm>
            <a:off x="6468198" y="4438546"/>
            <a:ext cx="1582738" cy="1144588"/>
            <a:chOff x="0" y="0"/>
            <a:chExt cx="576" cy="417"/>
          </a:xfrm>
        </p:grpSpPr>
        <p:sp>
          <p:nvSpPr>
            <p:cNvPr id="33" name="AutoShape 10">
              <a:extLst>
                <a:ext uri="{FF2B5EF4-FFF2-40B4-BE49-F238E27FC236}">
                  <a16:creationId xmlns:a16="http://schemas.microsoft.com/office/drawing/2014/main" id="{B57F9A38-C502-413D-AC5F-6FE46496BBF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576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未知">
              <a:extLst>
                <a:ext uri="{FF2B5EF4-FFF2-40B4-BE49-F238E27FC236}">
                  <a16:creationId xmlns:a16="http://schemas.microsoft.com/office/drawing/2014/main" id="{CD5D164C-26FE-4533-A037-E8F6C02A9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166"/>
              <a:ext cx="286" cy="252"/>
            </a:xfrm>
            <a:custGeom>
              <a:avLst/>
              <a:gdLst>
                <a:gd name="T0" fmla="*/ 286 w 286"/>
                <a:gd name="T1" fmla="*/ 0 h 252"/>
                <a:gd name="T2" fmla="*/ 286 w 286"/>
                <a:gd name="T3" fmla="*/ 85 h 252"/>
                <a:gd name="T4" fmla="*/ 0 w 286"/>
                <a:gd name="T5" fmla="*/ 252 h 252"/>
                <a:gd name="T6" fmla="*/ 0 w 286"/>
                <a:gd name="T7" fmla="*/ 166 h 252"/>
                <a:gd name="T8" fmla="*/ 286 w 286"/>
                <a:gd name="T9" fmla="*/ 0 h 252"/>
                <a:gd name="T10" fmla="*/ 286 w 286"/>
                <a:gd name="T11" fmla="*/ 0 h 252"/>
                <a:gd name="T12" fmla="*/ 286 w 286"/>
                <a:gd name="T13" fmla="*/ 0 h 252"/>
                <a:gd name="T14" fmla="*/ 286 w 286"/>
                <a:gd name="T15" fmla="*/ 0 h 252"/>
                <a:gd name="T16" fmla="*/ 286 w 286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" h="252">
                  <a:moveTo>
                    <a:pt x="286" y="0"/>
                  </a:moveTo>
                  <a:lnTo>
                    <a:pt x="286" y="85"/>
                  </a:lnTo>
                  <a:lnTo>
                    <a:pt x="0" y="25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未知">
              <a:extLst>
                <a:ext uri="{FF2B5EF4-FFF2-40B4-BE49-F238E27FC236}">
                  <a16:creationId xmlns:a16="http://schemas.microsoft.com/office/drawing/2014/main" id="{FFFCDD4B-0322-4470-934C-2E77A6DA1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66"/>
              <a:ext cx="288" cy="252"/>
            </a:xfrm>
            <a:custGeom>
              <a:avLst/>
              <a:gdLst>
                <a:gd name="T0" fmla="*/ 288 w 288"/>
                <a:gd name="T1" fmla="*/ 166 h 252"/>
                <a:gd name="T2" fmla="*/ 288 w 288"/>
                <a:gd name="T3" fmla="*/ 252 h 252"/>
                <a:gd name="T4" fmla="*/ 0 w 288"/>
                <a:gd name="T5" fmla="*/ 85 h 252"/>
                <a:gd name="T6" fmla="*/ 0 w 288"/>
                <a:gd name="T7" fmla="*/ 0 h 252"/>
                <a:gd name="T8" fmla="*/ 288 w 288"/>
                <a:gd name="T9" fmla="*/ 166 h 252"/>
                <a:gd name="T10" fmla="*/ 288 w 288"/>
                <a:gd name="T11" fmla="*/ 166 h 252"/>
                <a:gd name="T12" fmla="*/ 288 w 288"/>
                <a:gd name="T13" fmla="*/ 166 h 252"/>
                <a:gd name="T14" fmla="*/ 288 w 288"/>
                <a:gd name="T15" fmla="*/ 166 h 252"/>
                <a:gd name="T16" fmla="*/ 288 w 288"/>
                <a:gd name="T17" fmla="*/ 16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88" y="166"/>
                  </a:moveTo>
                  <a:lnTo>
                    <a:pt x="288" y="252"/>
                  </a:lnTo>
                  <a:lnTo>
                    <a:pt x="0" y="85"/>
                  </a:lnTo>
                  <a:lnTo>
                    <a:pt x="0" y="0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88" y="166"/>
                  </a:lnTo>
                  <a:close/>
                </a:path>
              </a:pathLst>
            </a:custGeom>
            <a:solidFill>
              <a:srgbClr val="3645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未知">
              <a:extLst>
                <a:ext uri="{FF2B5EF4-FFF2-40B4-BE49-F238E27FC236}">
                  <a16:creationId xmlns:a16="http://schemas.microsoft.com/office/drawing/2014/main" id="{90E98766-E1BB-40FC-8C93-7CCF166E8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0"/>
              <a:ext cx="574" cy="332"/>
            </a:xfrm>
            <a:custGeom>
              <a:avLst/>
              <a:gdLst>
                <a:gd name="T0" fmla="*/ 574 w 574"/>
                <a:gd name="T1" fmla="*/ 166 h 332"/>
                <a:gd name="T2" fmla="*/ 288 w 574"/>
                <a:gd name="T3" fmla="*/ 332 h 332"/>
                <a:gd name="T4" fmla="*/ 0 w 574"/>
                <a:gd name="T5" fmla="*/ 166 h 332"/>
                <a:gd name="T6" fmla="*/ 286 w 574"/>
                <a:gd name="T7" fmla="*/ 0 h 332"/>
                <a:gd name="T8" fmla="*/ 574 w 574"/>
                <a:gd name="T9" fmla="*/ 166 h 332"/>
                <a:gd name="T10" fmla="*/ 574 w 574"/>
                <a:gd name="T11" fmla="*/ 166 h 332"/>
                <a:gd name="T12" fmla="*/ 574 w 574"/>
                <a:gd name="T13" fmla="*/ 166 h 332"/>
                <a:gd name="T14" fmla="*/ 574 w 574"/>
                <a:gd name="T15" fmla="*/ 166 h 332"/>
                <a:gd name="T16" fmla="*/ 574 w 574"/>
                <a:gd name="T17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4" h="332">
                  <a:moveTo>
                    <a:pt x="574" y="166"/>
                  </a:moveTo>
                  <a:lnTo>
                    <a:pt x="288" y="332"/>
                  </a:lnTo>
                  <a:lnTo>
                    <a:pt x="0" y="166"/>
                  </a:lnTo>
                  <a:lnTo>
                    <a:pt x="286" y="0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lnTo>
                    <a:pt x="574" y="166"/>
                  </a:lnTo>
                  <a:close/>
                </a:path>
              </a:pathLst>
            </a:custGeom>
            <a:solidFill>
              <a:srgbClr val="4D61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未知">
              <a:extLst>
                <a:ext uri="{FF2B5EF4-FFF2-40B4-BE49-F238E27FC236}">
                  <a16:creationId xmlns:a16="http://schemas.microsoft.com/office/drawing/2014/main" id="{F87055E9-EABC-4094-91E9-2AC0C7ED31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8"/>
              <a:ext cx="416" cy="241"/>
            </a:xfrm>
            <a:custGeom>
              <a:avLst/>
              <a:gdLst>
                <a:gd name="T0" fmla="*/ 483 w 785"/>
                <a:gd name="T1" fmla="*/ 356 h 457"/>
                <a:gd name="T2" fmla="*/ 523 w 785"/>
                <a:gd name="T3" fmla="*/ 379 h 457"/>
                <a:gd name="T4" fmla="*/ 389 w 785"/>
                <a:gd name="T5" fmla="*/ 457 h 457"/>
                <a:gd name="T6" fmla="*/ 255 w 785"/>
                <a:gd name="T7" fmla="*/ 379 h 457"/>
                <a:gd name="T8" fmla="*/ 295 w 785"/>
                <a:gd name="T9" fmla="*/ 356 h 457"/>
                <a:gd name="T10" fmla="*/ 356 w 785"/>
                <a:gd name="T11" fmla="*/ 391 h 457"/>
                <a:gd name="T12" fmla="*/ 356 w 785"/>
                <a:gd name="T13" fmla="*/ 313 h 457"/>
                <a:gd name="T14" fmla="*/ 286 w 785"/>
                <a:gd name="T15" fmla="*/ 290 h 457"/>
                <a:gd name="T16" fmla="*/ 246 w 785"/>
                <a:gd name="T17" fmla="*/ 249 h 457"/>
                <a:gd name="T18" fmla="*/ 113 w 785"/>
                <a:gd name="T19" fmla="*/ 249 h 457"/>
                <a:gd name="T20" fmla="*/ 174 w 785"/>
                <a:gd name="T21" fmla="*/ 285 h 457"/>
                <a:gd name="T22" fmla="*/ 134 w 785"/>
                <a:gd name="T23" fmla="*/ 308 h 457"/>
                <a:gd name="T24" fmla="*/ 0 w 785"/>
                <a:gd name="T25" fmla="*/ 230 h 457"/>
                <a:gd name="T26" fmla="*/ 134 w 785"/>
                <a:gd name="T27" fmla="*/ 153 h 457"/>
                <a:gd name="T28" fmla="*/ 174 w 785"/>
                <a:gd name="T29" fmla="*/ 176 h 457"/>
                <a:gd name="T30" fmla="*/ 113 w 785"/>
                <a:gd name="T31" fmla="*/ 211 h 457"/>
                <a:gd name="T32" fmla="*/ 244 w 785"/>
                <a:gd name="T33" fmla="*/ 211 h 457"/>
                <a:gd name="T34" fmla="*/ 286 w 785"/>
                <a:gd name="T35" fmla="*/ 165 h 457"/>
                <a:gd name="T36" fmla="*/ 369 w 785"/>
                <a:gd name="T37" fmla="*/ 140 h 457"/>
                <a:gd name="T38" fmla="*/ 369 w 785"/>
                <a:gd name="T39" fmla="*/ 66 h 457"/>
                <a:gd name="T40" fmla="*/ 308 w 785"/>
                <a:gd name="T41" fmla="*/ 101 h 457"/>
                <a:gd name="T42" fmla="*/ 268 w 785"/>
                <a:gd name="T43" fmla="*/ 78 h 457"/>
                <a:gd name="T44" fmla="*/ 402 w 785"/>
                <a:gd name="T45" fmla="*/ 0 h 457"/>
                <a:gd name="T46" fmla="*/ 536 w 785"/>
                <a:gd name="T47" fmla="*/ 78 h 457"/>
                <a:gd name="T48" fmla="*/ 496 w 785"/>
                <a:gd name="T49" fmla="*/ 101 h 457"/>
                <a:gd name="T50" fmla="*/ 435 w 785"/>
                <a:gd name="T51" fmla="*/ 66 h 457"/>
                <a:gd name="T52" fmla="*/ 435 w 785"/>
                <a:gd name="T53" fmla="*/ 142 h 457"/>
                <a:gd name="T54" fmla="*/ 502 w 785"/>
                <a:gd name="T55" fmla="*/ 165 h 457"/>
                <a:gd name="T56" fmla="*/ 541 w 785"/>
                <a:gd name="T57" fmla="*/ 204 h 457"/>
                <a:gd name="T58" fmla="*/ 672 w 785"/>
                <a:gd name="T59" fmla="*/ 204 h 457"/>
                <a:gd name="T60" fmla="*/ 611 w 785"/>
                <a:gd name="T61" fmla="*/ 169 h 457"/>
                <a:gd name="T62" fmla="*/ 650 w 785"/>
                <a:gd name="T63" fmla="*/ 145 h 457"/>
                <a:gd name="T64" fmla="*/ 785 w 785"/>
                <a:gd name="T65" fmla="*/ 223 h 457"/>
                <a:gd name="T66" fmla="*/ 651 w 785"/>
                <a:gd name="T67" fmla="*/ 301 h 457"/>
                <a:gd name="T68" fmla="*/ 611 w 785"/>
                <a:gd name="T69" fmla="*/ 278 h 457"/>
                <a:gd name="T70" fmla="*/ 672 w 785"/>
                <a:gd name="T71" fmla="*/ 242 h 457"/>
                <a:gd name="T72" fmla="*/ 545 w 785"/>
                <a:gd name="T73" fmla="*/ 242 h 457"/>
                <a:gd name="T74" fmla="*/ 502 w 785"/>
                <a:gd name="T75" fmla="*/ 290 h 457"/>
                <a:gd name="T76" fmla="*/ 422 w 785"/>
                <a:gd name="T77" fmla="*/ 315 h 457"/>
                <a:gd name="T78" fmla="*/ 422 w 785"/>
                <a:gd name="T79" fmla="*/ 391 h 457"/>
                <a:gd name="T80" fmla="*/ 483 w 785"/>
                <a:gd name="T81" fmla="*/ 356 h 457"/>
                <a:gd name="T82" fmla="*/ 483 w 785"/>
                <a:gd name="T83" fmla="*/ 356 h 457"/>
                <a:gd name="T84" fmla="*/ 483 w 785"/>
                <a:gd name="T85" fmla="*/ 356 h 457"/>
                <a:gd name="T86" fmla="*/ 338 w 785"/>
                <a:gd name="T87" fmla="*/ 260 h 457"/>
                <a:gd name="T88" fmla="*/ 450 w 785"/>
                <a:gd name="T89" fmla="*/ 260 h 457"/>
                <a:gd name="T90" fmla="*/ 450 w 785"/>
                <a:gd name="T91" fmla="*/ 195 h 457"/>
                <a:gd name="T92" fmla="*/ 338 w 785"/>
                <a:gd name="T93" fmla="*/ 195 h 457"/>
                <a:gd name="T94" fmla="*/ 338 w 785"/>
                <a:gd name="T95" fmla="*/ 26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7">
                  <a:moveTo>
                    <a:pt x="483" y="356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7"/>
                    <a:pt x="389" y="457"/>
                    <a:pt x="389" y="457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6"/>
                    <a:pt x="295" y="356"/>
                    <a:pt x="295" y="356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2"/>
                    <a:pt x="286" y="290"/>
                  </a:cubicBezTo>
                  <a:cubicBezTo>
                    <a:pt x="266" y="279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5"/>
                    <a:pt x="174" y="285"/>
                    <a:pt x="174" y="285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6"/>
                    <a:pt x="369" y="66"/>
                    <a:pt x="369" y="66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6"/>
                    <a:pt x="435" y="66"/>
                    <a:pt x="435" y="66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90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9"/>
                    <a:pt x="611" y="169"/>
                    <a:pt x="611" y="169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1"/>
                    <a:pt x="651" y="301"/>
                    <a:pt x="651" y="301"/>
                  </a:cubicBezTo>
                  <a:cubicBezTo>
                    <a:pt x="611" y="278"/>
                    <a:pt x="611" y="278"/>
                    <a:pt x="611" y="278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60"/>
                    <a:pt x="526" y="277"/>
                    <a:pt x="502" y="290"/>
                  </a:cubicBezTo>
                  <a:cubicBezTo>
                    <a:pt x="480" y="303"/>
                    <a:pt x="451" y="312"/>
                    <a:pt x="422" y="315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ubicBezTo>
                    <a:pt x="483" y="356"/>
                    <a:pt x="483" y="356"/>
                    <a:pt x="483" y="356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1D29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未知">
              <a:extLst>
                <a:ext uri="{FF2B5EF4-FFF2-40B4-BE49-F238E27FC236}">
                  <a16:creationId xmlns:a16="http://schemas.microsoft.com/office/drawing/2014/main" id="{6C2351EA-3562-49E3-8E5C-49FD87391C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" y="42"/>
              <a:ext cx="416" cy="241"/>
            </a:xfrm>
            <a:custGeom>
              <a:avLst/>
              <a:gdLst>
                <a:gd name="T0" fmla="*/ 483 w 785"/>
                <a:gd name="T1" fmla="*/ 355 h 456"/>
                <a:gd name="T2" fmla="*/ 523 w 785"/>
                <a:gd name="T3" fmla="*/ 379 h 456"/>
                <a:gd name="T4" fmla="*/ 389 w 785"/>
                <a:gd name="T5" fmla="*/ 456 h 456"/>
                <a:gd name="T6" fmla="*/ 255 w 785"/>
                <a:gd name="T7" fmla="*/ 379 h 456"/>
                <a:gd name="T8" fmla="*/ 295 w 785"/>
                <a:gd name="T9" fmla="*/ 355 h 456"/>
                <a:gd name="T10" fmla="*/ 356 w 785"/>
                <a:gd name="T11" fmla="*/ 391 h 456"/>
                <a:gd name="T12" fmla="*/ 356 w 785"/>
                <a:gd name="T13" fmla="*/ 313 h 456"/>
                <a:gd name="T14" fmla="*/ 286 w 785"/>
                <a:gd name="T15" fmla="*/ 290 h 456"/>
                <a:gd name="T16" fmla="*/ 246 w 785"/>
                <a:gd name="T17" fmla="*/ 249 h 456"/>
                <a:gd name="T18" fmla="*/ 113 w 785"/>
                <a:gd name="T19" fmla="*/ 249 h 456"/>
                <a:gd name="T20" fmla="*/ 174 w 785"/>
                <a:gd name="T21" fmla="*/ 284 h 456"/>
                <a:gd name="T22" fmla="*/ 134 w 785"/>
                <a:gd name="T23" fmla="*/ 308 h 456"/>
                <a:gd name="T24" fmla="*/ 0 w 785"/>
                <a:gd name="T25" fmla="*/ 230 h 456"/>
                <a:gd name="T26" fmla="*/ 134 w 785"/>
                <a:gd name="T27" fmla="*/ 152 h 456"/>
                <a:gd name="T28" fmla="*/ 174 w 785"/>
                <a:gd name="T29" fmla="*/ 175 h 456"/>
                <a:gd name="T30" fmla="*/ 113 w 785"/>
                <a:gd name="T31" fmla="*/ 211 h 456"/>
                <a:gd name="T32" fmla="*/ 244 w 785"/>
                <a:gd name="T33" fmla="*/ 211 h 456"/>
                <a:gd name="T34" fmla="*/ 286 w 785"/>
                <a:gd name="T35" fmla="*/ 165 h 456"/>
                <a:gd name="T36" fmla="*/ 369 w 785"/>
                <a:gd name="T37" fmla="*/ 140 h 456"/>
                <a:gd name="T38" fmla="*/ 369 w 785"/>
                <a:gd name="T39" fmla="*/ 65 h 456"/>
                <a:gd name="T40" fmla="*/ 308 w 785"/>
                <a:gd name="T41" fmla="*/ 101 h 456"/>
                <a:gd name="T42" fmla="*/ 268 w 785"/>
                <a:gd name="T43" fmla="*/ 78 h 456"/>
                <a:gd name="T44" fmla="*/ 402 w 785"/>
                <a:gd name="T45" fmla="*/ 0 h 456"/>
                <a:gd name="T46" fmla="*/ 536 w 785"/>
                <a:gd name="T47" fmla="*/ 78 h 456"/>
                <a:gd name="T48" fmla="*/ 496 w 785"/>
                <a:gd name="T49" fmla="*/ 101 h 456"/>
                <a:gd name="T50" fmla="*/ 435 w 785"/>
                <a:gd name="T51" fmla="*/ 65 h 456"/>
                <a:gd name="T52" fmla="*/ 435 w 785"/>
                <a:gd name="T53" fmla="*/ 142 h 456"/>
                <a:gd name="T54" fmla="*/ 502 w 785"/>
                <a:gd name="T55" fmla="*/ 165 h 456"/>
                <a:gd name="T56" fmla="*/ 541 w 785"/>
                <a:gd name="T57" fmla="*/ 204 h 456"/>
                <a:gd name="T58" fmla="*/ 672 w 785"/>
                <a:gd name="T59" fmla="*/ 204 h 456"/>
                <a:gd name="T60" fmla="*/ 611 w 785"/>
                <a:gd name="T61" fmla="*/ 168 h 456"/>
                <a:gd name="T62" fmla="*/ 650 w 785"/>
                <a:gd name="T63" fmla="*/ 145 h 456"/>
                <a:gd name="T64" fmla="*/ 785 w 785"/>
                <a:gd name="T65" fmla="*/ 223 h 456"/>
                <a:gd name="T66" fmla="*/ 651 w 785"/>
                <a:gd name="T67" fmla="*/ 300 h 456"/>
                <a:gd name="T68" fmla="*/ 611 w 785"/>
                <a:gd name="T69" fmla="*/ 277 h 456"/>
                <a:gd name="T70" fmla="*/ 672 w 785"/>
                <a:gd name="T71" fmla="*/ 242 h 456"/>
                <a:gd name="T72" fmla="*/ 545 w 785"/>
                <a:gd name="T73" fmla="*/ 242 h 456"/>
                <a:gd name="T74" fmla="*/ 502 w 785"/>
                <a:gd name="T75" fmla="*/ 290 h 456"/>
                <a:gd name="T76" fmla="*/ 422 w 785"/>
                <a:gd name="T77" fmla="*/ 314 h 456"/>
                <a:gd name="T78" fmla="*/ 422 w 785"/>
                <a:gd name="T79" fmla="*/ 391 h 456"/>
                <a:gd name="T80" fmla="*/ 483 w 785"/>
                <a:gd name="T81" fmla="*/ 355 h 456"/>
                <a:gd name="T82" fmla="*/ 483 w 785"/>
                <a:gd name="T83" fmla="*/ 355 h 456"/>
                <a:gd name="T84" fmla="*/ 483 w 785"/>
                <a:gd name="T85" fmla="*/ 355 h 456"/>
                <a:gd name="T86" fmla="*/ 338 w 785"/>
                <a:gd name="T87" fmla="*/ 260 h 456"/>
                <a:gd name="T88" fmla="*/ 450 w 785"/>
                <a:gd name="T89" fmla="*/ 260 h 456"/>
                <a:gd name="T90" fmla="*/ 450 w 785"/>
                <a:gd name="T91" fmla="*/ 195 h 456"/>
                <a:gd name="T92" fmla="*/ 338 w 785"/>
                <a:gd name="T93" fmla="*/ 195 h 456"/>
                <a:gd name="T94" fmla="*/ 338 w 785"/>
                <a:gd name="T95" fmla="*/ 26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85" h="456">
                  <a:moveTo>
                    <a:pt x="483" y="355"/>
                  </a:moveTo>
                  <a:cubicBezTo>
                    <a:pt x="523" y="379"/>
                    <a:pt x="523" y="379"/>
                    <a:pt x="523" y="379"/>
                  </a:cubicBezTo>
                  <a:cubicBezTo>
                    <a:pt x="389" y="456"/>
                    <a:pt x="389" y="456"/>
                    <a:pt x="389" y="456"/>
                  </a:cubicBezTo>
                  <a:cubicBezTo>
                    <a:pt x="255" y="379"/>
                    <a:pt x="255" y="379"/>
                    <a:pt x="255" y="379"/>
                  </a:cubicBezTo>
                  <a:cubicBezTo>
                    <a:pt x="295" y="355"/>
                    <a:pt x="295" y="355"/>
                    <a:pt x="295" y="355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13"/>
                    <a:pt x="356" y="313"/>
                    <a:pt x="356" y="313"/>
                  </a:cubicBezTo>
                  <a:cubicBezTo>
                    <a:pt x="330" y="309"/>
                    <a:pt x="306" y="301"/>
                    <a:pt x="286" y="290"/>
                  </a:cubicBezTo>
                  <a:cubicBezTo>
                    <a:pt x="266" y="278"/>
                    <a:pt x="253" y="264"/>
                    <a:pt x="246" y="249"/>
                  </a:cubicBezTo>
                  <a:cubicBezTo>
                    <a:pt x="113" y="249"/>
                    <a:pt x="113" y="249"/>
                    <a:pt x="113" y="249"/>
                  </a:cubicBezTo>
                  <a:cubicBezTo>
                    <a:pt x="174" y="284"/>
                    <a:pt x="174" y="284"/>
                    <a:pt x="174" y="284"/>
                  </a:cubicBezTo>
                  <a:cubicBezTo>
                    <a:pt x="134" y="308"/>
                    <a:pt x="134" y="308"/>
                    <a:pt x="134" y="308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134" y="152"/>
                    <a:pt x="134" y="152"/>
                    <a:pt x="134" y="152"/>
                  </a:cubicBezTo>
                  <a:cubicBezTo>
                    <a:pt x="174" y="175"/>
                    <a:pt x="174" y="175"/>
                    <a:pt x="174" y="175"/>
                  </a:cubicBezTo>
                  <a:cubicBezTo>
                    <a:pt x="113" y="211"/>
                    <a:pt x="113" y="211"/>
                    <a:pt x="113" y="211"/>
                  </a:cubicBezTo>
                  <a:cubicBezTo>
                    <a:pt x="244" y="211"/>
                    <a:pt x="244" y="211"/>
                    <a:pt x="244" y="211"/>
                  </a:cubicBezTo>
                  <a:cubicBezTo>
                    <a:pt x="249" y="194"/>
                    <a:pt x="263" y="178"/>
                    <a:pt x="286" y="165"/>
                  </a:cubicBezTo>
                  <a:cubicBezTo>
                    <a:pt x="309" y="151"/>
                    <a:pt x="339" y="143"/>
                    <a:pt x="369" y="140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08" y="101"/>
                    <a:pt x="308" y="101"/>
                    <a:pt x="308" y="101"/>
                  </a:cubicBezTo>
                  <a:cubicBezTo>
                    <a:pt x="268" y="78"/>
                    <a:pt x="268" y="78"/>
                    <a:pt x="268" y="78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536" y="78"/>
                    <a:pt x="536" y="78"/>
                    <a:pt x="536" y="78"/>
                  </a:cubicBezTo>
                  <a:cubicBezTo>
                    <a:pt x="496" y="101"/>
                    <a:pt x="496" y="101"/>
                    <a:pt x="496" y="101"/>
                  </a:cubicBezTo>
                  <a:cubicBezTo>
                    <a:pt x="435" y="65"/>
                    <a:pt x="435" y="65"/>
                    <a:pt x="435" y="65"/>
                  </a:cubicBezTo>
                  <a:cubicBezTo>
                    <a:pt x="435" y="87"/>
                    <a:pt x="435" y="117"/>
                    <a:pt x="435" y="142"/>
                  </a:cubicBezTo>
                  <a:cubicBezTo>
                    <a:pt x="460" y="146"/>
                    <a:pt x="483" y="154"/>
                    <a:pt x="502" y="165"/>
                  </a:cubicBezTo>
                  <a:cubicBezTo>
                    <a:pt x="521" y="176"/>
                    <a:pt x="534" y="189"/>
                    <a:pt x="541" y="204"/>
                  </a:cubicBezTo>
                  <a:cubicBezTo>
                    <a:pt x="672" y="204"/>
                    <a:pt x="672" y="204"/>
                    <a:pt x="672" y="204"/>
                  </a:cubicBezTo>
                  <a:cubicBezTo>
                    <a:pt x="611" y="168"/>
                    <a:pt x="611" y="168"/>
                    <a:pt x="611" y="168"/>
                  </a:cubicBezTo>
                  <a:cubicBezTo>
                    <a:pt x="650" y="145"/>
                    <a:pt x="650" y="145"/>
                    <a:pt x="650" y="145"/>
                  </a:cubicBezTo>
                  <a:cubicBezTo>
                    <a:pt x="785" y="223"/>
                    <a:pt x="785" y="223"/>
                    <a:pt x="785" y="223"/>
                  </a:cubicBezTo>
                  <a:cubicBezTo>
                    <a:pt x="651" y="300"/>
                    <a:pt x="651" y="300"/>
                    <a:pt x="651" y="300"/>
                  </a:cubicBezTo>
                  <a:cubicBezTo>
                    <a:pt x="611" y="277"/>
                    <a:pt x="611" y="277"/>
                    <a:pt x="611" y="277"/>
                  </a:cubicBezTo>
                  <a:cubicBezTo>
                    <a:pt x="672" y="242"/>
                    <a:pt x="672" y="242"/>
                    <a:pt x="672" y="242"/>
                  </a:cubicBezTo>
                  <a:cubicBezTo>
                    <a:pt x="637" y="242"/>
                    <a:pt x="587" y="242"/>
                    <a:pt x="545" y="242"/>
                  </a:cubicBezTo>
                  <a:cubicBezTo>
                    <a:pt x="540" y="259"/>
                    <a:pt x="526" y="276"/>
                    <a:pt x="502" y="290"/>
                  </a:cubicBezTo>
                  <a:cubicBezTo>
                    <a:pt x="480" y="303"/>
                    <a:pt x="451" y="311"/>
                    <a:pt x="422" y="314"/>
                  </a:cubicBezTo>
                  <a:cubicBezTo>
                    <a:pt x="422" y="391"/>
                    <a:pt x="422" y="391"/>
                    <a:pt x="422" y="391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ubicBezTo>
                    <a:pt x="483" y="355"/>
                    <a:pt x="483" y="355"/>
                    <a:pt x="483" y="355"/>
                  </a:cubicBezTo>
                  <a:close/>
                  <a:moveTo>
                    <a:pt x="338" y="260"/>
                  </a:moveTo>
                  <a:cubicBezTo>
                    <a:pt x="369" y="278"/>
                    <a:pt x="419" y="278"/>
                    <a:pt x="450" y="260"/>
                  </a:cubicBezTo>
                  <a:cubicBezTo>
                    <a:pt x="481" y="242"/>
                    <a:pt x="481" y="213"/>
                    <a:pt x="450" y="195"/>
                  </a:cubicBezTo>
                  <a:cubicBezTo>
                    <a:pt x="419" y="177"/>
                    <a:pt x="368" y="177"/>
                    <a:pt x="338" y="195"/>
                  </a:cubicBezTo>
                  <a:cubicBezTo>
                    <a:pt x="307" y="213"/>
                    <a:pt x="307" y="242"/>
                    <a:pt x="338" y="2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未知">
              <a:extLst>
                <a:ext uri="{FF2B5EF4-FFF2-40B4-BE49-F238E27FC236}">
                  <a16:creationId xmlns:a16="http://schemas.microsoft.com/office/drawing/2014/main" id="{B578B65D-B274-4BB4-8E71-E056408AF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226"/>
              <a:ext cx="30" cy="48"/>
            </a:xfrm>
            <a:custGeom>
              <a:avLst/>
              <a:gdLst>
                <a:gd name="T0" fmla="*/ 27 w 56"/>
                <a:gd name="T1" fmla="*/ 5 h 92"/>
                <a:gd name="T2" fmla="*/ 46 w 56"/>
                <a:gd name="T3" fmla="*/ 21 h 92"/>
                <a:gd name="T4" fmla="*/ 54 w 56"/>
                <a:gd name="T5" fmla="*/ 45 h 92"/>
                <a:gd name="T6" fmla="*/ 40 w 56"/>
                <a:gd name="T7" fmla="*/ 36 h 92"/>
                <a:gd name="T8" fmla="*/ 27 w 56"/>
                <a:gd name="T9" fmla="*/ 17 h 92"/>
                <a:gd name="T10" fmla="*/ 20 w 56"/>
                <a:gd name="T11" fmla="*/ 15 h 92"/>
                <a:gd name="T12" fmla="*/ 17 w 56"/>
                <a:gd name="T13" fmla="*/ 20 h 92"/>
                <a:gd name="T14" fmla="*/ 20 w 56"/>
                <a:gd name="T15" fmla="*/ 28 h 92"/>
                <a:gd name="T16" fmla="*/ 36 w 56"/>
                <a:gd name="T17" fmla="*/ 43 h 92"/>
                <a:gd name="T18" fmla="*/ 48 w 56"/>
                <a:gd name="T19" fmla="*/ 55 h 92"/>
                <a:gd name="T20" fmla="*/ 56 w 56"/>
                <a:gd name="T21" fmla="*/ 77 h 92"/>
                <a:gd name="T22" fmla="*/ 49 w 56"/>
                <a:gd name="T23" fmla="*/ 90 h 92"/>
                <a:gd name="T24" fmla="*/ 28 w 56"/>
                <a:gd name="T25" fmla="*/ 85 h 92"/>
                <a:gd name="T26" fmla="*/ 9 w 56"/>
                <a:gd name="T27" fmla="*/ 67 h 92"/>
                <a:gd name="T28" fmla="*/ 0 w 56"/>
                <a:gd name="T29" fmla="*/ 42 h 92"/>
                <a:gd name="T30" fmla="*/ 14 w 56"/>
                <a:gd name="T31" fmla="*/ 50 h 92"/>
                <a:gd name="T32" fmla="*/ 19 w 56"/>
                <a:gd name="T33" fmla="*/ 63 h 92"/>
                <a:gd name="T34" fmla="*/ 29 w 56"/>
                <a:gd name="T35" fmla="*/ 72 h 92"/>
                <a:gd name="T36" fmla="*/ 37 w 56"/>
                <a:gd name="T37" fmla="*/ 75 h 92"/>
                <a:gd name="T38" fmla="*/ 42 w 56"/>
                <a:gd name="T39" fmla="*/ 70 h 92"/>
                <a:gd name="T40" fmla="*/ 32 w 56"/>
                <a:gd name="T41" fmla="*/ 55 h 92"/>
                <a:gd name="T42" fmla="*/ 13 w 56"/>
                <a:gd name="T43" fmla="*/ 37 h 92"/>
                <a:gd name="T44" fmla="*/ 2 w 56"/>
                <a:gd name="T45" fmla="*/ 13 h 92"/>
                <a:gd name="T46" fmla="*/ 10 w 56"/>
                <a:gd name="T47" fmla="*/ 1 h 92"/>
                <a:gd name="T48" fmla="*/ 27 w 56"/>
                <a:gd name="T49" fmla="*/ 5 h 92"/>
                <a:gd name="T50" fmla="*/ 27 w 56"/>
                <a:gd name="T51" fmla="*/ 5 h 92"/>
                <a:gd name="T52" fmla="*/ 27 w 56"/>
                <a:gd name="T53" fmla="*/ 5 h 92"/>
                <a:gd name="T54" fmla="*/ 27 w 56"/>
                <a:gd name="T55" fmla="*/ 5 h 92"/>
                <a:gd name="T56" fmla="*/ 27 w 56"/>
                <a:gd name="T57" fmla="*/ 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6" h="92">
                  <a:moveTo>
                    <a:pt x="27" y="5"/>
                  </a:moveTo>
                  <a:cubicBezTo>
                    <a:pt x="35" y="9"/>
                    <a:pt x="41" y="15"/>
                    <a:pt x="46" y="21"/>
                  </a:cubicBezTo>
                  <a:cubicBezTo>
                    <a:pt x="51" y="28"/>
                    <a:pt x="54" y="36"/>
                    <a:pt x="54" y="4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29"/>
                    <a:pt x="35" y="22"/>
                    <a:pt x="27" y="17"/>
                  </a:cubicBezTo>
                  <a:cubicBezTo>
                    <a:pt x="24" y="16"/>
                    <a:pt x="22" y="15"/>
                    <a:pt x="20" y="15"/>
                  </a:cubicBezTo>
                  <a:cubicBezTo>
                    <a:pt x="18" y="16"/>
                    <a:pt x="17" y="17"/>
                    <a:pt x="17" y="20"/>
                  </a:cubicBezTo>
                  <a:cubicBezTo>
                    <a:pt x="17" y="23"/>
                    <a:pt x="18" y="26"/>
                    <a:pt x="20" y="28"/>
                  </a:cubicBezTo>
                  <a:cubicBezTo>
                    <a:pt x="22" y="30"/>
                    <a:pt x="27" y="35"/>
                    <a:pt x="36" y="43"/>
                  </a:cubicBezTo>
                  <a:cubicBezTo>
                    <a:pt x="42" y="48"/>
                    <a:pt x="45" y="52"/>
                    <a:pt x="48" y="55"/>
                  </a:cubicBezTo>
                  <a:cubicBezTo>
                    <a:pt x="53" y="62"/>
                    <a:pt x="56" y="69"/>
                    <a:pt x="56" y="77"/>
                  </a:cubicBezTo>
                  <a:cubicBezTo>
                    <a:pt x="56" y="84"/>
                    <a:pt x="54" y="88"/>
                    <a:pt x="49" y="90"/>
                  </a:cubicBezTo>
                  <a:cubicBezTo>
                    <a:pt x="44" y="92"/>
                    <a:pt x="37" y="90"/>
                    <a:pt x="28" y="85"/>
                  </a:cubicBezTo>
                  <a:cubicBezTo>
                    <a:pt x="20" y="81"/>
                    <a:pt x="14" y="75"/>
                    <a:pt x="9" y="67"/>
                  </a:cubicBezTo>
                  <a:cubicBezTo>
                    <a:pt x="3" y="59"/>
                    <a:pt x="0" y="51"/>
                    <a:pt x="0" y="42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5"/>
                    <a:pt x="16" y="59"/>
                    <a:pt x="19" y="63"/>
                  </a:cubicBezTo>
                  <a:cubicBezTo>
                    <a:pt x="21" y="67"/>
                    <a:pt x="25" y="70"/>
                    <a:pt x="29" y="72"/>
                  </a:cubicBezTo>
                  <a:cubicBezTo>
                    <a:pt x="32" y="74"/>
                    <a:pt x="35" y="75"/>
                    <a:pt x="37" y="75"/>
                  </a:cubicBezTo>
                  <a:cubicBezTo>
                    <a:pt x="40" y="76"/>
                    <a:pt x="42" y="74"/>
                    <a:pt x="42" y="70"/>
                  </a:cubicBezTo>
                  <a:cubicBezTo>
                    <a:pt x="42" y="66"/>
                    <a:pt x="38" y="61"/>
                    <a:pt x="32" y="55"/>
                  </a:cubicBezTo>
                  <a:cubicBezTo>
                    <a:pt x="20" y="44"/>
                    <a:pt x="14" y="38"/>
                    <a:pt x="13" y="37"/>
                  </a:cubicBezTo>
                  <a:cubicBezTo>
                    <a:pt x="6" y="29"/>
                    <a:pt x="2" y="22"/>
                    <a:pt x="2" y="13"/>
                  </a:cubicBezTo>
                  <a:cubicBezTo>
                    <a:pt x="2" y="6"/>
                    <a:pt x="5" y="2"/>
                    <a:pt x="10" y="1"/>
                  </a:cubicBezTo>
                  <a:cubicBezTo>
                    <a:pt x="15" y="0"/>
                    <a:pt x="21" y="1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未知">
              <a:extLst>
                <a:ext uri="{FF2B5EF4-FFF2-40B4-BE49-F238E27FC236}">
                  <a16:creationId xmlns:a16="http://schemas.microsoft.com/office/drawing/2014/main" id="{E1E1B301-75AF-4179-892E-6BEFE984A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" y="238"/>
              <a:ext cx="46" cy="62"/>
            </a:xfrm>
            <a:custGeom>
              <a:avLst/>
              <a:gdLst>
                <a:gd name="T0" fmla="*/ 46 w 46"/>
                <a:gd name="T1" fmla="*/ 27 h 62"/>
                <a:gd name="T2" fmla="*/ 36 w 46"/>
                <a:gd name="T3" fmla="*/ 62 h 62"/>
                <a:gd name="T4" fmla="*/ 29 w 46"/>
                <a:gd name="T5" fmla="*/ 57 h 62"/>
                <a:gd name="T6" fmla="*/ 23 w 46"/>
                <a:gd name="T7" fmla="*/ 27 h 62"/>
                <a:gd name="T8" fmla="*/ 17 w 46"/>
                <a:gd name="T9" fmla="*/ 51 h 62"/>
                <a:gd name="T10" fmla="*/ 9 w 46"/>
                <a:gd name="T11" fmla="*/ 46 h 62"/>
                <a:gd name="T12" fmla="*/ 0 w 46"/>
                <a:gd name="T13" fmla="*/ 0 h 62"/>
                <a:gd name="T14" fmla="*/ 8 w 46"/>
                <a:gd name="T15" fmla="*/ 5 h 62"/>
                <a:gd name="T16" fmla="*/ 13 w 46"/>
                <a:gd name="T17" fmla="*/ 36 h 62"/>
                <a:gd name="T18" fmla="*/ 19 w 46"/>
                <a:gd name="T19" fmla="*/ 12 h 62"/>
                <a:gd name="T20" fmla="*/ 27 w 46"/>
                <a:gd name="T21" fmla="*/ 16 h 62"/>
                <a:gd name="T22" fmla="*/ 33 w 46"/>
                <a:gd name="T23" fmla="*/ 47 h 62"/>
                <a:gd name="T24" fmla="*/ 38 w 46"/>
                <a:gd name="T25" fmla="*/ 23 h 62"/>
                <a:gd name="T26" fmla="*/ 46 w 46"/>
                <a:gd name="T27" fmla="*/ 27 h 62"/>
                <a:gd name="T28" fmla="*/ 46 w 46"/>
                <a:gd name="T29" fmla="*/ 27 h 62"/>
                <a:gd name="T30" fmla="*/ 46 w 46"/>
                <a:gd name="T31" fmla="*/ 27 h 62"/>
                <a:gd name="T32" fmla="*/ 46 w 46"/>
                <a:gd name="T33" fmla="*/ 27 h 62"/>
                <a:gd name="T34" fmla="*/ 46 w 46"/>
                <a:gd name="T35" fmla="*/ 27 h 62"/>
                <a:gd name="T36" fmla="*/ 46 w 46"/>
                <a:gd name="T37" fmla="*/ 27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62">
                  <a:moveTo>
                    <a:pt x="46" y="27"/>
                  </a:moveTo>
                  <a:lnTo>
                    <a:pt x="36" y="62"/>
                  </a:lnTo>
                  <a:lnTo>
                    <a:pt x="29" y="57"/>
                  </a:lnTo>
                  <a:lnTo>
                    <a:pt x="23" y="27"/>
                  </a:lnTo>
                  <a:lnTo>
                    <a:pt x="17" y="51"/>
                  </a:lnTo>
                  <a:lnTo>
                    <a:pt x="9" y="46"/>
                  </a:lnTo>
                  <a:lnTo>
                    <a:pt x="0" y="0"/>
                  </a:lnTo>
                  <a:lnTo>
                    <a:pt x="8" y="5"/>
                  </a:lnTo>
                  <a:lnTo>
                    <a:pt x="13" y="36"/>
                  </a:lnTo>
                  <a:lnTo>
                    <a:pt x="19" y="12"/>
                  </a:lnTo>
                  <a:lnTo>
                    <a:pt x="27" y="16"/>
                  </a:lnTo>
                  <a:lnTo>
                    <a:pt x="33" y="47"/>
                  </a:lnTo>
                  <a:lnTo>
                    <a:pt x="38" y="23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6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未知">
              <a:extLst>
                <a:ext uri="{FF2B5EF4-FFF2-40B4-BE49-F238E27FC236}">
                  <a16:creationId xmlns:a16="http://schemas.microsoft.com/office/drawing/2014/main" id="{95E0B8DD-9573-4A26-B6DF-D3F058E42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" y="267"/>
              <a:ext cx="7" cy="45"/>
            </a:xfrm>
            <a:custGeom>
              <a:avLst/>
              <a:gdLst>
                <a:gd name="T0" fmla="*/ 7 w 7"/>
                <a:gd name="T1" fmla="*/ 5 h 45"/>
                <a:gd name="T2" fmla="*/ 7 w 7"/>
                <a:gd name="T3" fmla="*/ 45 h 45"/>
                <a:gd name="T4" fmla="*/ 0 w 7"/>
                <a:gd name="T5" fmla="*/ 41 h 45"/>
                <a:gd name="T6" fmla="*/ 0 w 7"/>
                <a:gd name="T7" fmla="*/ 0 h 45"/>
                <a:gd name="T8" fmla="*/ 7 w 7"/>
                <a:gd name="T9" fmla="*/ 5 h 45"/>
                <a:gd name="T10" fmla="*/ 7 w 7"/>
                <a:gd name="T11" fmla="*/ 5 h 45"/>
                <a:gd name="T12" fmla="*/ 7 w 7"/>
                <a:gd name="T13" fmla="*/ 5 h 45"/>
                <a:gd name="T14" fmla="*/ 7 w 7"/>
                <a:gd name="T15" fmla="*/ 5 h 45"/>
                <a:gd name="T16" fmla="*/ 7 w 7"/>
                <a:gd name="T17" fmla="*/ 5 h 45"/>
                <a:gd name="T18" fmla="*/ 7 w 7"/>
                <a:gd name="T19" fmla="*/ 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5">
                  <a:moveTo>
                    <a:pt x="7" y="5"/>
                  </a:moveTo>
                  <a:lnTo>
                    <a:pt x="7" y="45"/>
                  </a:lnTo>
                  <a:lnTo>
                    <a:pt x="0" y="41"/>
                  </a:lnTo>
                  <a:lnTo>
                    <a:pt x="0" y="0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7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未知">
              <a:extLst>
                <a:ext uri="{FF2B5EF4-FFF2-40B4-BE49-F238E27FC236}">
                  <a16:creationId xmlns:a16="http://schemas.microsoft.com/office/drawing/2014/main" id="{A460D082-E4F3-4B53-8515-A8BA11DC2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" y="274"/>
              <a:ext cx="29" cy="51"/>
            </a:xfrm>
            <a:custGeom>
              <a:avLst/>
              <a:gdLst>
                <a:gd name="T0" fmla="*/ 29 w 29"/>
                <a:gd name="T1" fmla="*/ 17 h 51"/>
                <a:gd name="T2" fmla="*/ 29 w 29"/>
                <a:gd name="T3" fmla="*/ 24 h 51"/>
                <a:gd name="T4" fmla="*/ 19 w 29"/>
                <a:gd name="T5" fmla="*/ 18 h 51"/>
                <a:gd name="T6" fmla="*/ 19 w 29"/>
                <a:gd name="T7" fmla="*/ 51 h 51"/>
                <a:gd name="T8" fmla="*/ 11 w 29"/>
                <a:gd name="T9" fmla="*/ 46 h 51"/>
                <a:gd name="T10" fmla="*/ 11 w 29"/>
                <a:gd name="T11" fmla="*/ 14 h 51"/>
                <a:gd name="T12" fmla="*/ 0 w 29"/>
                <a:gd name="T13" fmla="*/ 7 h 51"/>
                <a:gd name="T14" fmla="*/ 0 w 29"/>
                <a:gd name="T15" fmla="*/ 0 h 51"/>
                <a:gd name="T16" fmla="*/ 29 w 29"/>
                <a:gd name="T17" fmla="*/ 17 h 51"/>
                <a:gd name="T18" fmla="*/ 29 w 29"/>
                <a:gd name="T19" fmla="*/ 17 h 51"/>
                <a:gd name="T20" fmla="*/ 29 w 29"/>
                <a:gd name="T21" fmla="*/ 17 h 51"/>
                <a:gd name="T22" fmla="*/ 29 w 29"/>
                <a:gd name="T23" fmla="*/ 17 h 51"/>
                <a:gd name="T24" fmla="*/ 29 w 29"/>
                <a:gd name="T25" fmla="*/ 17 h 51"/>
                <a:gd name="T26" fmla="*/ 29 w 29"/>
                <a:gd name="T27" fmla="*/ 1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51">
                  <a:moveTo>
                    <a:pt x="29" y="17"/>
                  </a:moveTo>
                  <a:lnTo>
                    <a:pt x="29" y="24"/>
                  </a:lnTo>
                  <a:lnTo>
                    <a:pt x="19" y="18"/>
                  </a:lnTo>
                  <a:lnTo>
                    <a:pt x="19" y="51"/>
                  </a:lnTo>
                  <a:lnTo>
                    <a:pt x="11" y="46"/>
                  </a:lnTo>
                  <a:lnTo>
                    <a:pt x="11" y="14"/>
                  </a:lnTo>
                  <a:lnTo>
                    <a:pt x="0" y="7"/>
                  </a:lnTo>
                  <a:lnTo>
                    <a:pt x="0" y="0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9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未知">
              <a:extLst>
                <a:ext uri="{FF2B5EF4-FFF2-40B4-BE49-F238E27FC236}">
                  <a16:creationId xmlns:a16="http://schemas.microsoft.com/office/drawing/2014/main" id="{C991B7FD-9564-440B-8409-EC56AA93C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" y="298"/>
              <a:ext cx="33" cy="48"/>
            </a:xfrm>
            <a:custGeom>
              <a:avLst/>
              <a:gdLst>
                <a:gd name="T0" fmla="*/ 33 w 62"/>
                <a:gd name="T1" fmla="*/ 7 h 92"/>
                <a:gd name="T2" fmla="*/ 52 w 62"/>
                <a:gd name="T3" fmla="*/ 25 h 92"/>
                <a:gd name="T4" fmla="*/ 62 w 62"/>
                <a:gd name="T5" fmla="*/ 50 h 92"/>
                <a:gd name="T6" fmla="*/ 48 w 62"/>
                <a:gd name="T7" fmla="*/ 42 h 92"/>
                <a:gd name="T8" fmla="*/ 43 w 62"/>
                <a:gd name="T9" fmla="*/ 30 h 92"/>
                <a:gd name="T10" fmla="*/ 33 w 62"/>
                <a:gd name="T11" fmla="*/ 21 h 92"/>
                <a:gd name="T12" fmla="*/ 19 w 62"/>
                <a:gd name="T13" fmla="*/ 21 h 92"/>
                <a:gd name="T14" fmla="*/ 15 w 62"/>
                <a:gd name="T15" fmla="*/ 36 h 92"/>
                <a:gd name="T16" fmla="*/ 19 w 62"/>
                <a:gd name="T17" fmla="*/ 56 h 92"/>
                <a:gd name="T18" fmla="*/ 33 w 62"/>
                <a:gd name="T19" fmla="*/ 72 h 92"/>
                <a:gd name="T20" fmla="*/ 43 w 62"/>
                <a:gd name="T21" fmla="*/ 74 h 92"/>
                <a:gd name="T22" fmla="*/ 48 w 62"/>
                <a:gd name="T23" fmla="*/ 64 h 92"/>
                <a:gd name="T24" fmla="*/ 62 w 62"/>
                <a:gd name="T25" fmla="*/ 72 h 92"/>
                <a:gd name="T26" fmla="*/ 53 w 62"/>
                <a:gd name="T27" fmla="*/ 90 h 92"/>
                <a:gd name="T28" fmla="*/ 33 w 62"/>
                <a:gd name="T29" fmla="*/ 86 h 92"/>
                <a:gd name="T30" fmla="*/ 9 w 62"/>
                <a:gd name="T31" fmla="*/ 61 h 92"/>
                <a:gd name="T32" fmla="*/ 0 w 62"/>
                <a:gd name="T33" fmla="*/ 28 h 92"/>
                <a:gd name="T34" fmla="*/ 9 w 62"/>
                <a:gd name="T35" fmla="*/ 4 h 92"/>
                <a:gd name="T36" fmla="*/ 33 w 62"/>
                <a:gd name="T37" fmla="*/ 7 h 92"/>
                <a:gd name="T38" fmla="*/ 33 w 62"/>
                <a:gd name="T39" fmla="*/ 7 h 92"/>
                <a:gd name="T40" fmla="*/ 33 w 62"/>
                <a:gd name="T41" fmla="*/ 7 h 92"/>
                <a:gd name="T42" fmla="*/ 33 w 62"/>
                <a:gd name="T43" fmla="*/ 7 h 92"/>
                <a:gd name="T44" fmla="*/ 33 w 62"/>
                <a:gd name="T45" fmla="*/ 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2" h="92">
                  <a:moveTo>
                    <a:pt x="33" y="7"/>
                  </a:moveTo>
                  <a:cubicBezTo>
                    <a:pt x="41" y="11"/>
                    <a:pt x="47" y="17"/>
                    <a:pt x="52" y="25"/>
                  </a:cubicBezTo>
                  <a:cubicBezTo>
                    <a:pt x="58" y="33"/>
                    <a:pt x="61" y="41"/>
                    <a:pt x="62" y="50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7" y="38"/>
                    <a:pt x="46" y="34"/>
                    <a:pt x="43" y="30"/>
                  </a:cubicBezTo>
                  <a:cubicBezTo>
                    <a:pt x="40" y="26"/>
                    <a:pt x="37" y="23"/>
                    <a:pt x="33" y="21"/>
                  </a:cubicBezTo>
                  <a:cubicBezTo>
                    <a:pt x="27" y="17"/>
                    <a:pt x="22" y="17"/>
                    <a:pt x="19" y="21"/>
                  </a:cubicBezTo>
                  <a:cubicBezTo>
                    <a:pt x="16" y="24"/>
                    <a:pt x="15" y="29"/>
                    <a:pt x="15" y="36"/>
                  </a:cubicBezTo>
                  <a:cubicBezTo>
                    <a:pt x="15" y="44"/>
                    <a:pt x="16" y="50"/>
                    <a:pt x="19" y="56"/>
                  </a:cubicBezTo>
                  <a:cubicBezTo>
                    <a:pt x="22" y="63"/>
                    <a:pt x="27" y="69"/>
                    <a:pt x="33" y="72"/>
                  </a:cubicBezTo>
                  <a:cubicBezTo>
                    <a:pt x="37" y="75"/>
                    <a:pt x="41" y="75"/>
                    <a:pt x="43" y="74"/>
                  </a:cubicBezTo>
                  <a:cubicBezTo>
                    <a:pt x="46" y="72"/>
                    <a:pt x="47" y="69"/>
                    <a:pt x="48" y="64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1" y="81"/>
                    <a:pt x="58" y="87"/>
                    <a:pt x="53" y="90"/>
                  </a:cubicBezTo>
                  <a:cubicBezTo>
                    <a:pt x="48" y="92"/>
                    <a:pt x="41" y="91"/>
                    <a:pt x="33" y="86"/>
                  </a:cubicBezTo>
                  <a:cubicBezTo>
                    <a:pt x="23" y="81"/>
                    <a:pt x="15" y="72"/>
                    <a:pt x="9" y="61"/>
                  </a:cubicBezTo>
                  <a:cubicBezTo>
                    <a:pt x="3" y="50"/>
                    <a:pt x="0" y="39"/>
                    <a:pt x="0" y="28"/>
                  </a:cubicBezTo>
                  <a:cubicBezTo>
                    <a:pt x="0" y="16"/>
                    <a:pt x="3" y="8"/>
                    <a:pt x="9" y="4"/>
                  </a:cubicBezTo>
                  <a:cubicBezTo>
                    <a:pt x="15" y="0"/>
                    <a:pt x="23" y="1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未知">
              <a:extLst>
                <a:ext uri="{FF2B5EF4-FFF2-40B4-BE49-F238E27FC236}">
                  <a16:creationId xmlns:a16="http://schemas.microsoft.com/office/drawing/2014/main" id="{0B6F1781-8DB6-4855-A282-3DFC09410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" y="314"/>
              <a:ext cx="30" cy="57"/>
            </a:xfrm>
            <a:custGeom>
              <a:avLst/>
              <a:gdLst>
                <a:gd name="T0" fmla="*/ 30 w 30"/>
                <a:gd name="T1" fmla="*/ 17 h 57"/>
                <a:gd name="T2" fmla="*/ 30 w 30"/>
                <a:gd name="T3" fmla="*/ 57 h 57"/>
                <a:gd name="T4" fmla="*/ 22 w 30"/>
                <a:gd name="T5" fmla="*/ 53 h 57"/>
                <a:gd name="T6" fmla="*/ 22 w 30"/>
                <a:gd name="T7" fmla="*/ 35 h 57"/>
                <a:gd name="T8" fmla="*/ 8 w 30"/>
                <a:gd name="T9" fmla="*/ 27 h 57"/>
                <a:gd name="T10" fmla="*/ 8 w 30"/>
                <a:gd name="T11" fmla="*/ 45 h 57"/>
                <a:gd name="T12" fmla="*/ 0 w 30"/>
                <a:gd name="T13" fmla="*/ 40 h 57"/>
                <a:gd name="T14" fmla="*/ 0 w 30"/>
                <a:gd name="T15" fmla="*/ 0 h 57"/>
                <a:gd name="T16" fmla="*/ 8 w 30"/>
                <a:gd name="T17" fmla="*/ 4 h 57"/>
                <a:gd name="T18" fmla="*/ 8 w 30"/>
                <a:gd name="T19" fmla="*/ 20 h 57"/>
                <a:gd name="T20" fmla="*/ 22 w 30"/>
                <a:gd name="T21" fmla="*/ 28 h 57"/>
                <a:gd name="T22" fmla="*/ 23 w 30"/>
                <a:gd name="T23" fmla="*/ 13 h 57"/>
                <a:gd name="T24" fmla="*/ 30 w 30"/>
                <a:gd name="T25" fmla="*/ 17 h 57"/>
                <a:gd name="T26" fmla="*/ 30 w 30"/>
                <a:gd name="T27" fmla="*/ 17 h 57"/>
                <a:gd name="T28" fmla="*/ 30 w 30"/>
                <a:gd name="T29" fmla="*/ 17 h 57"/>
                <a:gd name="T30" fmla="*/ 30 w 30"/>
                <a:gd name="T31" fmla="*/ 17 h 57"/>
                <a:gd name="T32" fmla="*/ 30 w 30"/>
                <a:gd name="T33" fmla="*/ 17 h 57"/>
                <a:gd name="T34" fmla="*/ 30 w 30"/>
                <a:gd name="T35" fmla="*/ 1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" h="57">
                  <a:moveTo>
                    <a:pt x="30" y="17"/>
                  </a:moveTo>
                  <a:lnTo>
                    <a:pt x="30" y="57"/>
                  </a:lnTo>
                  <a:lnTo>
                    <a:pt x="22" y="53"/>
                  </a:lnTo>
                  <a:lnTo>
                    <a:pt x="22" y="35"/>
                  </a:lnTo>
                  <a:lnTo>
                    <a:pt x="8" y="27"/>
                  </a:lnTo>
                  <a:lnTo>
                    <a:pt x="8" y="45"/>
                  </a:lnTo>
                  <a:lnTo>
                    <a:pt x="0" y="40"/>
                  </a:lnTo>
                  <a:lnTo>
                    <a:pt x="0" y="0"/>
                  </a:lnTo>
                  <a:lnTo>
                    <a:pt x="8" y="4"/>
                  </a:lnTo>
                  <a:lnTo>
                    <a:pt x="8" y="20"/>
                  </a:lnTo>
                  <a:lnTo>
                    <a:pt x="22" y="28"/>
                  </a:lnTo>
                  <a:lnTo>
                    <a:pt x="23" y="13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" name="Text Box 76">
            <a:extLst>
              <a:ext uri="{FF2B5EF4-FFF2-40B4-BE49-F238E27FC236}">
                <a16:creationId xmlns:a16="http://schemas.microsoft.com/office/drawing/2014/main" id="{0FD83C75-70EE-4D00-B930-1CBB581B3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030" y="4403262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Text Box 76">
            <a:extLst>
              <a:ext uri="{FF2B5EF4-FFF2-40B4-BE49-F238E27FC236}">
                <a16:creationId xmlns:a16="http://schemas.microsoft.com/office/drawing/2014/main" id="{A0AEA125-0254-482F-9570-8556E0062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146" y="2293926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Text Box 76">
            <a:extLst>
              <a:ext uri="{FF2B5EF4-FFF2-40B4-BE49-F238E27FC236}">
                <a16:creationId xmlns:a16="http://schemas.microsoft.com/office/drawing/2014/main" id="{93B1DABA-33C6-490A-9891-2B01AC136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286" y="4349354"/>
            <a:ext cx="12881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交换机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endParaRPr lang="zh-CN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Line 7">
            <a:extLst>
              <a:ext uri="{FF2B5EF4-FFF2-40B4-BE49-F238E27FC236}">
                <a16:creationId xmlns:a16="http://schemas.microsoft.com/office/drawing/2014/main" id="{933C1CE1-9DE6-4037-B074-E449A4248C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87476" y="4929865"/>
            <a:ext cx="3386218" cy="34101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Text Box 76">
            <a:extLst>
              <a:ext uri="{FF2B5EF4-FFF2-40B4-BE49-F238E27FC236}">
                <a16:creationId xmlns:a16="http://schemas.microsoft.com/office/drawing/2014/main" id="{7AD31049-1362-4FD0-8D86-BF3D2AD95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490" y="3876773"/>
            <a:ext cx="12881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G1/0/1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" name="Text Box 76">
            <a:extLst>
              <a:ext uri="{FF2B5EF4-FFF2-40B4-BE49-F238E27FC236}">
                <a16:creationId xmlns:a16="http://schemas.microsoft.com/office/drawing/2014/main" id="{5BF98C32-3A07-47AB-8903-7222F5306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599" y="5164616"/>
            <a:ext cx="12881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G1/0/2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" name="Text Box 76">
            <a:extLst>
              <a:ext uri="{FF2B5EF4-FFF2-40B4-BE49-F238E27FC236}">
                <a16:creationId xmlns:a16="http://schemas.microsoft.com/office/drawing/2014/main" id="{5E40D95A-DF0B-4606-AC3C-4E67CB0C7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466" y="3037441"/>
            <a:ext cx="12881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G1/0/1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" name="Text Box 76">
            <a:extLst>
              <a:ext uri="{FF2B5EF4-FFF2-40B4-BE49-F238E27FC236}">
                <a16:creationId xmlns:a16="http://schemas.microsoft.com/office/drawing/2014/main" id="{DB394FEE-B5D4-48A6-9A83-2743D2E78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888" y="2981327"/>
            <a:ext cx="12881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G1/0/2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" name="Text Box 76">
            <a:extLst>
              <a:ext uri="{FF2B5EF4-FFF2-40B4-BE49-F238E27FC236}">
                <a16:creationId xmlns:a16="http://schemas.microsoft.com/office/drawing/2014/main" id="{EAA42169-4C50-4E86-93DA-6E78D832C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860" y="3895640"/>
            <a:ext cx="12881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G1/0/2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Text Box 76">
            <a:extLst>
              <a:ext uri="{FF2B5EF4-FFF2-40B4-BE49-F238E27FC236}">
                <a16:creationId xmlns:a16="http://schemas.microsoft.com/office/drawing/2014/main" id="{593C5A64-E1B5-44C6-977F-23447E7C8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8957" y="5108578"/>
            <a:ext cx="12881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G1/0/1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" name="AutoShape 37">
            <a:extLst>
              <a:ext uri="{FF2B5EF4-FFF2-40B4-BE49-F238E27FC236}">
                <a16:creationId xmlns:a16="http://schemas.microsoft.com/office/drawing/2014/main" id="{DB730DBA-7623-4CCD-B318-43DB191A84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66630" y="4268918"/>
            <a:ext cx="285750" cy="287338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700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899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" name="Text Box 31">
            <a:extLst>
              <a:ext uri="{FF2B5EF4-FFF2-40B4-BE49-F238E27FC236}">
                <a16:creationId xmlns:a16="http://schemas.microsoft.com/office/drawing/2014/main" id="{9CC58BDE-C9DB-4465-ADA1-9951B2EB4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7651" y="1947316"/>
            <a:ext cx="1298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zh-CN" b="1" dirty="0">
                <a:solidFill>
                  <a:srgbClr val="FF0000"/>
                </a:solidFill>
                <a:ea typeface="黑体" panose="02010609060101010101" pitchFamily="49" charset="-122"/>
              </a:rPr>
              <a:t>Root</a:t>
            </a:r>
          </a:p>
        </p:txBody>
      </p:sp>
    </p:spTree>
    <p:extLst>
      <p:ext uri="{BB962C8B-B14F-4D97-AF65-F5344CB8AC3E}">
        <p14:creationId xmlns:p14="http://schemas.microsoft.com/office/powerpoint/2010/main" val="1208550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STP</a:t>
            </a:r>
            <a:r>
              <a:rPr lang="zh-CN" altLang="en-US" dirty="0"/>
              <a:t>配置操作步骤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、指定根网桥并查看更改后的信息</a:t>
            </a:r>
            <a:endParaRPr lang="en-US" altLang="zh-CN" dirty="0"/>
          </a:p>
          <a:p>
            <a:r>
              <a:rPr lang="en-US" altLang="zh-CN" dirty="0"/>
              <a:t>[</a:t>
            </a:r>
            <a:r>
              <a:rPr lang="en-US" altLang="zh-CN" dirty="0" err="1"/>
              <a:t>swc</a:t>
            </a:r>
            <a:r>
              <a:rPr lang="en-US" altLang="zh-CN" dirty="0"/>
              <a:t>]</a:t>
            </a:r>
            <a:r>
              <a:rPr lang="en-US" altLang="zh-CN" dirty="0" err="1"/>
              <a:t>stp</a:t>
            </a:r>
            <a:r>
              <a:rPr lang="en-US" altLang="zh-CN" dirty="0"/>
              <a:t> priority 4096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CD9929A-3823-4349-AB3B-026FD57DD411}"/>
              </a:ext>
            </a:extLst>
          </p:cNvPr>
          <p:cNvSpPr/>
          <p:nvPr/>
        </p:nvSpPr>
        <p:spPr>
          <a:xfrm>
            <a:off x="5400555" y="3040790"/>
            <a:ext cx="3628074" cy="5673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设置其优先级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4096 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，成为根桥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8358C7-5ADE-479B-A47D-BA737ACB1C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451" b="28509"/>
          <a:stretch/>
        </p:blipFill>
        <p:spPr>
          <a:xfrm>
            <a:off x="832758" y="3752738"/>
            <a:ext cx="7086600" cy="154078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3CEDEBB-1C75-4021-B8B2-75C49AFD68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491"/>
          <a:stretch/>
        </p:blipFill>
        <p:spPr>
          <a:xfrm>
            <a:off x="832758" y="5429524"/>
            <a:ext cx="7086600" cy="109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8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STP</a:t>
            </a:r>
            <a:r>
              <a:rPr lang="zh-CN" altLang="en-US" dirty="0"/>
              <a:t>配置操作步骤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、配置边缘端口 </a:t>
            </a:r>
            <a:endParaRPr lang="en-US" altLang="zh-CN" dirty="0"/>
          </a:p>
          <a:p>
            <a:r>
              <a:rPr lang="zh-CN" altLang="en-US" dirty="0"/>
              <a:t>将与终端设备直接相连的端口设为边缘端口，将不必参与生成树计算</a:t>
            </a:r>
            <a:endParaRPr lang="en-US" altLang="zh-CN" dirty="0"/>
          </a:p>
          <a:p>
            <a:r>
              <a:rPr lang="en-US" altLang="zh-CN" dirty="0"/>
              <a:t>[swa-GigabitEthernet1/0/3]</a:t>
            </a:r>
            <a:r>
              <a:rPr lang="en-US" altLang="zh-CN" dirty="0" err="1"/>
              <a:t>stp</a:t>
            </a:r>
            <a:r>
              <a:rPr lang="en-US" altLang="zh-CN" dirty="0"/>
              <a:t> edged-port </a:t>
            </a:r>
          </a:p>
          <a:p>
            <a:r>
              <a:rPr lang="en-US" altLang="zh-CN" dirty="0"/>
              <a:t>[swa-GigabitEthernet1/0/3] dis </a:t>
            </a:r>
            <a:r>
              <a:rPr lang="en-US" altLang="zh-CN" dirty="0" err="1"/>
              <a:t>stp</a:t>
            </a:r>
            <a:r>
              <a:rPr lang="en-US" altLang="zh-CN" dirty="0"/>
              <a:t> int g1/0/3</a:t>
            </a:r>
          </a:p>
        </p:txBody>
      </p:sp>
    </p:spTree>
    <p:extLst>
      <p:ext uri="{BB962C8B-B14F-4D97-AF65-F5344CB8AC3E}">
        <p14:creationId xmlns:p14="http://schemas.microsoft.com/office/powerpoint/2010/main" val="3621803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STP</a:t>
            </a:r>
            <a:r>
              <a:rPr lang="zh-CN" altLang="en-US" dirty="0"/>
              <a:t>配置操作步骤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、配置边缘端口 </a:t>
            </a:r>
            <a:endParaRPr lang="en-US" altLang="zh-CN" dirty="0"/>
          </a:p>
          <a:p>
            <a:r>
              <a:rPr lang="en-US" altLang="zh-CN" dirty="0"/>
              <a:t>[</a:t>
            </a:r>
            <a:r>
              <a:rPr lang="en-US" altLang="zh-CN" dirty="0" err="1"/>
              <a:t>swc</a:t>
            </a:r>
            <a:r>
              <a:rPr lang="en-US" altLang="zh-CN" dirty="0"/>
              <a:t>]int g1/0/1</a:t>
            </a:r>
          </a:p>
          <a:p>
            <a:r>
              <a:rPr lang="en-US" altLang="zh-CN" dirty="0"/>
              <a:t>[swc-GigabitEthernet1/0/1]dis </a:t>
            </a:r>
            <a:r>
              <a:rPr lang="en-US" altLang="zh-CN" dirty="0" err="1"/>
              <a:t>stp</a:t>
            </a:r>
            <a:r>
              <a:rPr lang="en-US" altLang="zh-CN" dirty="0"/>
              <a:t> int g1/0/1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1A377B-952E-4416-A934-4418222038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638"/>
          <a:stretch/>
        </p:blipFill>
        <p:spPr>
          <a:xfrm>
            <a:off x="741318" y="5104133"/>
            <a:ext cx="7086600" cy="16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36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E88F3-A5E7-4261-B97C-DD77C80F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7DAD34-3B83-4F1E-91A7-01BB2A15A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其他命令</a:t>
            </a:r>
            <a:endParaRPr lang="en-US" altLang="zh-CN" dirty="0"/>
          </a:p>
          <a:p>
            <a:r>
              <a:rPr lang="en-US" altLang="zh-CN" b="0" dirty="0"/>
              <a:t>save </a:t>
            </a:r>
            <a:r>
              <a:rPr lang="zh-CN" altLang="en-US" b="0" dirty="0"/>
              <a:t>保存配置</a:t>
            </a:r>
            <a:endParaRPr lang="en-US" altLang="zh-CN" b="0" dirty="0"/>
          </a:p>
          <a:p>
            <a:r>
              <a:rPr lang="en-US" altLang="zh-CN" b="0" dirty="0"/>
              <a:t>return </a:t>
            </a:r>
            <a:r>
              <a:rPr lang="zh-CN" altLang="en-US" b="0" dirty="0"/>
              <a:t>退出到用户视图</a:t>
            </a:r>
            <a:endParaRPr lang="en-US" altLang="zh-CN" b="0" dirty="0"/>
          </a:p>
          <a:p>
            <a:r>
              <a:rPr lang="en-US" altLang="zh-CN" b="0" dirty="0"/>
              <a:t>quit/exit </a:t>
            </a:r>
            <a:r>
              <a:rPr lang="zh-CN" altLang="en-US" b="0" dirty="0"/>
              <a:t>退回到上一层视图</a:t>
            </a:r>
            <a:endParaRPr lang="en-US" altLang="zh-CN" b="0" dirty="0"/>
          </a:p>
          <a:p>
            <a:r>
              <a:rPr lang="en-US" altLang="zh-CN" b="0" dirty="0"/>
              <a:t>reboot </a:t>
            </a:r>
            <a:r>
              <a:rPr lang="zh-CN" altLang="en-US" b="0" dirty="0"/>
              <a:t>用户视图下进行重启</a:t>
            </a:r>
            <a:endParaRPr lang="en-US" altLang="zh-CN" b="0" dirty="0"/>
          </a:p>
          <a:p>
            <a:r>
              <a:rPr lang="en-US" altLang="zh-CN" b="0" dirty="0"/>
              <a:t>reset saved-configuration </a:t>
            </a:r>
            <a:r>
              <a:rPr lang="zh-CN" altLang="en-US" b="0" dirty="0"/>
              <a:t>恢复默认设置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8447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3 </a:t>
            </a:r>
            <a:r>
              <a:rPr lang="zh-CN" altLang="en-US" dirty="0"/>
              <a:t>链路聚合与生成树协议配置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sz="3500" dirty="0">
                <a:latin typeface="黑体" panose="02010609060101010101" pitchFamily="49" charset="-122"/>
                <a:ea typeface="黑体" panose="02010609060101010101" pitchFamily="49" charset="-122"/>
              </a:rPr>
              <a:t>几点注意事项</a:t>
            </a:r>
            <a:endParaRPr lang="en-US" altLang="zh-CN" sz="35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/>
              <a:t>1</a:t>
            </a:r>
            <a:r>
              <a:rPr lang="zh-CN" altLang="en-US" dirty="0"/>
              <a:t>、建议每次实验重命名每个需要操作的设备，便于下一个实验者查看之前配置是否已经清除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、注意配置接口的编号与实际连线的接口编号一致，注意排查物理连线的问题以及命令参数的问题。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、交换机与路由器接口的编号方式</a:t>
            </a:r>
            <a:r>
              <a:rPr lang="en-US" altLang="zh-CN" dirty="0"/>
              <a:t>g1/0/1 g0/0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、每个人做完一个实验可报告教师，帮助清除配置。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68089751"/>
      </p:ext>
    </p:extLst>
  </p:cSld>
  <p:clrMapOvr>
    <a:masterClrMapping/>
  </p:clrMapOvr>
</p:sld>
</file>

<file path=ppt/theme/theme1.xml><?xml version="1.0" encoding="utf-8"?>
<a:theme xmlns:a="http://schemas.openxmlformats.org/drawingml/2006/main" name="PPT素材夹_008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ww.SlideTo.Me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1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地球背景商务PPT模板（www.1ppt.com）</Template>
  <TotalTime>3615</TotalTime>
  <Words>1318</Words>
  <Application>Microsoft Office PowerPoint</Application>
  <PresentationFormat>全屏显示(4:3)</PresentationFormat>
  <Paragraphs>224</Paragraphs>
  <Slides>29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等线</vt:lpstr>
      <vt:lpstr>黑体</vt:lpstr>
      <vt:lpstr>华文细黑</vt:lpstr>
      <vt:lpstr>宋体</vt:lpstr>
      <vt:lpstr>Arial</vt:lpstr>
      <vt:lpstr>Calibri</vt:lpstr>
      <vt:lpstr>Wingdings</vt:lpstr>
      <vt:lpstr>PPT素材夹_0081</vt:lpstr>
      <vt:lpstr>Office 主题</vt:lpstr>
      <vt:lpstr>计算机网络实验</vt:lpstr>
      <vt:lpstr>实验3 链路聚合与生成树协议配置</vt:lpstr>
      <vt:lpstr>实验3 链路聚合与生成树协议配置</vt:lpstr>
      <vt:lpstr>实验3 链路聚合与生成树协议配置</vt:lpstr>
      <vt:lpstr>链路聚合原理</vt:lpstr>
      <vt:lpstr>实验3 链路聚合与生成树协议配置</vt:lpstr>
      <vt:lpstr>实验3 链路聚合与生成树协议配置</vt:lpstr>
      <vt:lpstr>实验3 链路聚合与生成树协议配置</vt:lpstr>
      <vt:lpstr>实验3 链路聚合与生成树协议配置</vt:lpstr>
      <vt:lpstr>实验3 链路聚合与生成树协议配置</vt:lpstr>
      <vt:lpstr>实验3 链路聚合与生成树协议配置</vt:lpstr>
      <vt:lpstr>实验3 链路聚合与生成树协议配置</vt:lpstr>
      <vt:lpstr>实验3 链路聚合与生成树协议配置</vt:lpstr>
      <vt:lpstr>实验3 链路聚合与生成树协议配置</vt:lpstr>
      <vt:lpstr>生成树协议</vt:lpstr>
      <vt:lpstr>生成树协议</vt:lpstr>
      <vt:lpstr>生成树协议</vt:lpstr>
      <vt:lpstr>实验3 链路聚合与生成树协议配置</vt:lpstr>
      <vt:lpstr>实验3 链路聚合与生成树协议配置</vt:lpstr>
      <vt:lpstr>实验3 链路聚合与生成树协议配置</vt:lpstr>
      <vt:lpstr>实验3 链路聚合与生成树协议配置</vt:lpstr>
      <vt:lpstr>实验3 链路聚合与生成树协议配置</vt:lpstr>
      <vt:lpstr>实验3 链路聚合与生成树协议配置</vt:lpstr>
      <vt:lpstr>实验3 链路聚合与生成树协议配置</vt:lpstr>
      <vt:lpstr>实验3 链路聚合与生成树协议配置</vt:lpstr>
      <vt:lpstr>实验3 链路聚合与生成树协议配置</vt:lpstr>
      <vt:lpstr>实验3 链路聚合与生成树协议配置</vt:lpstr>
      <vt:lpstr>PowerPoint 演示文稿</vt:lpstr>
      <vt:lpstr>实验3 链路聚合与生成树协议配置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cm y</dc:creator>
  <cp:lastModifiedBy>zhu zhu</cp:lastModifiedBy>
  <cp:revision>379</cp:revision>
  <dcterms:created xsi:type="dcterms:W3CDTF">2016-10-01T07:58:21Z</dcterms:created>
  <dcterms:modified xsi:type="dcterms:W3CDTF">2024-04-10T06:12:06Z</dcterms:modified>
</cp:coreProperties>
</file>