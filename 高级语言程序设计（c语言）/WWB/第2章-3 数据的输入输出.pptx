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tmp" ContentType="image/png"/>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theme/themeOverride1.xml" ContentType="application/vnd.openxmlformats-officedocument.themeOverr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3" r:id="rId2"/>
    <p:sldMasterId id="2147483688" r:id="rId3"/>
  </p:sldMasterIdLst>
  <p:sldIdLst>
    <p:sldId id="257" r:id="rId4"/>
    <p:sldId id="258" r:id="rId5"/>
    <p:sldId id="262" r:id="rId6"/>
    <p:sldId id="259" r:id="rId7"/>
    <p:sldId id="261" r:id="rId8"/>
    <p:sldId id="720" r:id="rId9"/>
    <p:sldId id="260" r:id="rId10"/>
    <p:sldId id="263" r:id="rId11"/>
    <p:sldId id="705" r:id="rId12"/>
    <p:sldId id="264" r:id="rId13"/>
    <p:sldId id="717" r:id="rId14"/>
    <p:sldId id="265" r:id="rId15"/>
    <p:sldId id="266" r:id="rId16"/>
    <p:sldId id="267" r:id="rId17"/>
    <p:sldId id="268" r:id="rId18"/>
    <p:sldId id="269" r:id="rId19"/>
    <p:sldId id="270" r:id="rId20"/>
    <p:sldId id="271" r:id="rId21"/>
    <p:sldId id="272" r:id="rId22"/>
    <p:sldId id="707" r:id="rId23"/>
    <p:sldId id="706" r:id="rId24"/>
    <p:sldId id="711" r:id="rId25"/>
    <p:sldId id="289" r:id="rId26"/>
    <p:sldId id="288" r:id="rId27"/>
    <p:sldId id="704" r:id="rId28"/>
    <p:sldId id="290" r:id="rId29"/>
    <p:sldId id="287" r:id="rId30"/>
    <p:sldId id="712" r:id="rId31"/>
    <p:sldId id="291" r:id="rId32"/>
    <p:sldId id="295" r:id="rId33"/>
    <p:sldId id="298" r:id="rId34"/>
    <p:sldId id="274" r:id="rId35"/>
    <p:sldId id="275" r:id="rId36"/>
    <p:sldId id="276" r:id="rId37"/>
    <p:sldId id="277" r:id="rId38"/>
    <p:sldId id="713" r:id="rId39"/>
    <p:sldId id="714" r:id="rId40"/>
    <p:sldId id="715" r:id="rId41"/>
    <p:sldId id="716" r:id="rId42"/>
    <p:sldId id="278" r:id="rId43"/>
    <p:sldId id="279" r:id="rId44"/>
    <p:sldId id="718" r:id="rId45"/>
    <p:sldId id="280" r:id="rId46"/>
    <p:sldId id="709" r:id="rId47"/>
    <p:sldId id="301" r:id="rId48"/>
    <p:sldId id="296" r:id="rId49"/>
    <p:sldId id="297" r:id="rId50"/>
    <p:sldId id="282" r:id="rId51"/>
    <p:sldId id="283" r:id="rId52"/>
    <p:sldId id="710" r:id="rId53"/>
    <p:sldId id="284" r:id="rId54"/>
    <p:sldId id="719" r:id="rId55"/>
    <p:sldId id="294" r:id="rId56"/>
    <p:sldId id="299" r:id="rId57"/>
    <p:sldId id="300" r:id="rId5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p:cViewPr varScale="1">
        <p:scale>
          <a:sx n="66" d="100"/>
          <a:sy n="66" d="100"/>
        </p:scale>
        <p:origin x="668" y="5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61"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6146" name="Group 2"/>
          <p:cNvGrpSpPr>
            <a:grpSpLocks/>
          </p:cNvGrpSpPr>
          <p:nvPr/>
        </p:nvGrpSpPr>
        <p:grpSpPr bwMode="auto">
          <a:xfrm>
            <a:off x="1" y="2438401"/>
            <a:ext cx="12012084" cy="1052513"/>
            <a:chOff x="0" y="0"/>
            <a:chExt cx="5675" cy="663"/>
          </a:xfrm>
        </p:grpSpPr>
        <p:grpSp>
          <p:nvGrpSpPr>
            <p:cNvPr id="6147" name="Group 3"/>
            <p:cNvGrpSpPr>
              <a:grpSpLocks/>
            </p:cNvGrpSpPr>
            <p:nvPr/>
          </p:nvGrpSpPr>
          <p:grpSpPr bwMode="auto">
            <a:xfrm>
              <a:off x="183" y="68"/>
              <a:ext cx="448" cy="299"/>
              <a:chOff x="0" y="0"/>
              <a:chExt cx="624" cy="432"/>
            </a:xfrm>
          </p:grpSpPr>
          <p:sp>
            <p:nvSpPr>
              <p:cNvPr id="6148" name="Rectangle 4"/>
              <p:cNvSpPr>
                <a:spLocks noChangeArrowheads="1"/>
              </p:cNvSpPr>
              <p:nvPr/>
            </p:nvSpPr>
            <p:spPr bwMode="auto">
              <a:xfrm>
                <a:off x="0" y="0"/>
                <a:ext cx="384" cy="432"/>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a:solidFill>
                    <a:srgbClr val="000000"/>
                  </a:solidFill>
                  <a:ea typeface="Dotum" pitchFamily="34" charset="-127"/>
                </a:endParaRPr>
              </a:p>
            </p:txBody>
          </p:sp>
          <p:sp>
            <p:nvSpPr>
              <p:cNvPr id="6149" name="Rectangle 5"/>
              <p:cNvSpPr>
                <a:spLocks noChangeArrowheads="1"/>
              </p:cNvSpPr>
              <p:nvPr/>
            </p:nvSpPr>
            <p:spPr bwMode="auto">
              <a:xfrm>
                <a:off x="336" y="0"/>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a:solidFill>
                    <a:srgbClr val="000000"/>
                  </a:solidFill>
                  <a:ea typeface="Dotum" pitchFamily="34" charset="-127"/>
                </a:endParaRPr>
              </a:p>
            </p:txBody>
          </p:sp>
        </p:grpSp>
        <p:grpSp>
          <p:nvGrpSpPr>
            <p:cNvPr id="6150" name="Group 6"/>
            <p:cNvGrpSpPr>
              <a:grpSpLocks/>
            </p:cNvGrpSpPr>
            <p:nvPr/>
          </p:nvGrpSpPr>
          <p:grpSpPr bwMode="auto">
            <a:xfrm>
              <a:off x="261" y="334"/>
              <a:ext cx="465" cy="299"/>
              <a:chOff x="0" y="0"/>
              <a:chExt cx="672" cy="432"/>
            </a:xfrm>
          </p:grpSpPr>
          <p:sp>
            <p:nvSpPr>
              <p:cNvPr id="6151" name="Rectangle 7"/>
              <p:cNvSpPr>
                <a:spLocks noChangeArrowheads="1"/>
              </p:cNvSpPr>
              <p:nvPr/>
            </p:nvSpPr>
            <p:spPr bwMode="auto">
              <a:xfrm>
                <a:off x="0" y="0"/>
                <a:ext cx="384" cy="432"/>
              </a:xfrm>
              <a:prstGeom prst="rect">
                <a:avLst/>
              </a:prstGeom>
              <a:solidFill>
                <a:schemeClr val="accent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a:solidFill>
                    <a:srgbClr val="000000"/>
                  </a:solidFill>
                  <a:ea typeface="Dotum" pitchFamily="34" charset="-127"/>
                </a:endParaRPr>
              </a:p>
            </p:txBody>
          </p:sp>
          <p:sp>
            <p:nvSpPr>
              <p:cNvPr id="6152" name="Rectangle 8"/>
              <p:cNvSpPr>
                <a:spLocks noChangeArrowheads="1"/>
              </p:cNvSpPr>
              <p:nvPr/>
            </p:nvSpPr>
            <p:spPr bwMode="auto">
              <a:xfrm>
                <a:off x="336" y="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a:solidFill>
                    <a:srgbClr val="000000"/>
                  </a:solidFill>
                  <a:ea typeface="Dotum" pitchFamily="34" charset="-127"/>
                </a:endParaRPr>
              </a:p>
            </p:txBody>
          </p:sp>
        </p:grpSp>
        <p:sp>
          <p:nvSpPr>
            <p:cNvPr id="6153" name="Rectangle 9"/>
            <p:cNvSpPr>
              <a:spLocks noChangeArrowheads="1"/>
            </p:cNvSpPr>
            <p:nvPr/>
          </p:nvSpPr>
          <p:spPr bwMode="auto">
            <a:xfrm>
              <a:off x="0" y="288"/>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a:solidFill>
                  <a:srgbClr val="000000"/>
                </a:solidFill>
                <a:ea typeface="Dotum" pitchFamily="34" charset="-127"/>
              </a:endParaRPr>
            </a:p>
          </p:txBody>
        </p:sp>
        <p:sp>
          <p:nvSpPr>
            <p:cNvPr id="6154" name="Rectangle 10"/>
            <p:cNvSpPr>
              <a:spLocks noChangeArrowheads="1"/>
            </p:cNvSpPr>
            <p:nvPr/>
          </p:nvSpPr>
          <p:spPr bwMode="auto">
            <a:xfrm>
              <a:off x="400" y="0"/>
              <a:ext cx="20" cy="663"/>
            </a:xfrm>
            <a:prstGeom prst="rect">
              <a:avLst/>
            </a:prstGeom>
            <a:solidFill>
              <a:schemeClr val="bg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a:solidFill>
                  <a:srgbClr val="000000"/>
                </a:solidFill>
                <a:ea typeface="Dotum" pitchFamily="34" charset="-127"/>
              </a:endParaRPr>
            </a:p>
          </p:txBody>
        </p:sp>
        <p:sp>
          <p:nvSpPr>
            <p:cNvPr id="6155" name="Rectangle 11"/>
            <p:cNvSpPr>
              <a:spLocks noChangeArrowheads="1"/>
            </p:cNvSpPr>
            <p:nvPr/>
          </p:nvSpPr>
          <p:spPr bwMode="auto">
            <a:xfrm flipV="1">
              <a:off x="199" y="518"/>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a:solidFill>
                  <a:srgbClr val="000000"/>
                </a:solidFill>
                <a:ea typeface="Dotum" pitchFamily="34" charset="-127"/>
              </a:endParaRPr>
            </a:p>
          </p:txBody>
        </p:sp>
      </p:grpSp>
      <p:sp>
        <p:nvSpPr>
          <p:cNvPr id="6156" name="Rectangle 12"/>
          <p:cNvSpPr>
            <a:spLocks noGrp="1" noChangeArrowheads="1"/>
          </p:cNvSpPr>
          <p:nvPr>
            <p:ph type="ctrTitle"/>
          </p:nvPr>
        </p:nvSpPr>
        <p:spPr>
          <a:xfrm>
            <a:off x="1320800" y="1828800"/>
            <a:ext cx="10363200" cy="1143000"/>
          </a:xfrm>
        </p:spPr>
        <p:txBody>
          <a:bodyPr/>
          <a:lstStyle>
            <a:lvl1pPr>
              <a:defRPr/>
            </a:lvl1pPr>
          </a:lstStyle>
          <a:p>
            <a:pPr lvl="0"/>
            <a:r>
              <a:rPr lang="zh-CN" noProof="0"/>
              <a:t>单击此处编辑母版标题样式</a:t>
            </a:r>
          </a:p>
        </p:txBody>
      </p:sp>
      <p:sp>
        <p:nvSpPr>
          <p:cNvPr id="6157" name="Rectangle 13"/>
          <p:cNvSpPr>
            <a:spLocks noGrp="1" noChangeArrowheads="1"/>
          </p:cNvSpPr>
          <p:nvPr>
            <p:ph type="subTitle" idx="1"/>
          </p:nvPr>
        </p:nvSpPr>
        <p:spPr>
          <a:xfrm>
            <a:off x="1828800" y="3886200"/>
            <a:ext cx="8534400" cy="1752600"/>
          </a:xfrm>
        </p:spPr>
        <p:txBody>
          <a:bodyPr/>
          <a:lstStyle>
            <a:lvl1pPr marL="0" indent="0" algn="ctr">
              <a:buFont typeface="Wingdings" pitchFamily="2" charset="2"/>
              <a:buNone/>
              <a:defRPr/>
            </a:lvl1pPr>
          </a:lstStyle>
          <a:p>
            <a:pPr lvl="0"/>
            <a:r>
              <a:rPr lang="zh-CN" noProof="0"/>
              <a:t>单击此处编辑母版副标题样式</a:t>
            </a:r>
          </a:p>
        </p:txBody>
      </p:sp>
      <p:sp>
        <p:nvSpPr>
          <p:cNvPr id="6158" name="Rectangle 14"/>
          <p:cNvSpPr>
            <a:spLocks noGrp="1" noChangeArrowheads="1"/>
          </p:cNvSpPr>
          <p:nvPr>
            <p:ph type="dt" sz="half" idx="2"/>
          </p:nvPr>
        </p:nvSpPr>
        <p:spPr>
          <a:xfrm>
            <a:off x="1320800" y="6248400"/>
            <a:ext cx="2540000" cy="457200"/>
          </a:xfrm>
        </p:spPr>
        <p:txBody>
          <a:bodyPr/>
          <a:lstStyle>
            <a:lvl1pPr>
              <a:defRPr>
                <a:solidFill>
                  <a:schemeClr val="bg2"/>
                </a:solidFill>
              </a:defRPr>
            </a:lvl1pPr>
          </a:lstStyle>
          <a:p>
            <a:endParaRPr lang="zh-CN" altLang="zh-CN">
              <a:solidFill>
                <a:srgbClr val="1C1C1C"/>
              </a:solidFill>
            </a:endParaRPr>
          </a:p>
        </p:txBody>
      </p:sp>
      <p:sp>
        <p:nvSpPr>
          <p:cNvPr id="6159" name="Rectangle 15"/>
          <p:cNvSpPr>
            <a:spLocks noGrp="1" noChangeArrowheads="1"/>
          </p:cNvSpPr>
          <p:nvPr>
            <p:ph type="ftr" sz="quarter" idx="3"/>
          </p:nvPr>
        </p:nvSpPr>
        <p:spPr>
          <a:xfrm>
            <a:off x="4572000" y="6248400"/>
            <a:ext cx="3860800" cy="457200"/>
          </a:xfrm>
        </p:spPr>
        <p:txBody>
          <a:bodyPr/>
          <a:lstStyle>
            <a:lvl1pPr>
              <a:defRPr>
                <a:solidFill>
                  <a:schemeClr val="bg2"/>
                </a:solidFill>
              </a:defRPr>
            </a:lvl1pPr>
          </a:lstStyle>
          <a:p>
            <a:endParaRPr lang="zh-CN" altLang="zh-CN">
              <a:solidFill>
                <a:srgbClr val="1C1C1C"/>
              </a:solidFill>
            </a:endParaRPr>
          </a:p>
        </p:txBody>
      </p:sp>
      <p:sp>
        <p:nvSpPr>
          <p:cNvPr id="6160" name="Rectangle 16"/>
          <p:cNvSpPr>
            <a:spLocks noGrp="1" noChangeArrowheads="1"/>
          </p:cNvSpPr>
          <p:nvPr>
            <p:ph type="sldNum" sz="quarter" idx="4"/>
          </p:nvPr>
        </p:nvSpPr>
        <p:spPr>
          <a:xfrm>
            <a:off x="9144000" y="6248400"/>
            <a:ext cx="2540000" cy="457200"/>
          </a:xfrm>
        </p:spPr>
        <p:txBody>
          <a:bodyPr/>
          <a:lstStyle>
            <a:lvl1pPr>
              <a:defRPr>
                <a:solidFill>
                  <a:schemeClr val="bg2"/>
                </a:solidFill>
              </a:defRPr>
            </a:lvl1pPr>
          </a:lstStyle>
          <a:p>
            <a:fld id="{5635ABED-30FC-4AAE-BF15-D0572E7E0F37}" type="slidenum">
              <a:rPr lang="zh-CN" altLang="zh-CN">
                <a:solidFill>
                  <a:srgbClr val="1C1C1C"/>
                </a:solidFill>
              </a:rPr>
              <a:pPr/>
              <a:t>‹#›</a:t>
            </a:fld>
            <a:endParaRPr lang="zh-CN" altLang="zh-CN">
              <a:solidFill>
                <a:srgbClr val="1C1C1C"/>
              </a:solidFill>
            </a:endParaRPr>
          </a:p>
        </p:txBody>
      </p:sp>
    </p:spTree>
    <p:extLst>
      <p:ext uri="{BB962C8B-B14F-4D97-AF65-F5344CB8AC3E}">
        <p14:creationId xmlns:p14="http://schemas.microsoft.com/office/powerpoint/2010/main" val="10368948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zh-CN"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zh-CN"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5E31D9C6-87D2-4768-A0A0-70A0AF9C78B7}" type="slidenum">
              <a:rPr lang="zh-CN" altLang="zh-CN">
                <a:solidFill>
                  <a:srgbClr val="000000"/>
                </a:solidFill>
              </a:rPr>
              <a:pPr/>
              <a:t>‹#›</a:t>
            </a:fld>
            <a:endParaRPr lang="zh-CN" altLang="zh-CN">
              <a:solidFill>
                <a:srgbClr val="000000"/>
              </a:solidFill>
            </a:endParaRPr>
          </a:p>
        </p:txBody>
      </p:sp>
    </p:spTree>
    <p:extLst>
      <p:ext uri="{BB962C8B-B14F-4D97-AF65-F5344CB8AC3E}">
        <p14:creationId xmlns:p14="http://schemas.microsoft.com/office/powerpoint/2010/main" val="42677005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zh-CN"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zh-CN"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F5F1AC97-07AA-41E5-99C0-6B0601F25BCC}" type="slidenum">
              <a:rPr lang="zh-CN" altLang="zh-CN">
                <a:solidFill>
                  <a:srgbClr val="000000"/>
                </a:solidFill>
              </a:rPr>
              <a:pPr/>
              <a:t>‹#›</a:t>
            </a:fld>
            <a:endParaRPr lang="zh-CN" altLang="zh-CN">
              <a:solidFill>
                <a:srgbClr val="000000"/>
              </a:solidFill>
            </a:endParaRPr>
          </a:p>
        </p:txBody>
      </p:sp>
    </p:spTree>
    <p:extLst>
      <p:ext uri="{BB962C8B-B14F-4D97-AF65-F5344CB8AC3E}">
        <p14:creationId xmlns:p14="http://schemas.microsoft.com/office/powerpoint/2010/main" val="4073695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576917" y="2017713"/>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860117" y="2017713"/>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endParaRPr lang="zh-CN"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zh-CN"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7E754B88-46F5-4FA0-8E6C-81C5D2715D80}" type="slidenum">
              <a:rPr lang="zh-CN" altLang="zh-CN">
                <a:solidFill>
                  <a:srgbClr val="000000"/>
                </a:solidFill>
              </a:rPr>
              <a:pPr/>
              <a:t>‹#›</a:t>
            </a:fld>
            <a:endParaRPr lang="zh-CN" altLang="zh-CN">
              <a:solidFill>
                <a:srgbClr val="000000"/>
              </a:solidFill>
            </a:endParaRPr>
          </a:p>
        </p:txBody>
      </p:sp>
    </p:spTree>
    <p:extLst>
      <p:ext uri="{BB962C8B-B14F-4D97-AF65-F5344CB8AC3E}">
        <p14:creationId xmlns:p14="http://schemas.microsoft.com/office/powerpoint/2010/main" val="24110069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endParaRPr lang="zh-CN" altLang="zh-CN">
              <a:solidFill>
                <a:srgbClr val="000000"/>
              </a:solidFill>
            </a:endParaRPr>
          </a:p>
        </p:txBody>
      </p:sp>
      <p:sp>
        <p:nvSpPr>
          <p:cNvPr id="8" name="页脚占位符 7"/>
          <p:cNvSpPr>
            <a:spLocks noGrp="1"/>
          </p:cNvSpPr>
          <p:nvPr>
            <p:ph type="ftr" sz="quarter" idx="11"/>
          </p:nvPr>
        </p:nvSpPr>
        <p:spPr/>
        <p:txBody>
          <a:bodyPr/>
          <a:lstStyle>
            <a:lvl1pPr>
              <a:defRPr/>
            </a:lvl1pPr>
          </a:lstStyle>
          <a:p>
            <a:endParaRPr lang="zh-CN" altLang="zh-CN">
              <a:solidFill>
                <a:srgbClr val="000000"/>
              </a:solidFill>
            </a:endParaRPr>
          </a:p>
        </p:txBody>
      </p:sp>
      <p:sp>
        <p:nvSpPr>
          <p:cNvPr id="9" name="灯片编号占位符 8"/>
          <p:cNvSpPr>
            <a:spLocks noGrp="1"/>
          </p:cNvSpPr>
          <p:nvPr>
            <p:ph type="sldNum" sz="quarter" idx="12"/>
          </p:nvPr>
        </p:nvSpPr>
        <p:spPr/>
        <p:txBody>
          <a:bodyPr/>
          <a:lstStyle>
            <a:lvl1pPr>
              <a:defRPr/>
            </a:lvl1pPr>
          </a:lstStyle>
          <a:p>
            <a:fld id="{9F300E52-DFA4-4221-942F-7B2E72450CF0}" type="slidenum">
              <a:rPr lang="zh-CN" altLang="zh-CN">
                <a:solidFill>
                  <a:srgbClr val="000000"/>
                </a:solidFill>
              </a:rPr>
              <a:pPr/>
              <a:t>‹#›</a:t>
            </a:fld>
            <a:endParaRPr lang="zh-CN" altLang="zh-CN">
              <a:solidFill>
                <a:srgbClr val="000000"/>
              </a:solidFill>
            </a:endParaRPr>
          </a:p>
        </p:txBody>
      </p:sp>
    </p:spTree>
    <p:extLst>
      <p:ext uri="{BB962C8B-B14F-4D97-AF65-F5344CB8AC3E}">
        <p14:creationId xmlns:p14="http://schemas.microsoft.com/office/powerpoint/2010/main" val="31025536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zh-CN" altLang="zh-CN">
              <a:solidFill>
                <a:srgbClr val="000000"/>
              </a:solidFill>
            </a:endParaRPr>
          </a:p>
        </p:txBody>
      </p:sp>
      <p:sp>
        <p:nvSpPr>
          <p:cNvPr id="4" name="页脚占位符 3"/>
          <p:cNvSpPr>
            <a:spLocks noGrp="1"/>
          </p:cNvSpPr>
          <p:nvPr>
            <p:ph type="ftr" sz="quarter" idx="11"/>
          </p:nvPr>
        </p:nvSpPr>
        <p:spPr/>
        <p:txBody>
          <a:bodyPr/>
          <a:lstStyle>
            <a:lvl1pPr>
              <a:defRPr/>
            </a:lvl1pPr>
          </a:lstStyle>
          <a:p>
            <a:endParaRPr lang="zh-CN" altLang="zh-CN">
              <a:solidFill>
                <a:srgbClr val="000000"/>
              </a:solidFill>
            </a:endParaRPr>
          </a:p>
        </p:txBody>
      </p:sp>
      <p:sp>
        <p:nvSpPr>
          <p:cNvPr id="5" name="灯片编号占位符 4"/>
          <p:cNvSpPr>
            <a:spLocks noGrp="1"/>
          </p:cNvSpPr>
          <p:nvPr>
            <p:ph type="sldNum" sz="quarter" idx="12"/>
          </p:nvPr>
        </p:nvSpPr>
        <p:spPr/>
        <p:txBody>
          <a:bodyPr/>
          <a:lstStyle>
            <a:lvl1pPr>
              <a:defRPr/>
            </a:lvl1pPr>
          </a:lstStyle>
          <a:p>
            <a:fld id="{E68FFEE3-F813-4B89-B01A-393341794F84}" type="slidenum">
              <a:rPr lang="zh-CN" altLang="zh-CN">
                <a:solidFill>
                  <a:srgbClr val="000000"/>
                </a:solidFill>
              </a:rPr>
              <a:pPr/>
              <a:t>‹#›</a:t>
            </a:fld>
            <a:endParaRPr lang="zh-CN" altLang="zh-CN">
              <a:solidFill>
                <a:srgbClr val="000000"/>
              </a:solidFill>
            </a:endParaRPr>
          </a:p>
        </p:txBody>
      </p:sp>
    </p:spTree>
    <p:extLst>
      <p:ext uri="{BB962C8B-B14F-4D97-AF65-F5344CB8AC3E}">
        <p14:creationId xmlns:p14="http://schemas.microsoft.com/office/powerpoint/2010/main" val="9820182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zh-CN" altLang="zh-CN">
              <a:solidFill>
                <a:srgbClr val="000000"/>
              </a:solidFill>
            </a:endParaRPr>
          </a:p>
        </p:txBody>
      </p:sp>
      <p:sp>
        <p:nvSpPr>
          <p:cNvPr id="3" name="页脚占位符 2"/>
          <p:cNvSpPr>
            <a:spLocks noGrp="1"/>
          </p:cNvSpPr>
          <p:nvPr>
            <p:ph type="ftr" sz="quarter" idx="11"/>
          </p:nvPr>
        </p:nvSpPr>
        <p:spPr/>
        <p:txBody>
          <a:bodyPr/>
          <a:lstStyle>
            <a:lvl1pPr>
              <a:defRPr/>
            </a:lvl1pPr>
          </a:lstStyle>
          <a:p>
            <a:endParaRPr lang="zh-CN" altLang="zh-CN">
              <a:solidFill>
                <a:srgbClr val="000000"/>
              </a:solidFill>
            </a:endParaRPr>
          </a:p>
        </p:txBody>
      </p:sp>
      <p:sp>
        <p:nvSpPr>
          <p:cNvPr id="4" name="灯片编号占位符 3"/>
          <p:cNvSpPr>
            <a:spLocks noGrp="1"/>
          </p:cNvSpPr>
          <p:nvPr>
            <p:ph type="sldNum" sz="quarter" idx="12"/>
          </p:nvPr>
        </p:nvSpPr>
        <p:spPr/>
        <p:txBody>
          <a:bodyPr/>
          <a:lstStyle>
            <a:lvl1pPr>
              <a:defRPr/>
            </a:lvl1pPr>
          </a:lstStyle>
          <a:p>
            <a:fld id="{3BA1DEA8-7A0C-451D-B7E2-596EDA4B2601}" type="slidenum">
              <a:rPr lang="zh-CN" altLang="zh-CN">
                <a:solidFill>
                  <a:srgbClr val="000000"/>
                </a:solidFill>
              </a:rPr>
              <a:pPr/>
              <a:t>‹#›</a:t>
            </a:fld>
            <a:endParaRPr lang="zh-CN" altLang="zh-CN">
              <a:solidFill>
                <a:srgbClr val="000000"/>
              </a:solidFill>
            </a:endParaRPr>
          </a:p>
        </p:txBody>
      </p:sp>
    </p:spTree>
    <p:extLst>
      <p:ext uri="{BB962C8B-B14F-4D97-AF65-F5344CB8AC3E}">
        <p14:creationId xmlns:p14="http://schemas.microsoft.com/office/powerpoint/2010/main" val="10099267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zh-CN"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zh-CN"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F55DE624-3150-4114-889F-A07E66D25006}" type="slidenum">
              <a:rPr lang="zh-CN" altLang="zh-CN">
                <a:solidFill>
                  <a:srgbClr val="000000"/>
                </a:solidFill>
              </a:rPr>
              <a:pPr/>
              <a:t>‹#›</a:t>
            </a:fld>
            <a:endParaRPr lang="zh-CN" altLang="zh-CN">
              <a:solidFill>
                <a:srgbClr val="000000"/>
              </a:solidFill>
            </a:endParaRPr>
          </a:p>
        </p:txBody>
      </p:sp>
    </p:spTree>
    <p:extLst>
      <p:ext uri="{BB962C8B-B14F-4D97-AF65-F5344CB8AC3E}">
        <p14:creationId xmlns:p14="http://schemas.microsoft.com/office/powerpoint/2010/main" val="20480274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zh-CN"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zh-CN"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8E5400CA-5344-47F3-A57C-178D6420A652}" type="slidenum">
              <a:rPr lang="zh-CN" altLang="zh-CN">
                <a:solidFill>
                  <a:srgbClr val="000000"/>
                </a:solidFill>
              </a:rPr>
              <a:pPr/>
              <a:t>‹#›</a:t>
            </a:fld>
            <a:endParaRPr lang="zh-CN" altLang="zh-CN">
              <a:solidFill>
                <a:srgbClr val="000000"/>
              </a:solidFill>
            </a:endParaRPr>
          </a:p>
        </p:txBody>
      </p:sp>
    </p:spTree>
    <p:extLst>
      <p:ext uri="{BB962C8B-B14F-4D97-AF65-F5344CB8AC3E}">
        <p14:creationId xmlns:p14="http://schemas.microsoft.com/office/powerpoint/2010/main" val="37562115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zh-CN"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zh-CN"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CCAA099C-C24B-4B27-9AD7-8FBD4EC07BFB}" type="slidenum">
              <a:rPr lang="zh-CN" altLang="zh-CN">
                <a:solidFill>
                  <a:srgbClr val="000000"/>
                </a:solidFill>
              </a:rPr>
              <a:pPr/>
              <a:t>‹#›</a:t>
            </a:fld>
            <a:endParaRPr lang="zh-CN" altLang="zh-CN">
              <a:solidFill>
                <a:srgbClr val="000000"/>
              </a:solidFill>
            </a:endParaRPr>
          </a:p>
        </p:txBody>
      </p:sp>
    </p:spTree>
    <p:extLst>
      <p:ext uri="{BB962C8B-B14F-4D97-AF65-F5344CB8AC3E}">
        <p14:creationId xmlns:p14="http://schemas.microsoft.com/office/powerpoint/2010/main" val="22488480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338733" y="617539"/>
            <a:ext cx="2601384" cy="55149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534584" y="617539"/>
            <a:ext cx="7600949" cy="55149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zh-CN"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zh-CN"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05B777D2-CE5D-4EC0-908D-1801002141CD}" type="slidenum">
              <a:rPr lang="zh-CN" altLang="zh-CN">
                <a:solidFill>
                  <a:srgbClr val="000000"/>
                </a:solidFill>
              </a:rPr>
              <a:pPr/>
              <a:t>‹#›</a:t>
            </a:fld>
            <a:endParaRPr lang="zh-CN" altLang="zh-CN">
              <a:solidFill>
                <a:srgbClr val="000000"/>
              </a:solidFill>
            </a:endParaRPr>
          </a:p>
        </p:txBody>
      </p:sp>
    </p:spTree>
    <p:extLst>
      <p:ext uri="{BB962C8B-B14F-4D97-AF65-F5344CB8AC3E}">
        <p14:creationId xmlns:p14="http://schemas.microsoft.com/office/powerpoint/2010/main" val="28579577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1534585" y="617538"/>
            <a:ext cx="10390716" cy="1143000"/>
          </a:xfrm>
        </p:spPr>
        <p:txBody>
          <a:bodyPr/>
          <a:lstStyle/>
          <a:p>
            <a:r>
              <a:rPr lang="zh-CN" altLang="en-US"/>
              <a:t>单击此处编辑母版标题样式</a:t>
            </a:r>
          </a:p>
        </p:txBody>
      </p:sp>
      <p:sp>
        <p:nvSpPr>
          <p:cNvPr id="3" name="内容占位符 2"/>
          <p:cNvSpPr>
            <a:spLocks noGrp="1"/>
          </p:cNvSpPr>
          <p:nvPr>
            <p:ph sz="quarter" idx="1"/>
          </p:nvPr>
        </p:nvSpPr>
        <p:spPr>
          <a:xfrm>
            <a:off x="1576917" y="2017713"/>
            <a:ext cx="508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860117" y="2017713"/>
            <a:ext cx="508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1576917" y="4151313"/>
            <a:ext cx="508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6860117" y="4151313"/>
            <a:ext cx="508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1219200" y="6324600"/>
            <a:ext cx="2540000" cy="457200"/>
          </a:xfrm>
        </p:spPr>
        <p:txBody>
          <a:bodyPr/>
          <a:lstStyle>
            <a:lvl1pPr>
              <a:defRPr/>
            </a:lvl1pPr>
          </a:lstStyle>
          <a:p>
            <a:endParaRPr lang="zh-CN" altLang="zh-CN">
              <a:solidFill>
                <a:srgbClr val="000000"/>
              </a:solidFill>
            </a:endParaRPr>
          </a:p>
        </p:txBody>
      </p:sp>
      <p:sp>
        <p:nvSpPr>
          <p:cNvPr id="8" name="页脚占位符 7"/>
          <p:cNvSpPr>
            <a:spLocks noGrp="1"/>
          </p:cNvSpPr>
          <p:nvPr>
            <p:ph type="ftr" sz="quarter" idx="11"/>
          </p:nvPr>
        </p:nvSpPr>
        <p:spPr>
          <a:xfrm>
            <a:off x="4470400" y="6324600"/>
            <a:ext cx="3860800" cy="457200"/>
          </a:xfrm>
        </p:spPr>
        <p:txBody>
          <a:bodyPr/>
          <a:lstStyle>
            <a:lvl1pPr>
              <a:defRPr/>
            </a:lvl1pPr>
          </a:lstStyle>
          <a:p>
            <a:endParaRPr lang="zh-CN" altLang="zh-CN">
              <a:solidFill>
                <a:srgbClr val="000000"/>
              </a:solidFill>
            </a:endParaRPr>
          </a:p>
        </p:txBody>
      </p:sp>
      <p:sp>
        <p:nvSpPr>
          <p:cNvPr id="9" name="灯片编号占位符 8"/>
          <p:cNvSpPr>
            <a:spLocks noGrp="1"/>
          </p:cNvSpPr>
          <p:nvPr>
            <p:ph type="sldNum" sz="quarter" idx="12"/>
          </p:nvPr>
        </p:nvSpPr>
        <p:spPr>
          <a:xfrm>
            <a:off x="9042400" y="6324600"/>
            <a:ext cx="2540000" cy="457200"/>
          </a:xfrm>
        </p:spPr>
        <p:txBody>
          <a:bodyPr/>
          <a:lstStyle>
            <a:lvl1pPr>
              <a:defRPr/>
            </a:lvl1pPr>
          </a:lstStyle>
          <a:p>
            <a:fld id="{F22FCB85-48F8-42C1-91AB-913C68E0CFC2}" type="slidenum">
              <a:rPr lang="zh-CN" altLang="zh-CN">
                <a:solidFill>
                  <a:srgbClr val="000000"/>
                </a:solidFill>
              </a:rPr>
              <a:pPr/>
              <a:t>‹#›</a:t>
            </a:fld>
            <a:endParaRPr lang="zh-CN" altLang="zh-CN">
              <a:solidFill>
                <a:srgbClr val="000000"/>
              </a:solidFill>
            </a:endParaRPr>
          </a:p>
        </p:txBody>
      </p:sp>
    </p:spTree>
    <p:extLst>
      <p:ext uri="{BB962C8B-B14F-4D97-AF65-F5344CB8AC3E}">
        <p14:creationId xmlns:p14="http://schemas.microsoft.com/office/powerpoint/2010/main" val="2085250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8194" name="Group 2"/>
          <p:cNvGrpSpPr>
            <a:grpSpLocks/>
          </p:cNvGrpSpPr>
          <p:nvPr/>
        </p:nvGrpSpPr>
        <p:grpSpPr bwMode="auto">
          <a:xfrm>
            <a:off x="1" y="2438401"/>
            <a:ext cx="12012084" cy="1052513"/>
            <a:chOff x="0" y="0"/>
            <a:chExt cx="5675" cy="663"/>
          </a:xfrm>
        </p:grpSpPr>
        <p:grpSp>
          <p:nvGrpSpPr>
            <p:cNvPr id="8195" name="Group 3"/>
            <p:cNvGrpSpPr>
              <a:grpSpLocks/>
            </p:cNvGrpSpPr>
            <p:nvPr/>
          </p:nvGrpSpPr>
          <p:grpSpPr bwMode="auto">
            <a:xfrm>
              <a:off x="183" y="68"/>
              <a:ext cx="448" cy="299"/>
              <a:chOff x="0" y="0"/>
              <a:chExt cx="624" cy="432"/>
            </a:xfrm>
          </p:grpSpPr>
          <p:sp>
            <p:nvSpPr>
              <p:cNvPr id="8196" name="Rectangle 4"/>
              <p:cNvSpPr>
                <a:spLocks noChangeArrowheads="1"/>
              </p:cNvSpPr>
              <p:nvPr/>
            </p:nvSpPr>
            <p:spPr bwMode="auto">
              <a:xfrm>
                <a:off x="0" y="0"/>
                <a:ext cx="384" cy="432"/>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a:solidFill>
                    <a:srgbClr val="000000"/>
                  </a:solidFill>
                  <a:ea typeface="Dotum" pitchFamily="34" charset="-127"/>
                </a:endParaRPr>
              </a:p>
            </p:txBody>
          </p:sp>
          <p:sp>
            <p:nvSpPr>
              <p:cNvPr id="8197" name="Rectangle 5"/>
              <p:cNvSpPr>
                <a:spLocks noChangeArrowheads="1"/>
              </p:cNvSpPr>
              <p:nvPr/>
            </p:nvSpPr>
            <p:spPr bwMode="auto">
              <a:xfrm>
                <a:off x="336" y="0"/>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a:solidFill>
                    <a:srgbClr val="000000"/>
                  </a:solidFill>
                  <a:ea typeface="Dotum" pitchFamily="34" charset="-127"/>
                </a:endParaRPr>
              </a:p>
            </p:txBody>
          </p:sp>
        </p:grpSp>
        <p:grpSp>
          <p:nvGrpSpPr>
            <p:cNvPr id="8198" name="Group 6"/>
            <p:cNvGrpSpPr>
              <a:grpSpLocks/>
            </p:cNvGrpSpPr>
            <p:nvPr/>
          </p:nvGrpSpPr>
          <p:grpSpPr bwMode="auto">
            <a:xfrm>
              <a:off x="261" y="334"/>
              <a:ext cx="465" cy="299"/>
              <a:chOff x="0" y="0"/>
              <a:chExt cx="672" cy="432"/>
            </a:xfrm>
          </p:grpSpPr>
          <p:sp>
            <p:nvSpPr>
              <p:cNvPr id="8199" name="Rectangle 7"/>
              <p:cNvSpPr>
                <a:spLocks noChangeArrowheads="1"/>
              </p:cNvSpPr>
              <p:nvPr/>
            </p:nvSpPr>
            <p:spPr bwMode="auto">
              <a:xfrm>
                <a:off x="0" y="0"/>
                <a:ext cx="384" cy="432"/>
              </a:xfrm>
              <a:prstGeom prst="rect">
                <a:avLst/>
              </a:prstGeom>
              <a:solidFill>
                <a:schemeClr val="accent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a:solidFill>
                    <a:srgbClr val="000000"/>
                  </a:solidFill>
                  <a:ea typeface="Dotum" pitchFamily="34" charset="-127"/>
                </a:endParaRPr>
              </a:p>
            </p:txBody>
          </p:sp>
          <p:sp>
            <p:nvSpPr>
              <p:cNvPr id="8200" name="Rectangle 8"/>
              <p:cNvSpPr>
                <a:spLocks noChangeArrowheads="1"/>
              </p:cNvSpPr>
              <p:nvPr/>
            </p:nvSpPr>
            <p:spPr bwMode="auto">
              <a:xfrm>
                <a:off x="336" y="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a:solidFill>
                    <a:srgbClr val="000000"/>
                  </a:solidFill>
                  <a:ea typeface="Dotum" pitchFamily="34" charset="-127"/>
                </a:endParaRPr>
              </a:p>
            </p:txBody>
          </p:sp>
        </p:grpSp>
        <p:sp>
          <p:nvSpPr>
            <p:cNvPr id="8201" name="Rectangle 9"/>
            <p:cNvSpPr>
              <a:spLocks noChangeArrowheads="1"/>
            </p:cNvSpPr>
            <p:nvPr/>
          </p:nvSpPr>
          <p:spPr bwMode="auto">
            <a:xfrm>
              <a:off x="0" y="288"/>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a:solidFill>
                  <a:srgbClr val="000000"/>
                </a:solidFill>
                <a:ea typeface="Dotum" pitchFamily="34" charset="-127"/>
              </a:endParaRPr>
            </a:p>
          </p:txBody>
        </p:sp>
        <p:sp>
          <p:nvSpPr>
            <p:cNvPr id="8202" name="Rectangle 10"/>
            <p:cNvSpPr>
              <a:spLocks noChangeArrowheads="1"/>
            </p:cNvSpPr>
            <p:nvPr/>
          </p:nvSpPr>
          <p:spPr bwMode="auto">
            <a:xfrm>
              <a:off x="400" y="0"/>
              <a:ext cx="20" cy="663"/>
            </a:xfrm>
            <a:prstGeom prst="rect">
              <a:avLst/>
            </a:prstGeom>
            <a:solidFill>
              <a:schemeClr val="bg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a:solidFill>
                  <a:srgbClr val="000000"/>
                </a:solidFill>
                <a:ea typeface="Dotum" pitchFamily="34" charset="-127"/>
              </a:endParaRPr>
            </a:p>
          </p:txBody>
        </p:sp>
        <p:sp>
          <p:nvSpPr>
            <p:cNvPr id="8203" name="Rectangle 11"/>
            <p:cNvSpPr>
              <a:spLocks noChangeArrowheads="1"/>
            </p:cNvSpPr>
            <p:nvPr/>
          </p:nvSpPr>
          <p:spPr bwMode="auto">
            <a:xfrm flipV="1">
              <a:off x="199" y="518"/>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a:solidFill>
                  <a:srgbClr val="000000"/>
                </a:solidFill>
                <a:ea typeface="Dotum" pitchFamily="34" charset="-127"/>
              </a:endParaRPr>
            </a:p>
          </p:txBody>
        </p:sp>
      </p:grpSp>
      <p:sp>
        <p:nvSpPr>
          <p:cNvPr id="8204" name="Rectangle 12"/>
          <p:cNvSpPr>
            <a:spLocks noGrp="1" noChangeArrowheads="1"/>
          </p:cNvSpPr>
          <p:nvPr>
            <p:ph type="ctrTitle"/>
          </p:nvPr>
        </p:nvSpPr>
        <p:spPr>
          <a:xfrm>
            <a:off x="1320800" y="1828800"/>
            <a:ext cx="10363200" cy="1143000"/>
          </a:xfrm>
        </p:spPr>
        <p:txBody>
          <a:bodyPr/>
          <a:lstStyle>
            <a:lvl1pPr>
              <a:defRPr/>
            </a:lvl1pPr>
          </a:lstStyle>
          <a:p>
            <a:pPr lvl="0"/>
            <a:r>
              <a:rPr lang="zh-CN" noProof="0"/>
              <a:t>单击此处编辑母版标题样式</a:t>
            </a:r>
          </a:p>
        </p:txBody>
      </p:sp>
      <p:sp>
        <p:nvSpPr>
          <p:cNvPr id="8205" name="Rectangle 13"/>
          <p:cNvSpPr>
            <a:spLocks noGrp="1" noChangeArrowheads="1"/>
          </p:cNvSpPr>
          <p:nvPr>
            <p:ph type="subTitle" idx="1"/>
          </p:nvPr>
        </p:nvSpPr>
        <p:spPr>
          <a:xfrm>
            <a:off x="1828800" y="3886200"/>
            <a:ext cx="8534400" cy="1752600"/>
          </a:xfrm>
        </p:spPr>
        <p:txBody>
          <a:bodyPr/>
          <a:lstStyle>
            <a:lvl1pPr marL="0" indent="0" algn="ctr">
              <a:buFont typeface="Wingdings" pitchFamily="2" charset="2"/>
              <a:buNone/>
              <a:defRPr/>
            </a:lvl1pPr>
          </a:lstStyle>
          <a:p>
            <a:pPr lvl="0"/>
            <a:r>
              <a:rPr lang="zh-CN" noProof="0"/>
              <a:t>单击此处编辑母版副标题样式</a:t>
            </a:r>
          </a:p>
        </p:txBody>
      </p:sp>
      <p:sp>
        <p:nvSpPr>
          <p:cNvPr id="8206" name="Rectangle 14"/>
          <p:cNvSpPr>
            <a:spLocks noGrp="1" noChangeArrowheads="1"/>
          </p:cNvSpPr>
          <p:nvPr>
            <p:ph type="dt" sz="half" idx="2"/>
          </p:nvPr>
        </p:nvSpPr>
        <p:spPr>
          <a:xfrm>
            <a:off x="1320800" y="6248400"/>
            <a:ext cx="2540000" cy="457200"/>
          </a:xfrm>
        </p:spPr>
        <p:txBody>
          <a:bodyPr/>
          <a:lstStyle>
            <a:lvl1pPr>
              <a:defRPr>
                <a:solidFill>
                  <a:schemeClr val="bg2"/>
                </a:solidFill>
              </a:defRPr>
            </a:lvl1pPr>
          </a:lstStyle>
          <a:p>
            <a:endParaRPr lang="zh-CN" altLang="zh-CN">
              <a:solidFill>
                <a:srgbClr val="1C1C1C"/>
              </a:solidFill>
            </a:endParaRPr>
          </a:p>
        </p:txBody>
      </p:sp>
      <p:sp>
        <p:nvSpPr>
          <p:cNvPr id="8207" name="Rectangle 15"/>
          <p:cNvSpPr>
            <a:spLocks noGrp="1" noChangeArrowheads="1"/>
          </p:cNvSpPr>
          <p:nvPr>
            <p:ph type="ftr" sz="quarter" idx="3"/>
          </p:nvPr>
        </p:nvSpPr>
        <p:spPr>
          <a:xfrm>
            <a:off x="4572000" y="6248400"/>
            <a:ext cx="3860800" cy="457200"/>
          </a:xfrm>
        </p:spPr>
        <p:txBody>
          <a:bodyPr/>
          <a:lstStyle>
            <a:lvl1pPr>
              <a:defRPr>
                <a:solidFill>
                  <a:schemeClr val="bg2"/>
                </a:solidFill>
              </a:defRPr>
            </a:lvl1pPr>
          </a:lstStyle>
          <a:p>
            <a:endParaRPr lang="zh-CN" altLang="zh-CN">
              <a:solidFill>
                <a:srgbClr val="1C1C1C"/>
              </a:solidFill>
            </a:endParaRPr>
          </a:p>
        </p:txBody>
      </p:sp>
      <p:sp>
        <p:nvSpPr>
          <p:cNvPr id="8208" name="Rectangle 16"/>
          <p:cNvSpPr>
            <a:spLocks noGrp="1" noChangeArrowheads="1"/>
          </p:cNvSpPr>
          <p:nvPr>
            <p:ph type="sldNum" sz="quarter" idx="4"/>
          </p:nvPr>
        </p:nvSpPr>
        <p:spPr>
          <a:xfrm>
            <a:off x="9144000" y="6248400"/>
            <a:ext cx="2540000" cy="457200"/>
          </a:xfrm>
        </p:spPr>
        <p:txBody>
          <a:bodyPr/>
          <a:lstStyle>
            <a:lvl1pPr>
              <a:defRPr>
                <a:solidFill>
                  <a:schemeClr val="bg2"/>
                </a:solidFill>
              </a:defRPr>
            </a:lvl1pPr>
          </a:lstStyle>
          <a:p>
            <a:fld id="{DA2FB792-8BD3-4EE1-ADC0-0166C61F0F2B}" type="slidenum">
              <a:rPr lang="zh-CN" altLang="zh-CN">
                <a:solidFill>
                  <a:srgbClr val="1C1C1C"/>
                </a:solidFill>
              </a:rPr>
              <a:pPr/>
              <a:t>‹#›</a:t>
            </a:fld>
            <a:endParaRPr lang="zh-CN" altLang="zh-CN">
              <a:solidFill>
                <a:srgbClr val="1C1C1C"/>
              </a:solidFill>
            </a:endParaRPr>
          </a:p>
        </p:txBody>
      </p:sp>
    </p:spTree>
    <p:extLst>
      <p:ext uri="{BB962C8B-B14F-4D97-AF65-F5344CB8AC3E}">
        <p14:creationId xmlns:p14="http://schemas.microsoft.com/office/powerpoint/2010/main" val="21703860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zh-CN"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zh-CN"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5C3649A1-0DC4-425E-B0B8-F9E412F0B095}" type="slidenum">
              <a:rPr lang="zh-CN" altLang="zh-CN">
                <a:solidFill>
                  <a:srgbClr val="000000"/>
                </a:solidFill>
              </a:rPr>
              <a:pPr/>
              <a:t>‹#›</a:t>
            </a:fld>
            <a:endParaRPr lang="zh-CN" altLang="zh-CN">
              <a:solidFill>
                <a:srgbClr val="000000"/>
              </a:solidFill>
            </a:endParaRPr>
          </a:p>
        </p:txBody>
      </p:sp>
    </p:spTree>
    <p:extLst>
      <p:ext uri="{BB962C8B-B14F-4D97-AF65-F5344CB8AC3E}">
        <p14:creationId xmlns:p14="http://schemas.microsoft.com/office/powerpoint/2010/main" val="25461347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zh-CN"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zh-CN"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28684558-D2C4-41AE-A451-C7E166910AF9}" type="slidenum">
              <a:rPr lang="zh-CN" altLang="zh-CN">
                <a:solidFill>
                  <a:srgbClr val="000000"/>
                </a:solidFill>
              </a:rPr>
              <a:pPr/>
              <a:t>‹#›</a:t>
            </a:fld>
            <a:endParaRPr lang="zh-CN" altLang="zh-CN">
              <a:solidFill>
                <a:srgbClr val="000000"/>
              </a:solidFill>
            </a:endParaRPr>
          </a:p>
        </p:txBody>
      </p:sp>
    </p:spTree>
    <p:extLst>
      <p:ext uri="{BB962C8B-B14F-4D97-AF65-F5344CB8AC3E}">
        <p14:creationId xmlns:p14="http://schemas.microsoft.com/office/powerpoint/2010/main" val="30109225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576917" y="2017713"/>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860117" y="2017713"/>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endParaRPr lang="zh-CN"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zh-CN"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E252F3BC-62B3-4C58-AC5C-AFD1FDA5D1E1}" type="slidenum">
              <a:rPr lang="zh-CN" altLang="zh-CN">
                <a:solidFill>
                  <a:srgbClr val="000000"/>
                </a:solidFill>
              </a:rPr>
              <a:pPr/>
              <a:t>‹#›</a:t>
            </a:fld>
            <a:endParaRPr lang="zh-CN" altLang="zh-CN">
              <a:solidFill>
                <a:srgbClr val="000000"/>
              </a:solidFill>
            </a:endParaRPr>
          </a:p>
        </p:txBody>
      </p:sp>
    </p:spTree>
    <p:extLst>
      <p:ext uri="{BB962C8B-B14F-4D97-AF65-F5344CB8AC3E}">
        <p14:creationId xmlns:p14="http://schemas.microsoft.com/office/powerpoint/2010/main" val="18341918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endParaRPr lang="zh-CN" altLang="zh-CN">
              <a:solidFill>
                <a:srgbClr val="000000"/>
              </a:solidFill>
            </a:endParaRPr>
          </a:p>
        </p:txBody>
      </p:sp>
      <p:sp>
        <p:nvSpPr>
          <p:cNvPr id="8" name="页脚占位符 7"/>
          <p:cNvSpPr>
            <a:spLocks noGrp="1"/>
          </p:cNvSpPr>
          <p:nvPr>
            <p:ph type="ftr" sz="quarter" idx="11"/>
          </p:nvPr>
        </p:nvSpPr>
        <p:spPr/>
        <p:txBody>
          <a:bodyPr/>
          <a:lstStyle>
            <a:lvl1pPr>
              <a:defRPr/>
            </a:lvl1pPr>
          </a:lstStyle>
          <a:p>
            <a:endParaRPr lang="zh-CN" altLang="zh-CN">
              <a:solidFill>
                <a:srgbClr val="000000"/>
              </a:solidFill>
            </a:endParaRPr>
          </a:p>
        </p:txBody>
      </p:sp>
      <p:sp>
        <p:nvSpPr>
          <p:cNvPr id="9" name="灯片编号占位符 8"/>
          <p:cNvSpPr>
            <a:spLocks noGrp="1"/>
          </p:cNvSpPr>
          <p:nvPr>
            <p:ph type="sldNum" sz="quarter" idx="12"/>
          </p:nvPr>
        </p:nvSpPr>
        <p:spPr/>
        <p:txBody>
          <a:bodyPr/>
          <a:lstStyle>
            <a:lvl1pPr>
              <a:defRPr/>
            </a:lvl1pPr>
          </a:lstStyle>
          <a:p>
            <a:fld id="{61DCFAE2-991C-4C18-A7C0-07DBF4F17ACB}" type="slidenum">
              <a:rPr lang="zh-CN" altLang="zh-CN">
                <a:solidFill>
                  <a:srgbClr val="000000"/>
                </a:solidFill>
              </a:rPr>
              <a:pPr/>
              <a:t>‹#›</a:t>
            </a:fld>
            <a:endParaRPr lang="zh-CN" altLang="zh-CN">
              <a:solidFill>
                <a:srgbClr val="000000"/>
              </a:solidFill>
            </a:endParaRPr>
          </a:p>
        </p:txBody>
      </p:sp>
    </p:spTree>
    <p:extLst>
      <p:ext uri="{BB962C8B-B14F-4D97-AF65-F5344CB8AC3E}">
        <p14:creationId xmlns:p14="http://schemas.microsoft.com/office/powerpoint/2010/main" val="6373051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zh-CN" altLang="zh-CN">
              <a:solidFill>
                <a:srgbClr val="000000"/>
              </a:solidFill>
            </a:endParaRPr>
          </a:p>
        </p:txBody>
      </p:sp>
      <p:sp>
        <p:nvSpPr>
          <p:cNvPr id="4" name="页脚占位符 3"/>
          <p:cNvSpPr>
            <a:spLocks noGrp="1"/>
          </p:cNvSpPr>
          <p:nvPr>
            <p:ph type="ftr" sz="quarter" idx="11"/>
          </p:nvPr>
        </p:nvSpPr>
        <p:spPr/>
        <p:txBody>
          <a:bodyPr/>
          <a:lstStyle>
            <a:lvl1pPr>
              <a:defRPr/>
            </a:lvl1pPr>
          </a:lstStyle>
          <a:p>
            <a:endParaRPr lang="zh-CN" altLang="zh-CN">
              <a:solidFill>
                <a:srgbClr val="000000"/>
              </a:solidFill>
            </a:endParaRPr>
          </a:p>
        </p:txBody>
      </p:sp>
      <p:sp>
        <p:nvSpPr>
          <p:cNvPr id="5" name="灯片编号占位符 4"/>
          <p:cNvSpPr>
            <a:spLocks noGrp="1"/>
          </p:cNvSpPr>
          <p:nvPr>
            <p:ph type="sldNum" sz="quarter" idx="12"/>
          </p:nvPr>
        </p:nvSpPr>
        <p:spPr/>
        <p:txBody>
          <a:bodyPr/>
          <a:lstStyle>
            <a:lvl1pPr>
              <a:defRPr/>
            </a:lvl1pPr>
          </a:lstStyle>
          <a:p>
            <a:fld id="{7CD05F22-9E04-44F9-934A-1AF23575DA0A}" type="slidenum">
              <a:rPr lang="zh-CN" altLang="zh-CN">
                <a:solidFill>
                  <a:srgbClr val="000000"/>
                </a:solidFill>
              </a:rPr>
              <a:pPr/>
              <a:t>‹#›</a:t>
            </a:fld>
            <a:endParaRPr lang="zh-CN" altLang="zh-CN">
              <a:solidFill>
                <a:srgbClr val="000000"/>
              </a:solidFill>
            </a:endParaRPr>
          </a:p>
        </p:txBody>
      </p:sp>
    </p:spTree>
    <p:extLst>
      <p:ext uri="{BB962C8B-B14F-4D97-AF65-F5344CB8AC3E}">
        <p14:creationId xmlns:p14="http://schemas.microsoft.com/office/powerpoint/2010/main" val="11436260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zh-CN" altLang="zh-CN">
              <a:solidFill>
                <a:srgbClr val="000000"/>
              </a:solidFill>
            </a:endParaRPr>
          </a:p>
        </p:txBody>
      </p:sp>
      <p:sp>
        <p:nvSpPr>
          <p:cNvPr id="3" name="页脚占位符 2"/>
          <p:cNvSpPr>
            <a:spLocks noGrp="1"/>
          </p:cNvSpPr>
          <p:nvPr>
            <p:ph type="ftr" sz="quarter" idx="11"/>
          </p:nvPr>
        </p:nvSpPr>
        <p:spPr/>
        <p:txBody>
          <a:bodyPr/>
          <a:lstStyle>
            <a:lvl1pPr>
              <a:defRPr/>
            </a:lvl1pPr>
          </a:lstStyle>
          <a:p>
            <a:endParaRPr lang="zh-CN" altLang="zh-CN">
              <a:solidFill>
                <a:srgbClr val="000000"/>
              </a:solidFill>
            </a:endParaRPr>
          </a:p>
        </p:txBody>
      </p:sp>
      <p:sp>
        <p:nvSpPr>
          <p:cNvPr id="4" name="灯片编号占位符 3"/>
          <p:cNvSpPr>
            <a:spLocks noGrp="1"/>
          </p:cNvSpPr>
          <p:nvPr>
            <p:ph type="sldNum" sz="quarter" idx="12"/>
          </p:nvPr>
        </p:nvSpPr>
        <p:spPr/>
        <p:txBody>
          <a:bodyPr/>
          <a:lstStyle>
            <a:lvl1pPr>
              <a:defRPr/>
            </a:lvl1pPr>
          </a:lstStyle>
          <a:p>
            <a:fld id="{7EC097DF-38E5-4FF6-9E93-F8C3F3F4FEBA}" type="slidenum">
              <a:rPr lang="zh-CN" altLang="zh-CN">
                <a:solidFill>
                  <a:srgbClr val="000000"/>
                </a:solidFill>
              </a:rPr>
              <a:pPr/>
              <a:t>‹#›</a:t>
            </a:fld>
            <a:endParaRPr lang="zh-CN" altLang="zh-CN">
              <a:solidFill>
                <a:srgbClr val="000000"/>
              </a:solidFill>
            </a:endParaRPr>
          </a:p>
        </p:txBody>
      </p:sp>
    </p:spTree>
    <p:extLst>
      <p:ext uri="{BB962C8B-B14F-4D97-AF65-F5344CB8AC3E}">
        <p14:creationId xmlns:p14="http://schemas.microsoft.com/office/powerpoint/2010/main" val="11587763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zh-CN"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zh-CN"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32F94FC4-01B1-4F76-9352-8553D3CF7B6F}" type="slidenum">
              <a:rPr lang="zh-CN" altLang="zh-CN">
                <a:solidFill>
                  <a:srgbClr val="000000"/>
                </a:solidFill>
              </a:rPr>
              <a:pPr/>
              <a:t>‹#›</a:t>
            </a:fld>
            <a:endParaRPr lang="zh-CN" altLang="zh-CN">
              <a:solidFill>
                <a:srgbClr val="000000"/>
              </a:solidFill>
            </a:endParaRPr>
          </a:p>
        </p:txBody>
      </p:sp>
    </p:spTree>
    <p:extLst>
      <p:ext uri="{BB962C8B-B14F-4D97-AF65-F5344CB8AC3E}">
        <p14:creationId xmlns:p14="http://schemas.microsoft.com/office/powerpoint/2010/main" val="26022633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zh-CN"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zh-CN"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21E94AE1-087F-42B8-A012-4A073296F393}" type="slidenum">
              <a:rPr lang="zh-CN" altLang="zh-CN">
                <a:solidFill>
                  <a:srgbClr val="000000"/>
                </a:solidFill>
              </a:rPr>
              <a:pPr/>
              <a:t>‹#›</a:t>
            </a:fld>
            <a:endParaRPr lang="zh-CN" altLang="zh-CN">
              <a:solidFill>
                <a:srgbClr val="000000"/>
              </a:solidFill>
            </a:endParaRPr>
          </a:p>
        </p:txBody>
      </p:sp>
    </p:spTree>
    <p:extLst>
      <p:ext uri="{BB962C8B-B14F-4D97-AF65-F5344CB8AC3E}">
        <p14:creationId xmlns:p14="http://schemas.microsoft.com/office/powerpoint/2010/main" val="270268661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zh-CN"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zh-CN"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809F711F-083C-4C33-A009-2DE5840FAE55}" type="slidenum">
              <a:rPr lang="zh-CN" altLang="zh-CN">
                <a:solidFill>
                  <a:srgbClr val="000000"/>
                </a:solidFill>
              </a:rPr>
              <a:pPr/>
              <a:t>‹#›</a:t>
            </a:fld>
            <a:endParaRPr lang="zh-CN" altLang="zh-CN">
              <a:solidFill>
                <a:srgbClr val="000000"/>
              </a:solidFill>
            </a:endParaRPr>
          </a:p>
        </p:txBody>
      </p:sp>
    </p:spTree>
    <p:extLst>
      <p:ext uri="{BB962C8B-B14F-4D97-AF65-F5344CB8AC3E}">
        <p14:creationId xmlns:p14="http://schemas.microsoft.com/office/powerpoint/2010/main" val="9273065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06517" y="1"/>
            <a:ext cx="2743200" cy="6132513"/>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576917" y="1"/>
            <a:ext cx="8026400" cy="6132513"/>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zh-CN"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zh-CN"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CA71BA9E-85E9-4613-BD44-E2B1293CA766}" type="slidenum">
              <a:rPr lang="zh-CN" altLang="zh-CN">
                <a:solidFill>
                  <a:srgbClr val="000000"/>
                </a:solidFill>
              </a:rPr>
              <a:pPr/>
              <a:t>‹#›</a:t>
            </a:fld>
            <a:endParaRPr lang="zh-CN" altLang="zh-CN">
              <a:solidFill>
                <a:srgbClr val="000000"/>
              </a:solidFill>
            </a:endParaRPr>
          </a:p>
        </p:txBody>
      </p:sp>
    </p:spTree>
    <p:extLst>
      <p:ext uri="{BB962C8B-B14F-4D97-AF65-F5344CB8AC3E}">
        <p14:creationId xmlns:p14="http://schemas.microsoft.com/office/powerpoint/2010/main" val="334088375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2159000" y="0"/>
            <a:ext cx="10390717" cy="1143000"/>
          </a:xfrm>
        </p:spPr>
        <p:txBody>
          <a:bodyPr/>
          <a:lstStyle/>
          <a:p>
            <a:r>
              <a:rPr lang="zh-CN" altLang="en-US"/>
              <a:t>单击此处编辑母版标题样式</a:t>
            </a:r>
          </a:p>
        </p:txBody>
      </p:sp>
      <p:sp>
        <p:nvSpPr>
          <p:cNvPr id="3" name="表格占位符 2"/>
          <p:cNvSpPr>
            <a:spLocks noGrp="1"/>
          </p:cNvSpPr>
          <p:nvPr>
            <p:ph type="tbl" idx="1"/>
          </p:nvPr>
        </p:nvSpPr>
        <p:spPr>
          <a:xfrm>
            <a:off x="1576917" y="2017713"/>
            <a:ext cx="10363200" cy="4114800"/>
          </a:xfrm>
        </p:spPr>
        <p:txBody>
          <a:bodyPr/>
          <a:lstStyle/>
          <a:p>
            <a:endParaRPr lang="zh-CN" altLang="en-US"/>
          </a:p>
        </p:txBody>
      </p:sp>
      <p:sp>
        <p:nvSpPr>
          <p:cNvPr id="4" name="日期占位符 3"/>
          <p:cNvSpPr>
            <a:spLocks noGrp="1"/>
          </p:cNvSpPr>
          <p:nvPr>
            <p:ph type="dt" sz="half" idx="10"/>
          </p:nvPr>
        </p:nvSpPr>
        <p:spPr>
          <a:xfrm>
            <a:off x="1219200" y="6324600"/>
            <a:ext cx="2540000" cy="457200"/>
          </a:xfrm>
        </p:spPr>
        <p:txBody>
          <a:bodyPr/>
          <a:lstStyle>
            <a:lvl1pPr>
              <a:defRPr/>
            </a:lvl1pPr>
          </a:lstStyle>
          <a:p>
            <a:endParaRPr lang="zh-CN" altLang="zh-CN">
              <a:solidFill>
                <a:srgbClr val="000000"/>
              </a:solidFill>
            </a:endParaRPr>
          </a:p>
        </p:txBody>
      </p:sp>
      <p:sp>
        <p:nvSpPr>
          <p:cNvPr id="5" name="页脚占位符 4"/>
          <p:cNvSpPr>
            <a:spLocks noGrp="1"/>
          </p:cNvSpPr>
          <p:nvPr>
            <p:ph type="ftr" sz="quarter" idx="11"/>
          </p:nvPr>
        </p:nvSpPr>
        <p:spPr>
          <a:xfrm>
            <a:off x="4470400" y="6324600"/>
            <a:ext cx="3860800" cy="457200"/>
          </a:xfrm>
        </p:spPr>
        <p:txBody>
          <a:bodyPr/>
          <a:lstStyle>
            <a:lvl1pPr>
              <a:defRPr/>
            </a:lvl1pPr>
          </a:lstStyle>
          <a:p>
            <a:endParaRPr lang="zh-CN" altLang="zh-CN">
              <a:solidFill>
                <a:srgbClr val="000000"/>
              </a:solidFill>
            </a:endParaRPr>
          </a:p>
        </p:txBody>
      </p:sp>
      <p:sp>
        <p:nvSpPr>
          <p:cNvPr id="6" name="灯片编号占位符 5"/>
          <p:cNvSpPr>
            <a:spLocks noGrp="1"/>
          </p:cNvSpPr>
          <p:nvPr>
            <p:ph type="sldNum" sz="quarter" idx="12"/>
          </p:nvPr>
        </p:nvSpPr>
        <p:spPr>
          <a:xfrm>
            <a:off x="9042400" y="6324600"/>
            <a:ext cx="2540000" cy="457200"/>
          </a:xfrm>
        </p:spPr>
        <p:txBody>
          <a:bodyPr/>
          <a:lstStyle>
            <a:lvl1pPr>
              <a:defRPr/>
            </a:lvl1pPr>
          </a:lstStyle>
          <a:p>
            <a:fld id="{10E47EF1-7FAE-47E2-A97A-1185C349EEBF}" type="slidenum">
              <a:rPr lang="zh-CN" altLang="zh-CN">
                <a:solidFill>
                  <a:srgbClr val="000000"/>
                </a:solidFill>
              </a:rPr>
              <a:pPr/>
              <a:t>‹#›</a:t>
            </a:fld>
            <a:endParaRPr lang="zh-CN" altLang="zh-CN">
              <a:solidFill>
                <a:srgbClr val="000000"/>
              </a:solidFill>
            </a:endParaRPr>
          </a:p>
        </p:txBody>
      </p:sp>
    </p:spTree>
    <p:extLst>
      <p:ext uri="{BB962C8B-B14F-4D97-AF65-F5344CB8AC3E}">
        <p14:creationId xmlns:p14="http://schemas.microsoft.com/office/powerpoint/2010/main" val="202753855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2159000" y="0"/>
            <a:ext cx="10390717"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1576917" y="2017713"/>
            <a:ext cx="508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860117" y="2017713"/>
            <a:ext cx="508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860117" y="4151313"/>
            <a:ext cx="508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a:xfrm>
            <a:off x="1219200" y="6324600"/>
            <a:ext cx="2540000" cy="457200"/>
          </a:xfrm>
        </p:spPr>
        <p:txBody>
          <a:bodyPr/>
          <a:lstStyle>
            <a:lvl1pPr>
              <a:defRPr/>
            </a:lvl1pPr>
          </a:lstStyle>
          <a:p>
            <a:endParaRPr lang="zh-CN" altLang="zh-CN">
              <a:solidFill>
                <a:srgbClr val="000000"/>
              </a:solidFill>
            </a:endParaRPr>
          </a:p>
        </p:txBody>
      </p:sp>
      <p:sp>
        <p:nvSpPr>
          <p:cNvPr id="7" name="页脚占位符 6"/>
          <p:cNvSpPr>
            <a:spLocks noGrp="1"/>
          </p:cNvSpPr>
          <p:nvPr>
            <p:ph type="ftr" sz="quarter" idx="11"/>
          </p:nvPr>
        </p:nvSpPr>
        <p:spPr>
          <a:xfrm>
            <a:off x="4470400" y="6324600"/>
            <a:ext cx="3860800" cy="457200"/>
          </a:xfrm>
        </p:spPr>
        <p:txBody>
          <a:bodyPr/>
          <a:lstStyle>
            <a:lvl1pPr>
              <a:defRPr/>
            </a:lvl1pPr>
          </a:lstStyle>
          <a:p>
            <a:endParaRPr lang="zh-CN" altLang="zh-CN">
              <a:solidFill>
                <a:srgbClr val="000000"/>
              </a:solidFill>
            </a:endParaRPr>
          </a:p>
        </p:txBody>
      </p:sp>
      <p:sp>
        <p:nvSpPr>
          <p:cNvPr id="8" name="灯片编号占位符 7"/>
          <p:cNvSpPr>
            <a:spLocks noGrp="1"/>
          </p:cNvSpPr>
          <p:nvPr>
            <p:ph type="sldNum" sz="quarter" idx="12"/>
          </p:nvPr>
        </p:nvSpPr>
        <p:spPr>
          <a:xfrm>
            <a:off x="9042400" y="6324600"/>
            <a:ext cx="2540000" cy="457200"/>
          </a:xfrm>
        </p:spPr>
        <p:txBody>
          <a:bodyPr/>
          <a:lstStyle>
            <a:lvl1pPr>
              <a:defRPr/>
            </a:lvl1pPr>
          </a:lstStyle>
          <a:p>
            <a:fld id="{501C39D6-CB29-40C7-B8F3-7C24261C15B1}" type="slidenum">
              <a:rPr lang="zh-CN" altLang="zh-CN">
                <a:solidFill>
                  <a:srgbClr val="000000"/>
                </a:solidFill>
              </a:rPr>
              <a:pPr/>
              <a:t>‹#›</a:t>
            </a:fld>
            <a:endParaRPr lang="zh-CN" altLang="zh-CN">
              <a:solidFill>
                <a:srgbClr val="000000"/>
              </a:solidFill>
            </a:endParaRPr>
          </a:p>
        </p:txBody>
      </p:sp>
    </p:spTree>
    <p:extLst>
      <p:ext uri="{BB962C8B-B14F-4D97-AF65-F5344CB8AC3E}">
        <p14:creationId xmlns:p14="http://schemas.microsoft.com/office/powerpoint/2010/main" val="113110572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159000" y="0"/>
            <a:ext cx="10390717"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1576917" y="2017713"/>
            <a:ext cx="508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860117" y="2017713"/>
            <a:ext cx="508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1219200" y="6324600"/>
            <a:ext cx="2540000" cy="457200"/>
          </a:xfrm>
        </p:spPr>
        <p:txBody>
          <a:bodyPr/>
          <a:lstStyle>
            <a:lvl1pPr>
              <a:defRPr/>
            </a:lvl1pPr>
          </a:lstStyle>
          <a:p>
            <a:endParaRPr lang="zh-CN" altLang="zh-CN">
              <a:solidFill>
                <a:srgbClr val="000000"/>
              </a:solidFill>
            </a:endParaRPr>
          </a:p>
        </p:txBody>
      </p:sp>
      <p:sp>
        <p:nvSpPr>
          <p:cNvPr id="6" name="页脚占位符 5"/>
          <p:cNvSpPr>
            <a:spLocks noGrp="1"/>
          </p:cNvSpPr>
          <p:nvPr>
            <p:ph type="ftr" sz="quarter" idx="11"/>
          </p:nvPr>
        </p:nvSpPr>
        <p:spPr>
          <a:xfrm>
            <a:off x="4470400" y="6324600"/>
            <a:ext cx="3860800" cy="457200"/>
          </a:xfrm>
        </p:spPr>
        <p:txBody>
          <a:bodyPr/>
          <a:lstStyle>
            <a:lvl1pPr>
              <a:defRPr/>
            </a:lvl1pPr>
          </a:lstStyle>
          <a:p>
            <a:endParaRPr lang="zh-CN" altLang="zh-CN">
              <a:solidFill>
                <a:srgbClr val="000000"/>
              </a:solidFill>
            </a:endParaRPr>
          </a:p>
        </p:txBody>
      </p:sp>
      <p:sp>
        <p:nvSpPr>
          <p:cNvPr id="7" name="灯片编号占位符 6"/>
          <p:cNvSpPr>
            <a:spLocks noGrp="1"/>
          </p:cNvSpPr>
          <p:nvPr>
            <p:ph type="sldNum" sz="quarter" idx="12"/>
          </p:nvPr>
        </p:nvSpPr>
        <p:spPr>
          <a:xfrm>
            <a:off x="9042400" y="6324600"/>
            <a:ext cx="2540000" cy="457200"/>
          </a:xfrm>
        </p:spPr>
        <p:txBody>
          <a:bodyPr/>
          <a:lstStyle>
            <a:lvl1pPr>
              <a:defRPr/>
            </a:lvl1pPr>
          </a:lstStyle>
          <a:p>
            <a:fld id="{46DB9EC9-2699-4F5B-8603-D781D68F4C8C}" type="slidenum">
              <a:rPr lang="zh-CN" altLang="zh-CN">
                <a:solidFill>
                  <a:srgbClr val="000000"/>
                </a:solidFill>
              </a:rPr>
              <a:pPr/>
              <a:t>‹#›</a:t>
            </a:fld>
            <a:endParaRPr lang="zh-CN" altLang="zh-CN">
              <a:solidFill>
                <a:srgbClr val="000000"/>
              </a:solidFill>
            </a:endParaRPr>
          </a:p>
        </p:txBody>
      </p:sp>
    </p:spTree>
    <p:extLst>
      <p:ext uri="{BB962C8B-B14F-4D97-AF65-F5344CB8AC3E}">
        <p14:creationId xmlns:p14="http://schemas.microsoft.com/office/powerpoint/2010/main" val="411840648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18434" name="Group 2"/>
          <p:cNvGrpSpPr>
            <a:grpSpLocks/>
          </p:cNvGrpSpPr>
          <p:nvPr/>
        </p:nvGrpSpPr>
        <p:grpSpPr bwMode="auto">
          <a:xfrm>
            <a:off x="1" y="2438401"/>
            <a:ext cx="12012084" cy="1052513"/>
            <a:chOff x="0" y="0"/>
            <a:chExt cx="5675" cy="663"/>
          </a:xfrm>
        </p:grpSpPr>
        <p:grpSp>
          <p:nvGrpSpPr>
            <p:cNvPr id="18435" name="Group 3"/>
            <p:cNvGrpSpPr>
              <a:grpSpLocks/>
            </p:cNvGrpSpPr>
            <p:nvPr/>
          </p:nvGrpSpPr>
          <p:grpSpPr bwMode="auto">
            <a:xfrm>
              <a:off x="183" y="68"/>
              <a:ext cx="448" cy="299"/>
              <a:chOff x="0" y="0"/>
              <a:chExt cx="624" cy="432"/>
            </a:xfrm>
          </p:grpSpPr>
          <p:sp>
            <p:nvSpPr>
              <p:cNvPr id="18436" name="Rectangle 4"/>
              <p:cNvSpPr>
                <a:spLocks noChangeArrowheads="1"/>
              </p:cNvSpPr>
              <p:nvPr/>
            </p:nvSpPr>
            <p:spPr bwMode="auto">
              <a:xfrm>
                <a:off x="0" y="0"/>
                <a:ext cx="384" cy="432"/>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a:solidFill>
                    <a:srgbClr val="000000"/>
                  </a:solidFill>
                  <a:ea typeface="Dotum" pitchFamily="34" charset="-127"/>
                </a:endParaRPr>
              </a:p>
            </p:txBody>
          </p:sp>
          <p:sp>
            <p:nvSpPr>
              <p:cNvPr id="18437" name="Rectangle 5"/>
              <p:cNvSpPr>
                <a:spLocks noChangeArrowheads="1"/>
              </p:cNvSpPr>
              <p:nvPr/>
            </p:nvSpPr>
            <p:spPr bwMode="auto">
              <a:xfrm>
                <a:off x="336" y="0"/>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a:solidFill>
                    <a:srgbClr val="000000"/>
                  </a:solidFill>
                  <a:ea typeface="Dotum" pitchFamily="34" charset="-127"/>
                </a:endParaRPr>
              </a:p>
            </p:txBody>
          </p:sp>
        </p:grpSp>
        <p:grpSp>
          <p:nvGrpSpPr>
            <p:cNvPr id="18438" name="Group 6"/>
            <p:cNvGrpSpPr>
              <a:grpSpLocks/>
            </p:cNvGrpSpPr>
            <p:nvPr/>
          </p:nvGrpSpPr>
          <p:grpSpPr bwMode="auto">
            <a:xfrm>
              <a:off x="261" y="334"/>
              <a:ext cx="465" cy="299"/>
              <a:chOff x="0" y="0"/>
              <a:chExt cx="672" cy="432"/>
            </a:xfrm>
          </p:grpSpPr>
          <p:sp>
            <p:nvSpPr>
              <p:cNvPr id="18439" name="Rectangle 7"/>
              <p:cNvSpPr>
                <a:spLocks noChangeArrowheads="1"/>
              </p:cNvSpPr>
              <p:nvPr/>
            </p:nvSpPr>
            <p:spPr bwMode="auto">
              <a:xfrm>
                <a:off x="0" y="0"/>
                <a:ext cx="384" cy="432"/>
              </a:xfrm>
              <a:prstGeom prst="rect">
                <a:avLst/>
              </a:prstGeom>
              <a:solidFill>
                <a:schemeClr val="accent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a:solidFill>
                    <a:srgbClr val="000000"/>
                  </a:solidFill>
                  <a:ea typeface="Dotum" pitchFamily="34" charset="-127"/>
                </a:endParaRPr>
              </a:p>
            </p:txBody>
          </p:sp>
          <p:sp>
            <p:nvSpPr>
              <p:cNvPr id="18440" name="Rectangle 8"/>
              <p:cNvSpPr>
                <a:spLocks noChangeArrowheads="1"/>
              </p:cNvSpPr>
              <p:nvPr/>
            </p:nvSpPr>
            <p:spPr bwMode="auto">
              <a:xfrm>
                <a:off x="336" y="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a:solidFill>
                    <a:srgbClr val="000000"/>
                  </a:solidFill>
                  <a:ea typeface="Dotum" pitchFamily="34" charset="-127"/>
                </a:endParaRPr>
              </a:p>
            </p:txBody>
          </p:sp>
        </p:grpSp>
        <p:sp>
          <p:nvSpPr>
            <p:cNvPr id="18441" name="Rectangle 9"/>
            <p:cNvSpPr>
              <a:spLocks noChangeArrowheads="1"/>
            </p:cNvSpPr>
            <p:nvPr/>
          </p:nvSpPr>
          <p:spPr bwMode="auto">
            <a:xfrm>
              <a:off x="0" y="288"/>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a:solidFill>
                  <a:srgbClr val="000000"/>
                </a:solidFill>
                <a:ea typeface="Dotum" pitchFamily="34" charset="-127"/>
              </a:endParaRPr>
            </a:p>
          </p:txBody>
        </p:sp>
        <p:sp>
          <p:nvSpPr>
            <p:cNvPr id="18442" name="Rectangle 10"/>
            <p:cNvSpPr>
              <a:spLocks noChangeArrowheads="1"/>
            </p:cNvSpPr>
            <p:nvPr/>
          </p:nvSpPr>
          <p:spPr bwMode="auto">
            <a:xfrm>
              <a:off x="400" y="0"/>
              <a:ext cx="20" cy="663"/>
            </a:xfrm>
            <a:prstGeom prst="rect">
              <a:avLst/>
            </a:prstGeom>
            <a:solidFill>
              <a:schemeClr val="bg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a:solidFill>
                  <a:srgbClr val="000000"/>
                </a:solidFill>
                <a:ea typeface="Dotum" pitchFamily="34" charset="-127"/>
              </a:endParaRPr>
            </a:p>
          </p:txBody>
        </p:sp>
        <p:sp>
          <p:nvSpPr>
            <p:cNvPr id="18443" name="Rectangle 11"/>
            <p:cNvSpPr>
              <a:spLocks noChangeArrowheads="1"/>
            </p:cNvSpPr>
            <p:nvPr/>
          </p:nvSpPr>
          <p:spPr bwMode="auto">
            <a:xfrm flipV="1">
              <a:off x="199" y="518"/>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a:solidFill>
                  <a:srgbClr val="000000"/>
                </a:solidFill>
                <a:ea typeface="Dotum" pitchFamily="34" charset="-127"/>
              </a:endParaRPr>
            </a:p>
          </p:txBody>
        </p:sp>
      </p:grpSp>
      <p:sp>
        <p:nvSpPr>
          <p:cNvPr id="18444" name="Rectangle 12"/>
          <p:cNvSpPr>
            <a:spLocks noGrp="1" noChangeArrowheads="1"/>
          </p:cNvSpPr>
          <p:nvPr>
            <p:ph type="ctrTitle"/>
          </p:nvPr>
        </p:nvSpPr>
        <p:spPr>
          <a:xfrm>
            <a:off x="1320800" y="1828800"/>
            <a:ext cx="10363200" cy="1143000"/>
          </a:xfrm>
        </p:spPr>
        <p:txBody>
          <a:bodyPr/>
          <a:lstStyle>
            <a:lvl1pPr>
              <a:defRPr/>
            </a:lvl1pPr>
          </a:lstStyle>
          <a:p>
            <a:pPr lvl="0"/>
            <a:r>
              <a:rPr lang="zh-CN" noProof="0"/>
              <a:t>单击此处编辑母版标题样式</a:t>
            </a:r>
          </a:p>
        </p:txBody>
      </p:sp>
      <p:sp>
        <p:nvSpPr>
          <p:cNvPr id="18445" name="Rectangle 13"/>
          <p:cNvSpPr>
            <a:spLocks noGrp="1" noChangeArrowheads="1"/>
          </p:cNvSpPr>
          <p:nvPr>
            <p:ph type="subTitle" idx="1"/>
          </p:nvPr>
        </p:nvSpPr>
        <p:spPr>
          <a:xfrm>
            <a:off x="1828800" y="3886200"/>
            <a:ext cx="8534400" cy="1752600"/>
          </a:xfrm>
        </p:spPr>
        <p:txBody>
          <a:bodyPr/>
          <a:lstStyle>
            <a:lvl1pPr marL="0" indent="0" algn="ctr">
              <a:buFont typeface="Wingdings" pitchFamily="2" charset="2"/>
              <a:buNone/>
              <a:defRPr/>
            </a:lvl1pPr>
          </a:lstStyle>
          <a:p>
            <a:pPr lvl="0"/>
            <a:r>
              <a:rPr lang="zh-CN" noProof="0"/>
              <a:t>单击此处编辑母版副标题样式</a:t>
            </a:r>
          </a:p>
        </p:txBody>
      </p:sp>
      <p:sp>
        <p:nvSpPr>
          <p:cNvPr id="18446" name="Rectangle 14"/>
          <p:cNvSpPr>
            <a:spLocks noGrp="1" noChangeArrowheads="1"/>
          </p:cNvSpPr>
          <p:nvPr>
            <p:ph type="dt" sz="half" idx="2"/>
          </p:nvPr>
        </p:nvSpPr>
        <p:spPr>
          <a:xfrm>
            <a:off x="1320800" y="6248400"/>
            <a:ext cx="2540000" cy="457200"/>
          </a:xfrm>
        </p:spPr>
        <p:txBody>
          <a:bodyPr/>
          <a:lstStyle>
            <a:lvl1pPr>
              <a:defRPr>
                <a:solidFill>
                  <a:schemeClr val="bg2"/>
                </a:solidFill>
              </a:defRPr>
            </a:lvl1pPr>
          </a:lstStyle>
          <a:p>
            <a:endParaRPr lang="zh-CN" altLang="zh-CN">
              <a:solidFill>
                <a:srgbClr val="1C1C1C"/>
              </a:solidFill>
            </a:endParaRPr>
          </a:p>
        </p:txBody>
      </p:sp>
      <p:sp>
        <p:nvSpPr>
          <p:cNvPr id="18447" name="Rectangle 15"/>
          <p:cNvSpPr>
            <a:spLocks noGrp="1" noChangeArrowheads="1"/>
          </p:cNvSpPr>
          <p:nvPr>
            <p:ph type="ftr" sz="quarter" idx="3"/>
          </p:nvPr>
        </p:nvSpPr>
        <p:spPr>
          <a:xfrm>
            <a:off x="4572000" y="6248400"/>
            <a:ext cx="3860800" cy="457200"/>
          </a:xfrm>
        </p:spPr>
        <p:txBody>
          <a:bodyPr/>
          <a:lstStyle>
            <a:lvl1pPr>
              <a:defRPr>
                <a:solidFill>
                  <a:schemeClr val="bg2"/>
                </a:solidFill>
              </a:defRPr>
            </a:lvl1pPr>
          </a:lstStyle>
          <a:p>
            <a:endParaRPr lang="zh-CN" altLang="zh-CN">
              <a:solidFill>
                <a:srgbClr val="1C1C1C"/>
              </a:solidFill>
            </a:endParaRPr>
          </a:p>
        </p:txBody>
      </p:sp>
      <p:sp>
        <p:nvSpPr>
          <p:cNvPr id="18448" name="Rectangle 16"/>
          <p:cNvSpPr>
            <a:spLocks noGrp="1" noChangeArrowheads="1"/>
          </p:cNvSpPr>
          <p:nvPr>
            <p:ph type="sldNum" sz="quarter" idx="4"/>
          </p:nvPr>
        </p:nvSpPr>
        <p:spPr>
          <a:xfrm>
            <a:off x="9144000" y="6248400"/>
            <a:ext cx="2540000" cy="457200"/>
          </a:xfrm>
        </p:spPr>
        <p:txBody>
          <a:bodyPr/>
          <a:lstStyle>
            <a:lvl1pPr>
              <a:defRPr>
                <a:solidFill>
                  <a:schemeClr val="bg2"/>
                </a:solidFill>
              </a:defRPr>
            </a:lvl1pPr>
          </a:lstStyle>
          <a:p>
            <a:fld id="{261CE7FC-B35E-42E8-B358-DD1A40AC9E17}" type="slidenum">
              <a:rPr lang="zh-CN" altLang="zh-CN">
                <a:solidFill>
                  <a:srgbClr val="1C1C1C"/>
                </a:solidFill>
              </a:rPr>
              <a:pPr/>
              <a:t>‹#›</a:t>
            </a:fld>
            <a:endParaRPr lang="zh-CN" altLang="zh-CN">
              <a:solidFill>
                <a:srgbClr val="1C1C1C"/>
              </a:solidFill>
            </a:endParaRPr>
          </a:p>
        </p:txBody>
      </p:sp>
    </p:spTree>
    <p:extLst>
      <p:ext uri="{BB962C8B-B14F-4D97-AF65-F5344CB8AC3E}">
        <p14:creationId xmlns:p14="http://schemas.microsoft.com/office/powerpoint/2010/main" val="213201080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zh-CN"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zh-CN"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6518E5FF-6CBE-4D45-846D-56EB2F35631C}" type="slidenum">
              <a:rPr lang="zh-CN" altLang="zh-CN">
                <a:solidFill>
                  <a:srgbClr val="000000"/>
                </a:solidFill>
              </a:rPr>
              <a:pPr/>
              <a:t>‹#›</a:t>
            </a:fld>
            <a:endParaRPr lang="zh-CN" altLang="zh-CN">
              <a:solidFill>
                <a:srgbClr val="000000"/>
              </a:solidFill>
            </a:endParaRPr>
          </a:p>
        </p:txBody>
      </p:sp>
    </p:spTree>
    <p:extLst>
      <p:ext uri="{BB962C8B-B14F-4D97-AF65-F5344CB8AC3E}">
        <p14:creationId xmlns:p14="http://schemas.microsoft.com/office/powerpoint/2010/main" val="22244733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zh-CN"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zh-CN"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38718F15-E4B7-42B8-9374-4AD9F5884300}" type="slidenum">
              <a:rPr lang="zh-CN" altLang="zh-CN">
                <a:solidFill>
                  <a:srgbClr val="000000"/>
                </a:solidFill>
              </a:rPr>
              <a:pPr/>
              <a:t>‹#›</a:t>
            </a:fld>
            <a:endParaRPr lang="zh-CN" altLang="zh-CN">
              <a:solidFill>
                <a:srgbClr val="000000"/>
              </a:solidFill>
            </a:endParaRPr>
          </a:p>
        </p:txBody>
      </p:sp>
    </p:spTree>
    <p:extLst>
      <p:ext uri="{BB962C8B-B14F-4D97-AF65-F5344CB8AC3E}">
        <p14:creationId xmlns:p14="http://schemas.microsoft.com/office/powerpoint/2010/main" val="147997837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390651" y="1196975"/>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673851" y="1196975"/>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endParaRPr lang="zh-CN"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zh-CN"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6A1530D5-DE80-4FBC-96A4-EFA814634668}" type="slidenum">
              <a:rPr lang="zh-CN" altLang="zh-CN">
                <a:solidFill>
                  <a:srgbClr val="000000"/>
                </a:solidFill>
              </a:rPr>
              <a:pPr/>
              <a:t>‹#›</a:t>
            </a:fld>
            <a:endParaRPr lang="zh-CN" altLang="zh-CN">
              <a:solidFill>
                <a:srgbClr val="000000"/>
              </a:solidFill>
            </a:endParaRPr>
          </a:p>
        </p:txBody>
      </p:sp>
    </p:spTree>
    <p:extLst>
      <p:ext uri="{BB962C8B-B14F-4D97-AF65-F5344CB8AC3E}">
        <p14:creationId xmlns:p14="http://schemas.microsoft.com/office/powerpoint/2010/main" val="190662022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endParaRPr lang="zh-CN" altLang="zh-CN">
              <a:solidFill>
                <a:srgbClr val="000000"/>
              </a:solidFill>
            </a:endParaRPr>
          </a:p>
        </p:txBody>
      </p:sp>
      <p:sp>
        <p:nvSpPr>
          <p:cNvPr id="8" name="页脚占位符 7"/>
          <p:cNvSpPr>
            <a:spLocks noGrp="1"/>
          </p:cNvSpPr>
          <p:nvPr>
            <p:ph type="ftr" sz="quarter" idx="11"/>
          </p:nvPr>
        </p:nvSpPr>
        <p:spPr/>
        <p:txBody>
          <a:bodyPr/>
          <a:lstStyle>
            <a:lvl1pPr>
              <a:defRPr/>
            </a:lvl1pPr>
          </a:lstStyle>
          <a:p>
            <a:endParaRPr lang="zh-CN" altLang="zh-CN">
              <a:solidFill>
                <a:srgbClr val="000000"/>
              </a:solidFill>
            </a:endParaRPr>
          </a:p>
        </p:txBody>
      </p:sp>
      <p:sp>
        <p:nvSpPr>
          <p:cNvPr id="9" name="灯片编号占位符 8"/>
          <p:cNvSpPr>
            <a:spLocks noGrp="1"/>
          </p:cNvSpPr>
          <p:nvPr>
            <p:ph type="sldNum" sz="quarter" idx="12"/>
          </p:nvPr>
        </p:nvSpPr>
        <p:spPr/>
        <p:txBody>
          <a:bodyPr/>
          <a:lstStyle>
            <a:lvl1pPr>
              <a:defRPr/>
            </a:lvl1pPr>
          </a:lstStyle>
          <a:p>
            <a:fld id="{FD8D5667-B9E4-4107-B057-25FB46770330}" type="slidenum">
              <a:rPr lang="zh-CN" altLang="zh-CN">
                <a:solidFill>
                  <a:srgbClr val="000000"/>
                </a:solidFill>
              </a:rPr>
              <a:pPr/>
              <a:t>‹#›</a:t>
            </a:fld>
            <a:endParaRPr lang="zh-CN" altLang="zh-CN">
              <a:solidFill>
                <a:srgbClr val="000000"/>
              </a:solidFill>
            </a:endParaRPr>
          </a:p>
        </p:txBody>
      </p:sp>
    </p:spTree>
    <p:extLst>
      <p:ext uri="{BB962C8B-B14F-4D97-AF65-F5344CB8AC3E}">
        <p14:creationId xmlns:p14="http://schemas.microsoft.com/office/powerpoint/2010/main" val="381680807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zh-CN" altLang="zh-CN">
              <a:solidFill>
                <a:srgbClr val="000000"/>
              </a:solidFill>
            </a:endParaRPr>
          </a:p>
        </p:txBody>
      </p:sp>
      <p:sp>
        <p:nvSpPr>
          <p:cNvPr id="4" name="页脚占位符 3"/>
          <p:cNvSpPr>
            <a:spLocks noGrp="1"/>
          </p:cNvSpPr>
          <p:nvPr>
            <p:ph type="ftr" sz="quarter" idx="11"/>
          </p:nvPr>
        </p:nvSpPr>
        <p:spPr/>
        <p:txBody>
          <a:bodyPr/>
          <a:lstStyle>
            <a:lvl1pPr>
              <a:defRPr/>
            </a:lvl1pPr>
          </a:lstStyle>
          <a:p>
            <a:endParaRPr lang="zh-CN" altLang="zh-CN">
              <a:solidFill>
                <a:srgbClr val="000000"/>
              </a:solidFill>
            </a:endParaRPr>
          </a:p>
        </p:txBody>
      </p:sp>
      <p:sp>
        <p:nvSpPr>
          <p:cNvPr id="5" name="灯片编号占位符 4"/>
          <p:cNvSpPr>
            <a:spLocks noGrp="1"/>
          </p:cNvSpPr>
          <p:nvPr>
            <p:ph type="sldNum" sz="quarter" idx="12"/>
          </p:nvPr>
        </p:nvSpPr>
        <p:spPr/>
        <p:txBody>
          <a:bodyPr/>
          <a:lstStyle>
            <a:lvl1pPr>
              <a:defRPr/>
            </a:lvl1pPr>
          </a:lstStyle>
          <a:p>
            <a:fld id="{72D1E9D0-2A5E-417D-BB24-75EF5AEB295F}" type="slidenum">
              <a:rPr lang="zh-CN" altLang="zh-CN">
                <a:solidFill>
                  <a:srgbClr val="000000"/>
                </a:solidFill>
              </a:rPr>
              <a:pPr/>
              <a:t>‹#›</a:t>
            </a:fld>
            <a:endParaRPr lang="zh-CN" altLang="zh-CN">
              <a:solidFill>
                <a:srgbClr val="000000"/>
              </a:solidFill>
            </a:endParaRPr>
          </a:p>
        </p:txBody>
      </p:sp>
    </p:spTree>
    <p:extLst>
      <p:ext uri="{BB962C8B-B14F-4D97-AF65-F5344CB8AC3E}">
        <p14:creationId xmlns:p14="http://schemas.microsoft.com/office/powerpoint/2010/main" val="293323053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zh-CN" altLang="zh-CN">
              <a:solidFill>
                <a:srgbClr val="000000"/>
              </a:solidFill>
            </a:endParaRPr>
          </a:p>
        </p:txBody>
      </p:sp>
      <p:sp>
        <p:nvSpPr>
          <p:cNvPr id="3" name="页脚占位符 2"/>
          <p:cNvSpPr>
            <a:spLocks noGrp="1"/>
          </p:cNvSpPr>
          <p:nvPr>
            <p:ph type="ftr" sz="quarter" idx="11"/>
          </p:nvPr>
        </p:nvSpPr>
        <p:spPr/>
        <p:txBody>
          <a:bodyPr/>
          <a:lstStyle>
            <a:lvl1pPr>
              <a:defRPr/>
            </a:lvl1pPr>
          </a:lstStyle>
          <a:p>
            <a:endParaRPr lang="zh-CN" altLang="zh-CN">
              <a:solidFill>
                <a:srgbClr val="000000"/>
              </a:solidFill>
            </a:endParaRPr>
          </a:p>
        </p:txBody>
      </p:sp>
      <p:sp>
        <p:nvSpPr>
          <p:cNvPr id="4" name="灯片编号占位符 3"/>
          <p:cNvSpPr>
            <a:spLocks noGrp="1"/>
          </p:cNvSpPr>
          <p:nvPr>
            <p:ph type="sldNum" sz="quarter" idx="12"/>
          </p:nvPr>
        </p:nvSpPr>
        <p:spPr/>
        <p:txBody>
          <a:bodyPr/>
          <a:lstStyle>
            <a:lvl1pPr>
              <a:defRPr/>
            </a:lvl1pPr>
          </a:lstStyle>
          <a:p>
            <a:fld id="{BC6EFDA6-6DF7-42D1-905A-302F18BEE668}" type="slidenum">
              <a:rPr lang="zh-CN" altLang="zh-CN">
                <a:solidFill>
                  <a:srgbClr val="000000"/>
                </a:solidFill>
              </a:rPr>
              <a:pPr/>
              <a:t>‹#›</a:t>
            </a:fld>
            <a:endParaRPr lang="zh-CN" altLang="zh-CN">
              <a:solidFill>
                <a:srgbClr val="000000"/>
              </a:solidFill>
            </a:endParaRPr>
          </a:p>
        </p:txBody>
      </p:sp>
    </p:spTree>
    <p:extLst>
      <p:ext uri="{BB962C8B-B14F-4D97-AF65-F5344CB8AC3E}">
        <p14:creationId xmlns:p14="http://schemas.microsoft.com/office/powerpoint/2010/main" val="305221705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zh-CN"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zh-CN"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7D86E892-3DF4-4D48-94E4-B58D28D0C6B8}" type="slidenum">
              <a:rPr lang="zh-CN" altLang="zh-CN">
                <a:solidFill>
                  <a:srgbClr val="000000"/>
                </a:solidFill>
              </a:rPr>
              <a:pPr/>
              <a:t>‹#›</a:t>
            </a:fld>
            <a:endParaRPr lang="zh-CN" altLang="zh-CN">
              <a:solidFill>
                <a:srgbClr val="000000"/>
              </a:solidFill>
            </a:endParaRPr>
          </a:p>
        </p:txBody>
      </p:sp>
    </p:spTree>
    <p:extLst>
      <p:ext uri="{BB962C8B-B14F-4D97-AF65-F5344CB8AC3E}">
        <p14:creationId xmlns:p14="http://schemas.microsoft.com/office/powerpoint/2010/main" val="344375019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zh-CN"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zh-CN"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4B12848D-D122-45DA-9B30-87B9E0D36F4F}" type="slidenum">
              <a:rPr lang="zh-CN" altLang="zh-CN">
                <a:solidFill>
                  <a:srgbClr val="000000"/>
                </a:solidFill>
              </a:rPr>
              <a:pPr/>
              <a:t>‹#›</a:t>
            </a:fld>
            <a:endParaRPr lang="zh-CN" altLang="zh-CN">
              <a:solidFill>
                <a:srgbClr val="000000"/>
              </a:solidFill>
            </a:endParaRPr>
          </a:p>
        </p:txBody>
      </p:sp>
    </p:spTree>
    <p:extLst>
      <p:ext uri="{BB962C8B-B14F-4D97-AF65-F5344CB8AC3E}">
        <p14:creationId xmlns:p14="http://schemas.microsoft.com/office/powerpoint/2010/main" val="319756932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zh-CN"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zh-CN"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B79843C4-C4F7-4E98-88A8-32C2F6ABD565}" type="slidenum">
              <a:rPr lang="zh-CN" altLang="zh-CN">
                <a:solidFill>
                  <a:srgbClr val="000000"/>
                </a:solidFill>
              </a:rPr>
              <a:pPr/>
              <a:t>‹#›</a:t>
            </a:fld>
            <a:endParaRPr lang="zh-CN" altLang="zh-CN">
              <a:solidFill>
                <a:srgbClr val="000000"/>
              </a:solidFill>
            </a:endParaRPr>
          </a:p>
        </p:txBody>
      </p:sp>
    </p:spTree>
    <p:extLst>
      <p:ext uri="{BB962C8B-B14F-4D97-AF65-F5344CB8AC3E}">
        <p14:creationId xmlns:p14="http://schemas.microsoft.com/office/powerpoint/2010/main" val="297571909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455151" y="-211138"/>
            <a:ext cx="2688167" cy="5522913"/>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390651" y="-211138"/>
            <a:ext cx="7861300" cy="5522913"/>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zh-CN"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zh-CN"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377C382F-ED13-4711-A41F-B7D126872B5C}" type="slidenum">
              <a:rPr lang="zh-CN" altLang="zh-CN">
                <a:solidFill>
                  <a:srgbClr val="000000"/>
                </a:solidFill>
              </a:rPr>
              <a:pPr/>
              <a:t>‹#›</a:t>
            </a:fld>
            <a:endParaRPr lang="zh-CN" altLang="zh-CN">
              <a:solidFill>
                <a:srgbClr val="000000"/>
              </a:solidFill>
            </a:endParaRPr>
          </a:p>
        </p:txBody>
      </p:sp>
    </p:spTree>
    <p:extLst>
      <p:ext uri="{BB962C8B-B14F-4D97-AF65-F5344CB8AC3E}">
        <p14:creationId xmlns:p14="http://schemas.microsoft.com/office/powerpoint/2010/main" val="262474700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752600" y="-211138"/>
            <a:ext cx="10390717" cy="1141413"/>
          </a:xfrm>
        </p:spPr>
        <p:txBody>
          <a:bodyPr/>
          <a:lstStyle/>
          <a:p>
            <a:r>
              <a:rPr lang="zh-CN" altLang="en-US"/>
              <a:t>单击此处编辑母版标题样式</a:t>
            </a:r>
          </a:p>
        </p:txBody>
      </p:sp>
      <p:sp>
        <p:nvSpPr>
          <p:cNvPr id="3" name="文本占位符 2"/>
          <p:cNvSpPr>
            <a:spLocks noGrp="1"/>
          </p:cNvSpPr>
          <p:nvPr>
            <p:ph type="body" sz="half" idx="1"/>
          </p:nvPr>
        </p:nvSpPr>
        <p:spPr>
          <a:xfrm>
            <a:off x="1390651" y="1196975"/>
            <a:ext cx="508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673851" y="1196975"/>
            <a:ext cx="508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1219200" y="6324600"/>
            <a:ext cx="2540000" cy="457200"/>
          </a:xfrm>
        </p:spPr>
        <p:txBody>
          <a:bodyPr/>
          <a:lstStyle>
            <a:lvl1pPr>
              <a:defRPr/>
            </a:lvl1pPr>
          </a:lstStyle>
          <a:p>
            <a:endParaRPr lang="zh-CN" altLang="zh-CN">
              <a:solidFill>
                <a:srgbClr val="000000"/>
              </a:solidFill>
            </a:endParaRPr>
          </a:p>
        </p:txBody>
      </p:sp>
      <p:sp>
        <p:nvSpPr>
          <p:cNvPr id="6" name="页脚占位符 5"/>
          <p:cNvSpPr>
            <a:spLocks noGrp="1"/>
          </p:cNvSpPr>
          <p:nvPr>
            <p:ph type="ftr" sz="quarter" idx="11"/>
          </p:nvPr>
        </p:nvSpPr>
        <p:spPr>
          <a:xfrm>
            <a:off x="4470400" y="6324600"/>
            <a:ext cx="3860800" cy="457200"/>
          </a:xfrm>
        </p:spPr>
        <p:txBody>
          <a:bodyPr/>
          <a:lstStyle>
            <a:lvl1pPr>
              <a:defRPr/>
            </a:lvl1pPr>
          </a:lstStyle>
          <a:p>
            <a:endParaRPr lang="zh-CN" altLang="zh-CN">
              <a:solidFill>
                <a:srgbClr val="000000"/>
              </a:solidFill>
            </a:endParaRPr>
          </a:p>
        </p:txBody>
      </p:sp>
      <p:sp>
        <p:nvSpPr>
          <p:cNvPr id="7" name="灯片编号占位符 6"/>
          <p:cNvSpPr>
            <a:spLocks noGrp="1"/>
          </p:cNvSpPr>
          <p:nvPr>
            <p:ph type="sldNum" sz="quarter" idx="12"/>
          </p:nvPr>
        </p:nvSpPr>
        <p:spPr>
          <a:xfrm>
            <a:off x="9042400" y="6324600"/>
            <a:ext cx="2540000" cy="457200"/>
          </a:xfrm>
        </p:spPr>
        <p:txBody>
          <a:bodyPr/>
          <a:lstStyle>
            <a:lvl1pPr>
              <a:defRPr/>
            </a:lvl1pPr>
          </a:lstStyle>
          <a:p>
            <a:fld id="{B20FD9E7-0068-4DFA-A4FC-24E04C68D44B}" type="slidenum">
              <a:rPr lang="zh-CN" altLang="zh-CN">
                <a:solidFill>
                  <a:srgbClr val="000000"/>
                </a:solidFill>
              </a:rPr>
              <a:pPr/>
              <a:t>‹#›</a:t>
            </a:fld>
            <a:endParaRPr lang="zh-CN" altLang="zh-CN">
              <a:solidFill>
                <a:srgbClr val="000000"/>
              </a:solidFill>
            </a:endParaRPr>
          </a:p>
        </p:txBody>
      </p:sp>
    </p:spTree>
    <p:extLst>
      <p:ext uri="{BB962C8B-B14F-4D97-AF65-F5344CB8AC3E}">
        <p14:creationId xmlns:p14="http://schemas.microsoft.com/office/powerpoint/2010/main" val="103945066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752600" y="-211138"/>
            <a:ext cx="10390717" cy="1141413"/>
          </a:xfrm>
        </p:spPr>
        <p:txBody>
          <a:bodyPr/>
          <a:lstStyle/>
          <a:p>
            <a:r>
              <a:rPr lang="zh-CN" altLang="en-US"/>
              <a:t>单击此处编辑母版标题样式</a:t>
            </a:r>
          </a:p>
        </p:txBody>
      </p:sp>
      <p:sp>
        <p:nvSpPr>
          <p:cNvPr id="3" name="表格占位符 2"/>
          <p:cNvSpPr>
            <a:spLocks noGrp="1"/>
          </p:cNvSpPr>
          <p:nvPr>
            <p:ph type="tbl" idx="1"/>
          </p:nvPr>
        </p:nvSpPr>
        <p:spPr>
          <a:xfrm>
            <a:off x="1390651" y="1196975"/>
            <a:ext cx="10363200" cy="4114800"/>
          </a:xfrm>
        </p:spPr>
        <p:txBody>
          <a:bodyPr/>
          <a:lstStyle/>
          <a:p>
            <a:endParaRPr lang="zh-CN" altLang="en-US"/>
          </a:p>
        </p:txBody>
      </p:sp>
      <p:sp>
        <p:nvSpPr>
          <p:cNvPr id="4" name="日期占位符 3"/>
          <p:cNvSpPr>
            <a:spLocks noGrp="1"/>
          </p:cNvSpPr>
          <p:nvPr>
            <p:ph type="dt" sz="half" idx="10"/>
          </p:nvPr>
        </p:nvSpPr>
        <p:spPr>
          <a:xfrm>
            <a:off x="1219200" y="6324600"/>
            <a:ext cx="2540000" cy="457200"/>
          </a:xfrm>
        </p:spPr>
        <p:txBody>
          <a:bodyPr/>
          <a:lstStyle>
            <a:lvl1pPr>
              <a:defRPr/>
            </a:lvl1pPr>
          </a:lstStyle>
          <a:p>
            <a:endParaRPr lang="zh-CN" altLang="zh-CN">
              <a:solidFill>
                <a:srgbClr val="000000"/>
              </a:solidFill>
            </a:endParaRPr>
          </a:p>
        </p:txBody>
      </p:sp>
      <p:sp>
        <p:nvSpPr>
          <p:cNvPr id="5" name="页脚占位符 4"/>
          <p:cNvSpPr>
            <a:spLocks noGrp="1"/>
          </p:cNvSpPr>
          <p:nvPr>
            <p:ph type="ftr" sz="quarter" idx="11"/>
          </p:nvPr>
        </p:nvSpPr>
        <p:spPr>
          <a:xfrm>
            <a:off x="4470400" y="6324600"/>
            <a:ext cx="3860800" cy="457200"/>
          </a:xfrm>
        </p:spPr>
        <p:txBody>
          <a:bodyPr/>
          <a:lstStyle>
            <a:lvl1pPr>
              <a:defRPr/>
            </a:lvl1pPr>
          </a:lstStyle>
          <a:p>
            <a:endParaRPr lang="zh-CN" altLang="zh-CN">
              <a:solidFill>
                <a:srgbClr val="000000"/>
              </a:solidFill>
            </a:endParaRPr>
          </a:p>
        </p:txBody>
      </p:sp>
      <p:sp>
        <p:nvSpPr>
          <p:cNvPr id="6" name="灯片编号占位符 5"/>
          <p:cNvSpPr>
            <a:spLocks noGrp="1"/>
          </p:cNvSpPr>
          <p:nvPr>
            <p:ph type="sldNum" sz="quarter" idx="12"/>
          </p:nvPr>
        </p:nvSpPr>
        <p:spPr>
          <a:xfrm>
            <a:off x="9042400" y="6324600"/>
            <a:ext cx="2540000" cy="457200"/>
          </a:xfrm>
        </p:spPr>
        <p:txBody>
          <a:bodyPr/>
          <a:lstStyle>
            <a:lvl1pPr>
              <a:defRPr/>
            </a:lvl1pPr>
          </a:lstStyle>
          <a:p>
            <a:fld id="{EC6999A7-FDDC-4224-88D1-0D4B660789E4}" type="slidenum">
              <a:rPr lang="zh-CN" altLang="zh-CN">
                <a:solidFill>
                  <a:srgbClr val="000000"/>
                </a:solidFill>
              </a:rPr>
              <a:pPr/>
              <a:t>‹#›</a:t>
            </a:fld>
            <a:endParaRPr lang="zh-CN" altLang="zh-CN">
              <a:solidFill>
                <a:srgbClr val="000000"/>
              </a:solidFill>
            </a:endParaRPr>
          </a:p>
        </p:txBody>
      </p:sp>
    </p:spTree>
    <p:extLst>
      <p:ext uri="{BB962C8B-B14F-4D97-AF65-F5344CB8AC3E}">
        <p14:creationId xmlns:p14="http://schemas.microsoft.com/office/powerpoint/2010/main" val="11203649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1390651" y="-211138"/>
            <a:ext cx="10752667" cy="55229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a:xfrm>
            <a:off x="1219200" y="6324600"/>
            <a:ext cx="2540000" cy="457200"/>
          </a:xfrm>
        </p:spPr>
        <p:txBody>
          <a:bodyPr/>
          <a:lstStyle>
            <a:lvl1pPr>
              <a:defRPr/>
            </a:lvl1pPr>
          </a:lstStyle>
          <a:p>
            <a:endParaRPr lang="zh-CN" altLang="zh-CN">
              <a:solidFill>
                <a:srgbClr val="000000"/>
              </a:solidFill>
            </a:endParaRPr>
          </a:p>
        </p:txBody>
      </p:sp>
      <p:sp>
        <p:nvSpPr>
          <p:cNvPr id="4" name="页脚占位符 3"/>
          <p:cNvSpPr>
            <a:spLocks noGrp="1"/>
          </p:cNvSpPr>
          <p:nvPr>
            <p:ph type="ftr" sz="quarter" idx="11"/>
          </p:nvPr>
        </p:nvSpPr>
        <p:spPr>
          <a:xfrm>
            <a:off x="4470400" y="6324600"/>
            <a:ext cx="3860800" cy="457200"/>
          </a:xfrm>
        </p:spPr>
        <p:txBody>
          <a:bodyPr/>
          <a:lstStyle>
            <a:lvl1pPr>
              <a:defRPr/>
            </a:lvl1pPr>
          </a:lstStyle>
          <a:p>
            <a:endParaRPr lang="zh-CN" altLang="zh-CN">
              <a:solidFill>
                <a:srgbClr val="000000"/>
              </a:solidFill>
            </a:endParaRPr>
          </a:p>
        </p:txBody>
      </p:sp>
      <p:sp>
        <p:nvSpPr>
          <p:cNvPr id="5" name="灯片编号占位符 4"/>
          <p:cNvSpPr>
            <a:spLocks noGrp="1"/>
          </p:cNvSpPr>
          <p:nvPr>
            <p:ph type="sldNum" sz="quarter" idx="12"/>
          </p:nvPr>
        </p:nvSpPr>
        <p:spPr>
          <a:xfrm>
            <a:off x="9042400" y="6324600"/>
            <a:ext cx="2540000" cy="457200"/>
          </a:xfrm>
        </p:spPr>
        <p:txBody>
          <a:bodyPr/>
          <a:lstStyle>
            <a:lvl1pPr>
              <a:defRPr/>
            </a:lvl1pPr>
          </a:lstStyle>
          <a:p>
            <a:fld id="{5C91F84F-D663-43CE-91DF-4D739E445A34}" type="slidenum">
              <a:rPr lang="zh-CN" altLang="zh-CN">
                <a:solidFill>
                  <a:srgbClr val="000000"/>
                </a:solidFill>
              </a:rPr>
              <a:pPr/>
              <a:t>‹#›</a:t>
            </a:fld>
            <a:endParaRPr lang="zh-CN" altLang="zh-CN">
              <a:solidFill>
                <a:srgbClr val="000000"/>
              </a:solidFill>
            </a:endParaRPr>
          </a:p>
        </p:txBody>
      </p:sp>
    </p:spTree>
    <p:extLst>
      <p:ext uri="{BB962C8B-B14F-4D97-AF65-F5344CB8AC3E}">
        <p14:creationId xmlns:p14="http://schemas.microsoft.com/office/powerpoint/2010/main" val="16331842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2.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5" Type="http://schemas.openxmlformats.org/officeDocument/2006/relationships/theme" Target="../theme/theme3.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5122" name="Rectangle 2"/>
          <p:cNvSpPr>
            <a:spLocks noChangeArrowheads="1"/>
          </p:cNvSpPr>
          <p:nvPr/>
        </p:nvSpPr>
        <p:spPr bwMode="auto">
          <a:xfrm>
            <a:off x="520700" y="706438"/>
            <a:ext cx="584200" cy="474662"/>
          </a:xfrm>
          <a:prstGeom prst="rect">
            <a:avLst/>
          </a:prstGeom>
          <a:solidFill>
            <a:schemeClr val="accent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lang="zh-CN" altLang="zh-CN" sz="2400">
              <a:solidFill>
                <a:srgbClr val="000000"/>
              </a:solidFill>
            </a:endParaRPr>
          </a:p>
        </p:txBody>
      </p:sp>
      <p:sp>
        <p:nvSpPr>
          <p:cNvPr id="5123" name="Rectangle 3"/>
          <p:cNvSpPr>
            <a:spLocks noChangeArrowheads="1"/>
          </p:cNvSpPr>
          <p:nvPr/>
        </p:nvSpPr>
        <p:spPr bwMode="auto">
          <a:xfrm>
            <a:off x="1030818" y="706438"/>
            <a:ext cx="438149"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lang="zh-CN" altLang="zh-CN" sz="2400">
              <a:solidFill>
                <a:srgbClr val="000000"/>
              </a:solidFill>
            </a:endParaRPr>
          </a:p>
        </p:txBody>
      </p:sp>
      <p:sp>
        <p:nvSpPr>
          <p:cNvPr id="5124" name="Rectangle 4"/>
          <p:cNvSpPr>
            <a:spLocks noChangeArrowheads="1"/>
          </p:cNvSpPr>
          <p:nvPr/>
        </p:nvSpPr>
        <p:spPr bwMode="auto">
          <a:xfrm>
            <a:off x="685801" y="1128713"/>
            <a:ext cx="563033" cy="474662"/>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lang="zh-CN" altLang="zh-CN" sz="2400">
              <a:solidFill>
                <a:srgbClr val="000000"/>
              </a:solidFill>
            </a:endParaRPr>
          </a:p>
        </p:txBody>
      </p:sp>
      <p:sp>
        <p:nvSpPr>
          <p:cNvPr id="5125" name="Rectangle 5"/>
          <p:cNvSpPr>
            <a:spLocks noChangeArrowheads="1"/>
          </p:cNvSpPr>
          <p:nvPr/>
        </p:nvSpPr>
        <p:spPr bwMode="auto">
          <a:xfrm>
            <a:off x="1178984" y="1128713"/>
            <a:ext cx="491067" cy="47466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lang="zh-CN" altLang="zh-CN" sz="2400">
              <a:solidFill>
                <a:srgbClr val="000000"/>
              </a:solidFill>
            </a:endParaRPr>
          </a:p>
        </p:txBody>
      </p:sp>
      <p:sp>
        <p:nvSpPr>
          <p:cNvPr id="5126" name="Rectangle 6"/>
          <p:cNvSpPr>
            <a:spLocks noChangeArrowheads="1"/>
          </p:cNvSpPr>
          <p:nvPr/>
        </p:nvSpPr>
        <p:spPr bwMode="auto">
          <a:xfrm>
            <a:off x="133351" y="1055689"/>
            <a:ext cx="747183"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lang="zh-CN" altLang="zh-CN" sz="2400">
              <a:solidFill>
                <a:srgbClr val="000000"/>
              </a:solidFill>
            </a:endParaRPr>
          </a:p>
        </p:txBody>
      </p:sp>
      <p:sp>
        <p:nvSpPr>
          <p:cNvPr id="5127" name="Rectangle 7"/>
          <p:cNvSpPr>
            <a:spLocks noChangeArrowheads="1"/>
          </p:cNvSpPr>
          <p:nvPr/>
        </p:nvSpPr>
        <p:spPr bwMode="auto">
          <a:xfrm>
            <a:off x="999067" y="442913"/>
            <a:ext cx="42333" cy="1052512"/>
          </a:xfrm>
          <a:prstGeom prst="rect">
            <a:avLst/>
          </a:prstGeom>
          <a:solidFill>
            <a:schemeClr val="bg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lang="zh-CN" altLang="zh-CN" sz="2400">
              <a:solidFill>
                <a:srgbClr val="000000"/>
              </a:solidFill>
            </a:endParaRPr>
          </a:p>
        </p:txBody>
      </p:sp>
      <p:sp>
        <p:nvSpPr>
          <p:cNvPr id="5128" name="Rectangle 8"/>
          <p:cNvSpPr>
            <a:spLocks noChangeArrowheads="1"/>
          </p:cNvSpPr>
          <p:nvPr/>
        </p:nvSpPr>
        <p:spPr bwMode="auto">
          <a:xfrm>
            <a:off x="554567" y="1389063"/>
            <a:ext cx="10968567"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lang="zh-CN" altLang="zh-CN" sz="2400">
              <a:solidFill>
                <a:srgbClr val="000000"/>
              </a:solidFill>
            </a:endParaRPr>
          </a:p>
        </p:txBody>
      </p:sp>
      <p:sp>
        <p:nvSpPr>
          <p:cNvPr id="5129" name="Rectangle 9"/>
          <p:cNvSpPr>
            <a:spLocks noGrp="1" noChangeArrowheads="1"/>
          </p:cNvSpPr>
          <p:nvPr>
            <p:ph type="title"/>
          </p:nvPr>
        </p:nvSpPr>
        <p:spPr bwMode="auto">
          <a:xfrm>
            <a:off x="1534585" y="617538"/>
            <a:ext cx="10390716"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t>单击此处编辑母版标题样式</a:t>
            </a:r>
          </a:p>
        </p:txBody>
      </p:sp>
      <p:sp>
        <p:nvSpPr>
          <p:cNvPr id="5130" name="Rectangle 10"/>
          <p:cNvSpPr>
            <a:spLocks noGrp="1" noChangeArrowheads="1"/>
          </p:cNvSpPr>
          <p:nvPr>
            <p:ph type="body" idx="1"/>
          </p:nvPr>
        </p:nvSpPr>
        <p:spPr bwMode="auto">
          <a:xfrm>
            <a:off x="1576917" y="2017713"/>
            <a:ext cx="10363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5131" name="Rectangle 11"/>
          <p:cNvSpPr>
            <a:spLocks noGrp="1" noChangeArrowheads="1"/>
          </p:cNvSpPr>
          <p:nvPr>
            <p:ph type="dt" sz="half" idx="2"/>
          </p:nvPr>
        </p:nvSpPr>
        <p:spPr bwMode="auto">
          <a:xfrm>
            <a:off x="1219200" y="63246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400">
                <a:ea typeface="+mn-ea"/>
              </a:defRPr>
            </a:lvl1pPr>
          </a:lstStyle>
          <a:p>
            <a:pPr fontAlgn="base">
              <a:spcBef>
                <a:spcPct val="0"/>
              </a:spcBef>
              <a:spcAft>
                <a:spcPct val="0"/>
              </a:spcAft>
            </a:pPr>
            <a:endParaRPr lang="zh-CN" altLang="zh-CN">
              <a:solidFill>
                <a:srgbClr val="000000"/>
              </a:solidFill>
            </a:endParaRPr>
          </a:p>
        </p:txBody>
      </p:sp>
      <p:sp>
        <p:nvSpPr>
          <p:cNvPr id="5132" name="Rectangle 12"/>
          <p:cNvSpPr>
            <a:spLocks noGrp="1" noChangeArrowheads="1"/>
          </p:cNvSpPr>
          <p:nvPr>
            <p:ph type="ftr" sz="quarter" idx="3"/>
          </p:nvPr>
        </p:nvSpPr>
        <p:spPr bwMode="auto">
          <a:xfrm>
            <a:off x="4470400" y="63246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sz="1400">
                <a:ea typeface="+mn-ea"/>
              </a:defRPr>
            </a:lvl1pPr>
          </a:lstStyle>
          <a:p>
            <a:pPr fontAlgn="base">
              <a:spcBef>
                <a:spcPct val="0"/>
              </a:spcBef>
              <a:spcAft>
                <a:spcPct val="0"/>
              </a:spcAft>
            </a:pPr>
            <a:endParaRPr lang="zh-CN" altLang="zh-CN">
              <a:solidFill>
                <a:srgbClr val="000000"/>
              </a:solidFill>
            </a:endParaRPr>
          </a:p>
        </p:txBody>
      </p:sp>
      <p:sp>
        <p:nvSpPr>
          <p:cNvPr id="5133" name="Rectangle 13"/>
          <p:cNvSpPr>
            <a:spLocks noGrp="1" noChangeArrowheads="1"/>
          </p:cNvSpPr>
          <p:nvPr>
            <p:ph type="sldNum" sz="quarter" idx="4"/>
          </p:nvPr>
        </p:nvSpPr>
        <p:spPr bwMode="auto">
          <a:xfrm>
            <a:off x="9042400" y="63246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400">
                <a:ea typeface="+mn-ea"/>
              </a:defRPr>
            </a:lvl1pPr>
          </a:lstStyle>
          <a:p>
            <a:pPr fontAlgn="base">
              <a:spcBef>
                <a:spcPct val="0"/>
              </a:spcBef>
              <a:spcAft>
                <a:spcPct val="0"/>
              </a:spcAft>
            </a:pPr>
            <a:fld id="{E6D14A43-91EA-49E0-AE0A-F00D10224FCB}" type="slidenum">
              <a:rPr lang="zh-CN" altLang="zh-CN">
                <a:solidFill>
                  <a:srgbClr val="000000"/>
                </a:solidFill>
              </a:rPr>
              <a:pPr fontAlgn="base">
                <a:spcBef>
                  <a:spcPct val="0"/>
                </a:spcBef>
                <a:spcAft>
                  <a:spcPct val="0"/>
                </a:spcAft>
              </a:pPr>
              <a:t>‹#›</a:t>
            </a:fld>
            <a:endParaRPr lang="zh-CN" altLang="zh-CN">
              <a:solidFill>
                <a:srgbClr val="000000"/>
              </a:solidFill>
            </a:endParaRPr>
          </a:p>
        </p:txBody>
      </p:sp>
    </p:spTree>
    <p:extLst>
      <p:ext uri="{BB962C8B-B14F-4D97-AF65-F5344CB8AC3E}">
        <p14:creationId xmlns:p14="http://schemas.microsoft.com/office/powerpoint/2010/main" val="29642753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rtl="0" fontAlgn="base">
        <a:spcBef>
          <a:spcPct val="0"/>
        </a:spcBef>
        <a:spcAft>
          <a:spcPct val="0"/>
        </a:spcAft>
        <a:defRPr sz="4400">
          <a:solidFill>
            <a:schemeClr val="tx2"/>
          </a:solidFill>
          <a:latin typeface="+mj-lt"/>
          <a:ea typeface="+mj-ea"/>
          <a:cs typeface="+mj-cs"/>
        </a:defRPr>
      </a:lvl1pPr>
      <a:lvl2pPr algn="l" rtl="0" fontAlgn="base">
        <a:spcBef>
          <a:spcPct val="0"/>
        </a:spcBef>
        <a:spcAft>
          <a:spcPct val="0"/>
        </a:spcAft>
        <a:defRPr sz="4400">
          <a:solidFill>
            <a:schemeClr val="tx2"/>
          </a:solidFill>
          <a:latin typeface="Tahoma" pitchFamily="34" charset="0"/>
          <a:ea typeface="宋体" pitchFamily="2" charset="-122"/>
        </a:defRPr>
      </a:lvl2pPr>
      <a:lvl3pPr algn="l" rtl="0" fontAlgn="base">
        <a:spcBef>
          <a:spcPct val="0"/>
        </a:spcBef>
        <a:spcAft>
          <a:spcPct val="0"/>
        </a:spcAft>
        <a:defRPr sz="4400">
          <a:solidFill>
            <a:schemeClr val="tx2"/>
          </a:solidFill>
          <a:latin typeface="Tahoma" pitchFamily="34" charset="0"/>
          <a:ea typeface="宋体" pitchFamily="2" charset="-122"/>
        </a:defRPr>
      </a:lvl3pPr>
      <a:lvl4pPr algn="l" rtl="0" fontAlgn="base">
        <a:spcBef>
          <a:spcPct val="0"/>
        </a:spcBef>
        <a:spcAft>
          <a:spcPct val="0"/>
        </a:spcAft>
        <a:defRPr sz="4400">
          <a:solidFill>
            <a:schemeClr val="tx2"/>
          </a:solidFill>
          <a:latin typeface="Tahoma" pitchFamily="34" charset="0"/>
          <a:ea typeface="宋体" pitchFamily="2" charset="-122"/>
        </a:defRPr>
      </a:lvl4pPr>
      <a:lvl5pPr algn="l" rtl="0" fontAlgn="base">
        <a:spcBef>
          <a:spcPct val="0"/>
        </a:spcBef>
        <a:spcAft>
          <a:spcPct val="0"/>
        </a:spcAft>
        <a:defRPr sz="4400">
          <a:solidFill>
            <a:schemeClr val="tx2"/>
          </a:solidFill>
          <a:latin typeface="Tahoma" pitchFamily="34" charset="0"/>
          <a:ea typeface="宋体" pitchFamily="2" charset="-122"/>
        </a:defRPr>
      </a:lvl5pPr>
      <a:lvl6pPr marL="457200" algn="l" rtl="0" fontAlgn="base">
        <a:spcBef>
          <a:spcPct val="0"/>
        </a:spcBef>
        <a:spcAft>
          <a:spcPct val="0"/>
        </a:spcAft>
        <a:defRPr sz="4400">
          <a:solidFill>
            <a:schemeClr val="tx2"/>
          </a:solidFill>
          <a:latin typeface="Tahoma" pitchFamily="34" charset="0"/>
          <a:ea typeface="宋体" pitchFamily="2" charset="-122"/>
        </a:defRPr>
      </a:lvl6pPr>
      <a:lvl7pPr marL="914400" algn="l" rtl="0" fontAlgn="base">
        <a:spcBef>
          <a:spcPct val="0"/>
        </a:spcBef>
        <a:spcAft>
          <a:spcPct val="0"/>
        </a:spcAft>
        <a:defRPr sz="4400">
          <a:solidFill>
            <a:schemeClr val="tx2"/>
          </a:solidFill>
          <a:latin typeface="Tahoma" pitchFamily="34" charset="0"/>
          <a:ea typeface="宋体" pitchFamily="2" charset="-122"/>
        </a:defRPr>
      </a:lvl7pPr>
      <a:lvl8pPr marL="1371600" algn="l" rtl="0" fontAlgn="base">
        <a:spcBef>
          <a:spcPct val="0"/>
        </a:spcBef>
        <a:spcAft>
          <a:spcPct val="0"/>
        </a:spcAft>
        <a:defRPr sz="4400">
          <a:solidFill>
            <a:schemeClr val="tx2"/>
          </a:solidFill>
          <a:latin typeface="Tahoma" pitchFamily="34" charset="0"/>
          <a:ea typeface="宋体" pitchFamily="2" charset="-122"/>
        </a:defRPr>
      </a:lvl8pPr>
      <a:lvl9pPr marL="1828800" algn="l" rtl="0" fontAlgn="base">
        <a:spcBef>
          <a:spcPct val="0"/>
        </a:spcBef>
        <a:spcAft>
          <a:spcPct val="0"/>
        </a:spcAft>
        <a:defRPr sz="4400">
          <a:solidFill>
            <a:schemeClr val="tx2"/>
          </a:solidFill>
          <a:latin typeface="Tahoma" pitchFamily="34" charset="0"/>
          <a:ea typeface="宋体" pitchFamily="2" charset="-122"/>
        </a:defRPr>
      </a:lvl9pPr>
    </p:titleStyle>
    <p:bodyStyle>
      <a:lvl1pPr marL="342900" indent="-342900" algn="l" rtl="0" fontAlgn="base">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fontAlgn="base">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7170" name="Rectangle 2"/>
          <p:cNvSpPr>
            <a:spLocks noChangeArrowheads="1"/>
          </p:cNvSpPr>
          <p:nvPr/>
        </p:nvSpPr>
        <p:spPr bwMode="auto">
          <a:xfrm>
            <a:off x="520700" y="442913"/>
            <a:ext cx="584200" cy="474662"/>
          </a:xfrm>
          <a:prstGeom prst="rect">
            <a:avLst/>
          </a:prstGeom>
          <a:solidFill>
            <a:schemeClr val="accent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lang="zh-CN" altLang="zh-CN" sz="2400">
              <a:solidFill>
                <a:srgbClr val="000000"/>
              </a:solidFill>
            </a:endParaRPr>
          </a:p>
        </p:txBody>
      </p:sp>
      <p:sp>
        <p:nvSpPr>
          <p:cNvPr id="7171" name="Rectangle 3"/>
          <p:cNvSpPr>
            <a:spLocks noChangeArrowheads="1"/>
          </p:cNvSpPr>
          <p:nvPr/>
        </p:nvSpPr>
        <p:spPr bwMode="auto">
          <a:xfrm>
            <a:off x="1030818" y="442913"/>
            <a:ext cx="438149"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lang="zh-CN" altLang="zh-CN" sz="2400">
              <a:solidFill>
                <a:srgbClr val="000000"/>
              </a:solidFill>
            </a:endParaRPr>
          </a:p>
        </p:txBody>
      </p:sp>
      <p:sp>
        <p:nvSpPr>
          <p:cNvPr id="7172" name="Rectangle 4"/>
          <p:cNvSpPr>
            <a:spLocks noChangeArrowheads="1"/>
          </p:cNvSpPr>
          <p:nvPr/>
        </p:nvSpPr>
        <p:spPr bwMode="auto">
          <a:xfrm>
            <a:off x="685801" y="865188"/>
            <a:ext cx="563033" cy="474662"/>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lang="zh-CN" altLang="zh-CN" sz="2400">
              <a:solidFill>
                <a:srgbClr val="000000"/>
              </a:solidFill>
            </a:endParaRPr>
          </a:p>
        </p:txBody>
      </p:sp>
      <p:sp>
        <p:nvSpPr>
          <p:cNvPr id="7173" name="Rectangle 5"/>
          <p:cNvSpPr>
            <a:spLocks noChangeArrowheads="1"/>
          </p:cNvSpPr>
          <p:nvPr/>
        </p:nvSpPr>
        <p:spPr bwMode="auto">
          <a:xfrm>
            <a:off x="1178984" y="865188"/>
            <a:ext cx="491067" cy="47466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lang="zh-CN" altLang="zh-CN" sz="2400">
              <a:solidFill>
                <a:srgbClr val="000000"/>
              </a:solidFill>
            </a:endParaRPr>
          </a:p>
        </p:txBody>
      </p:sp>
      <p:sp>
        <p:nvSpPr>
          <p:cNvPr id="7174" name="Rectangle 6"/>
          <p:cNvSpPr>
            <a:spLocks noChangeArrowheads="1"/>
          </p:cNvSpPr>
          <p:nvPr/>
        </p:nvSpPr>
        <p:spPr bwMode="auto">
          <a:xfrm>
            <a:off x="133351" y="792164"/>
            <a:ext cx="747183"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lang="zh-CN" altLang="zh-CN" sz="2400">
              <a:solidFill>
                <a:srgbClr val="000000"/>
              </a:solidFill>
            </a:endParaRPr>
          </a:p>
        </p:txBody>
      </p:sp>
      <p:sp>
        <p:nvSpPr>
          <p:cNvPr id="7175" name="Rectangle 7"/>
          <p:cNvSpPr>
            <a:spLocks noChangeArrowheads="1"/>
          </p:cNvSpPr>
          <p:nvPr/>
        </p:nvSpPr>
        <p:spPr bwMode="auto">
          <a:xfrm>
            <a:off x="999067" y="179388"/>
            <a:ext cx="42333" cy="1052512"/>
          </a:xfrm>
          <a:prstGeom prst="rect">
            <a:avLst/>
          </a:prstGeom>
          <a:solidFill>
            <a:schemeClr val="bg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lang="zh-CN" altLang="zh-CN" sz="2400">
              <a:solidFill>
                <a:srgbClr val="000000"/>
              </a:solidFill>
            </a:endParaRPr>
          </a:p>
        </p:txBody>
      </p:sp>
      <p:sp>
        <p:nvSpPr>
          <p:cNvPr id="7176" name="Rectangle 8"/>
          <p:cNvSpPr>
            <a:spLocks noChangeArrowheads="1"/>
          </p:cNvSpPr>
          <p:nvPr/>
        </p:nvSpPr>
        <p:spPr bwMode="auto">
          <a:xfrm>
            <a:off x="554567" y="1125538"/>
            <a:ext cx="10968567"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lang="zh-CN" altLang="zh-CN" sz="2400">
              <a:solidFill>
                <a:srgbClr val="000000"/>
              </a:solidFill>
            </a:endParaRPr>
          </a:p>
        </p:txBody>
      </p:sp>
      <p:sp>
        <p:nvSpPr>
          <p:cNvPr id="7177" name="Rectangle 9"/>
          <p:cNvSpPr>
            <a:spLocks noGrp="1" noChangeArrowheads="1"/>
          </p:cNvSpPr>
          <p:nvPr>
            <p:ph type="title"/>
          </p:nvPr>
        </p:nvSpPr>
        <p:spPr bwMode="auto">
          <a:xfrm>
            <a:off x="2159000" y="0"/>
            <a:ext cx="10390717"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t>单击此处编辑母版标题样式</a:t>
            </a:r>
          </a:p>
        </p:txBody>
      </p:sp>
      <p:sp>
        <p:nvSpPr>
          <p:cNvPr id="7178" name="Rectangle 10"/>
          <p:cNvSpPr>
            <a:spLocks noGrp="1" noChangeArrowheads="1"/>
          </p:cNvSpPr>
          <p:nvPr>
            <p:ph type="body" idx="1"/>
          </p:nvPr>
        </p:nvSpPr>
        <p:spPr bwMode="auto">
          <a:xfrm>
            <a:off x="1576917" y="2017713"/>
            <a:ext cx="10363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7179" name="Rectangle 11"/>
          <p:cNvSpPr>
            <a:spLocks noGrp="1" noChangeArrowheads="1"/>
          </p:cNvSpPr>
          <p:nvPr>
            <p:ph type="dt" sz="half" idx="2"/>
          </p:nvPr>
        </p:nvSpPr>
        <p:spPr bwMode="auto">
          <a:xfrm>
            <a:off x="1219200" y="63246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400">
                <a:ea typeface="+mn-ea"/>
              </a:defRPr>
            </a:lvl1pPr>
          </a:lstStyle>
          <a:p>
            <a:pPr fontAlgn="base">
              <a:spcBef>
                <a:spcPct val="0"/>
              </a:spcBef>
              <a:spcAft>
                <a:spcPct val="0"/>
              </a:spcAft>
            </a:pPr>
            <a:endParaRPr lang="zh-CN" altLang="zh-CN">
              <a:solidFill>
                <a:srgbClr val="000000"/>
              </a:solidFill>
            </a:endParaRPr>
          </a:p>
        </p:txBody>
      </p:sp>
      <p:sp>
        <p:nvSpPr>
          <p:cNvPr id="7180" name="Rectangle 12"/>
          <p:cNvSpPr>
            <a:spLocks noGrp="1" noChangeArrowheads="1"/>
          </p:cNvSpPr>
          <p:nvPr>
            <p:ph type="ftr" sz="quarter" idx="3"/>
          </p:nvPr>
        </p:nvSpPr>
        <p:spPr bwMode="auto">
          <a:xfrm>
            <a:off x="4470400" y="63246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sz="1400">
                <a:ea typeface="+mn-ea"/>
              </a:defRPr>
            </a:lvl1pPr>
          </a:lstStyle>
          <a:p>
            <a:pPr fontAlgn="base">
              <a:spcBef>
                <a:spcPct val="0"/>
              </a:spcBef>
              <a:spcAft>
                <a:spcPct val="0"/>
              </a:spcAft>
            </a:pPr>
            <a:endParaRPr lang="zh-CN" altLang="zh-CN">
              <a:solidFill>
                <a:srgbClr val="000000"/>
              </a:solidFill>
            </a:endParaRPr>
          </a:p>
        </p:txBody>
      </p:sp>
      <p:sp>
        <p:nvSpPr>
          <p:cNvPr id="7181" name="Rectangle 13"/>
          <p:cNvSpPr>
            <a:spLocks noGrp="1" noChangeArrowheads="1"/>
          </p:cNvSpPr>
          <p:nvPr>
            <p:ph type="sldNum" sz="quarter" idx="4"/>
          </p:nvPr>
        </p:nvSpPr>
        <p:spPr bwMode="auto">
          <a:xfrm>
            <a:off x="9042400" y="63246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400">
                <a:ea typeface="+mn-ea"/>
              </a:defRPr>
            </a:lvl1pPr>
          </a:lstStyle>
          <a:p>
            <a:pPr fontAlgn="base">
              <a:spcBef>
                <a:spcPct val="0"/>
              </a:spcBef>
              <a:spcAft>
                <a:spcPct val="0"/>
              </a:spcAft>
            </a:pPr>
            <a:fld id="{218FA561-E8B4-44D2-888D-8F758258D020}" type="slidenum">
              <a:rPr lang="zh-CN" altLang="zh-CN">
                <a:solidFill>
                  <a:srgbClr val="000000"/>
                </a:solidFill>
              </a:rPr>
              <a:pPr fontAlgn="base">
                <a:spcBef>
                  <a:spcPct val="0"/>
                </a:spcBef>
                <a:spcAft>
                  <a:spcPct val="0"/>
                </a:spcAft>
              </a:pPr>
              <a:t>‹#›</a:t>
            </a:fld>
            <a:endParaRPr lang="zh-CN" altLang="zh-CN">
              <a:solidFill>
                <a:srgbClr val="000000"/>
              </a:solidFill>
            </a:endParaRPr>
          </a:p>
        </p:txBody>
      </p:sp>
    </p:spTree>
    <p:extLst>
      <p:ext uri="{BB962C8B-B14F-4D97-AF65-F5344CB8AC3E}">
        <p14:creationId xmlns:p14="http://schemas.microsoft.com/office/powerpoint/2010/main" val="2368192855"/>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Lst>
  <p:txStyles>
    <p:titleStyle>
      <a:lvl1pPr algn="l" rtl="0" fontAlgn="base">
        <a:spcBef>
          <a:spcPct val="0"/>
        </a:spcBef>
        <a:spcAft>
          <a:spcPct val="0"/>
        </a:spcAft>
        <a:defRPr sz="4400">
          <a:solidFill>
            <a:schemeClr val="tx2"/>
          </a:solidFill>
          <a:latin typeface="+mj-lt"/>
          <a:ea typeface="+mj-ea"/>
          <a:cs typeface="+mj-cs"/>
        </a:defRPr>
      </a:lvl1pPr>
      <a:lvl2pPr algn="l" rtl="0" fontAlgn="base">
        <a:spcBef>
          <a:spcPct val="0"/>
        </a:spcBef>
        <a:spcAft>
          <a:spcPct val="0"/>
        </a:spcAft>
        <a:defRPr sz="4400">
          <a:solidFill>
            <a:schemeClr val="tx2"/>
          </a:solidFill>
          <a:latin typeface="Tahoma" pitchFamily="34" charset="0"/>
          <a:ea typeface="宋体" pitchFamily="2" charset="-122"/>
        </a:defRPr>
      </a:lvl2pPr>
      <a:lvl3pPr algn="l" rtl="0" fontAlgn="base">
        <a:spcBef>
          <a:spcPct val="0"/>
        </a:spcBef>
        <a:spcAft>
          <a:spcPct val="0"/>
        </a:spcAft>
        <a:defRPr sz="4400">
          <a:solidFill>
            <a:schemeClr val="tx2"/>
          </a:solidFill>
          <a:latin typeface="Tahoma" pitchFamily="34" charset="0"/>
          <a:ea typeface="宋体" pitchFamily="2" charset="-122"/>
        </a:defRPr>
      </a:lvl3pPr>
      <a:lvl4pPr algn="l" rtl="0" fontAlgn="base">
        <a:spcBef>
          <a:spcPct val="0"/>
        </a:spcBef>
        <a:spcAft>
          <a:spcPct val="0"/>
        </a:spcAft>
        <a:defRPr sz="4400">
          <a:solidFill>
            <a:schemeClr val="tx2"/>
          </a:solidFill>
          <a:latin typeface="Tahoma" pitchFamily="34" charset="0"/>
          <a:ea typeface="宋体" pitchFamily="2" charset="-122"/>
        </a:defRPr>
      </a:lvl4pPr>
      <a:lvl5pPr algn="l" rtl="0" fontAlgn="base">
        <a:spcBef>
          <a:spcPct val="0"/>
        </a:spcBef>
        <a:spcAft>
          <a:spcPct val="0"/>
        </a:spcAft>
        <a:defRPr sz="4400">
          <a:solidFill>
            <a:schemeClr val="tx2"/>
          </a:solidFill>
          <a:latin typeface="Tahoma" pitchFamily="34" charset="0"/>
          <a:ea typeface="宋体" pitchFamily="2" charset="-122"/>
        </a:defRPr>
      </a:lvl5pPr>
      <a:lvl6pPr marL="457200" algn="l" rtl="0" fontAlgn="base">
        <a:spcBef>
          <a:spcPct val="0"/>
        </a:spcBef>
        <a:spcAft>
          <a:spcPct val="0"/>
        </a:spcAft>
        <a:defRPr sz="4400">
          <a:solidFill>
            <a:schemeClr val="tx2"/>
          </a:solidFill>
          <a:latin typeface="Tahoma" pitchFamily="34" charset="0"/>
          <a:ea typeface="宋体" pitchFamily="2" charset="-122"/>
        </a:defRPr>
      </a:lvl6pPr>
      <a:lvl7pPr marL="914400" algn="l" rtl="0" fontAlgn="base">
        <a:spcBef>
          <a:spcPct val="0"/>
        </a:spcBef>
        <a:spcAft>
          <a:spcPct val="0"/>
        </a:spcAft>
        <a:defRPr sz="4400">
          <a:solidFill>
            <a:schemeClr val="tx2"/>
          </a:solidFill>
          <a:latin typeface="Tahoma" pitchFamily="34" charset="0"/>
          <a:ea typeface="宋体" pitchFamily="2" charset="-122"/>
        </a:defRPr>
      </a:lvl7pPr>
      <a:lvl8pPr marL="1371600" algn="l" rtl="0" fontAlgn="base">
        <a:spcBef>
          <a:spcPct val="0"/>
        </a:spcBef>
        <a:spcAft>
          <a:spcPct val="0"/>
        </a:spcAft>
        <a:defRPr sz="4400">
          <a:solidFill>
            <a:schemeClr val="tx2"/>
          </a:solidFill>
          <a:latin typeface="Tahoma" pitchFamily="34" charset="0"/>
          <a:ea typeface="宋体" pitchFamily="2" charset="-122"/>
        </a:defRPr>
      </a:lvl8pPr>
      <a:lvl9pPr marL="1828800" algn="l" rtl="0" fontAlgn="base">
        <a:spcBef>
          <a:spcPct val="0"/>
        </a:spcBef>
        <a:spcAft>
          <a:spcPct val="0"/>
        </a:spcAft>
        <a:defRPr sz="4400">
          <a:solidFill>
            <a:schemeClr val="tx2"/>
          </a:solidFill>
          <a:latin typeface="Tahoma" pitchFamily="34" charset="0"/>
          <a:ea typeface="宋体" pitchFamily="2" charset="-122"/>
        </a:defRPr>
      </a:lvl9pPr>
    </p:titleStyle>
    <p:bodyStyle>
      <a:lvl1pPr marL="342900" indent="-342900" algn="l" rtl="0" fontAlgn="base">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fontAlgn="base">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7410" name="Rectangle 2"/>
          <p:cNvSpPr>
            <a:spLocks noChangeArrowheads="1"/>
          </p:cNvSpPr>
          <p:nvPr/>
        </p:nvSpPr>
        <p:spPr bwMode="auto">
          <a:xfrm>
            <a:off x="459317" y="260351"/>
            <a:ext cx="584200" cy="474663"/>
          </a:xfrm>
          <a:prstGeom prst="rect">
            <a:avLst/>
          </a:prstGeom>
          <a:solidFill>
            <a:schemeClr val="accent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lang="zh-CN" altLang="zh-CN" sz="2400">
              <a:solidFill>
                <a:srgbClr val="000000"/>
              </a:solidFill>
              <a:ea typeface="宋体" pitchFamily="2" charset="-122"/>
            </a:endParaRPr>
          </a:p>
        </p:txBody>
      </p:sp>
      <p:sp>
        <p:nvSpPr>
          <p:cNvPr id="17411" name="Rectangle 3"/>
          <p:cNvSpPr>
            <a:spLocks noChangeArrowheads="1"/>
          </p:cNvSpPr>
          <p:nvPr/>
        </p:nvSpPr>
        <p:spPr bwMode="auto">
          <a:xfrm>
            <a:off x="969434" y="260351"/>
            <a:ext cx="438151"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lang="zh-CN" altLang="zh-CN" sz="2400">
              <a:solidFill>
                <a:srgbClr val="000000"/>
              </a:solidFill>
              <a:ea typeface="宋体" pitchFamily="2" charset="-122"/>
            </a:endParaRPr>
          </a:p>
        </p:txBody>
      </p:sp>
      <p:sp>
        <p:nvSpPr>
          <p:cNvPr id="17412" name="Rectangle 4"/>
          <p:cNvSpPr>
            <a:spLocks noChangeArrowheads="1"/>
          </p:cNvSpPr>
          <p:nvPr/>
        </p:nvSpPr>
        <p:spPr bwMode="auto">
          <a:xfrm>
            <a:off x="624418" y="682626"/>
            <a:ext cx="563033" cy="474663"/>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lang="zh-CN" altLang="zh-CN" sz="2400">
              <a:solidFill>
                <a:srgbClr val="000000"/>
              </a:solidFill>
              <a:ea typeface="宋体" pitchFamily="2" charset="-122"/>
            </a:endParaRPr>
          </a:p>
        </p:txBody>
      </p:sp>
      <p:sp>
        <p:nvSpPr>
          <p:cNvPr id="17413" name="Rectangle 5"/>
          <p:cNvSpPr>
            <a:spLocks noChangeArrowheads="1"/>
          </p:cNvSpPr>
          <p:nvPr/>
        </p:nvSpPr>
        <p:spPr bwMode="auto">
          <a:xfrm>
            <a:off x="1117600" y="682626"/>
            <a:ext cx="491067"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lang="zh-CN" altLang="zh-CN" sz="2400">
              <a:solidFill>
                <a:srgbClr val="000000"/>
              </a:solidFill>
              <a:ea typeface="宋体" pitchFamily="2" charset="-122"/>
            </a:endParaRPr>
          </a:p>
        </p:txBody>
      </p:sp>
      <p:sp>
        <p:nvSpPr>
          <p:cNvPr id="17414" name="Rectangle 6"/>
          <p:cNvSpPr>
            <a:spLocks noChangeArrowheads="1"/>
          </p:cNvSpPr>
          <p:nvPr/>
        </p:nvSpPr>
        <p:spPr bwMode="auto">
          <a:xfrm>
            <a:off x="133351" y="731839"/>
            <a:ext cx="747183"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lang="zh-CN" altLang="zh-CN" sz="2400">
              <a:solidFill>
                <a:srgbClr val="000000"/>
              </a:solidFill>
              <a:ea typeface="宋体" pitchFamily="2" charset="-122"/>
            </a:endParaRPr>
          </a:p>
        </p:txBody>
      </p:sp>
      <p:sp>
        <p:nvSpPr>
          <p:cNvPr id="17415" name="Rectangle 7"/>
          <p:cNvSpPr>
            <a:spLocks noChangeArrowheads="1"/>
          </p:cNvSpPr>
          <p:nvPr/>
        </p:nvSpPr>
        <p:spPr bwMode="auto">
          <a:xfrm>
            <a:off x="937684" y="57151"/>
            <a:ext cx="42333" cy="1052513"/>
          </a:xfrm>
          <a:prstGeom prst="rect">
            <a:avLst/>
          </a:prstGeom>
          <a:solidFill>
            <a:schemeClr val="bg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lang="zh-CN" altLang="zh-CN" sz="2400">
              <a:solidFill>
                <a:srgbClr val="000000"/>
              </a:solidFill>
              <a:ea typeface="宋体" pitchFamily="2" charset="-122"/>
            </a:endParaRPr>
          </a:p>
        </p:txBody>
      </p:sp>
      <p:sp>
        <p:nvSpPr>
          <p:cNvPr id="17416" name="Rectangle 8"/>
          <p:cNvSpPr>
            <a:spLocks noChangeArrowheads="1"/>
          </p:cNvSpPr>
          <p:nvPr/>
        </p:nvSpPr>
        <p:spPr bwMode="auto">
          <a:xfrm>
            <a:off x="514351" y="941388"/>
            <a:ext cx="10968567"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lang="zh-CN" altLang="zh-CN" sz="2400">
              <a:solidFill>
                <a:srgbClr val="000000"/>
              </a:solidFill>
              <a:ea typeface="宋体" pitchFamily="2" charset="-122"/>
            </a:endParaRPr>
          </a:p>
        </p:txBody>
      </p:sp>
      <p:sp>
        <p:nvSpPr>
          <p:cNvPr id="17417" name="Rectangle 9"/>
          <p:cNvSpPr>
            <a:spLocks noGrp="1" noChangeArrowheads="1"/>
          </p:cNvSpPr>
          <p:nvPr>
            <p:ph type="title"/>
          </p:nvPr>
        </p:nvSpPr>
        <p:spPr bwMode="auto">
          <a:xfrm>
            <a:off x="1752600" y="-211138"/>
            <a:ext cx="10390717" cy="1141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t>单击此处编辑母版标题样式</a:t>
            </a:r>
          </a:p>
        </p:txBody>
      </p:sp>
      <p:sp>
        <p:nvSpPr>
          <p:cNvPr id="17418" name="Rectangle 10"/>
          <p:cNvSpPr>
            <a:spLocks noGrp="1" noChangeArrowheads="1"/>
          </p:cNvSpPr>
          <p:nvPr>
            <p:ph type="body" idx="1"/>
          </p:nvPr>
        </p:nvSpPr>
        <p:spPr bwMode="auto">
          <a:xfrm>
            <a:off x="1390651" y="1196975"/>
            <a:ext cx="10363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17419" name="Rectangle 11"/>
          <p:cNvSpPr>
            <a:spLocks noGrp="1" noChangeArrowheads="1"/>
          </p:cNvSpPr>
          <p:nvPr>
            <p:ph type="dt" sz="half" idx="2"/>
          </p:nvPr>
        </p:nvSpPr>
        <p:spPr bwMode="auto">
          <a:xfrm>
            <a:off x="1219200" y="63246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400">
                <a:ea typeface="宋体" pitchFamily="2" charset="-122"/>
              </a:defRPr>
            </a:lvl1pPr>
          </a:lstStyle>
          <a:p>
            <a:pPr fontAlgn="base">
              <a:spcBef>
                <a:spcPct val="0"/>
              </a:spcBef>
              <a:spcAft>
                <a:spcPct val="0"/>
              </a:spcAft>
            </a:pPr>
            <a:endParaRPr lang="zh-CN" altLang="zh-CN">
              <a:solidFill>
                <a:srgbClr val="000000"/>
              </a:solidFill>
            </a:endParaRPr>
          </a:p>
        </p:txBody>
      </p:sp>
      <p:sp>
        <p:nvSpPr>
          <p:cNvPr id="17420" name="Rectangle 12"/>
          <p:cNvSpPr>
            <a:spLocks noGrp="1" noChangeArrowheads="1"/>
          </p:cNvSpPr>
          <p:nvPr>
            <p:ph type="ftr" sz="quarter" idx="3"/>
          </p:nvPr>
        </p:nvSpPr>
        <p:spPr bwMode="auto">
          <a:xfrm>
            <a:off x="4470400" y="63246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sz="1400">
                <a:ea typeface="宋体" pitchFamily="2" charset="-122"/>
              </a:defRPr>
            </a:lvl1pPr>
          </a:lstStyle>
          <a:p>
            <a:pPr fontAlgn="base">
              <a:spcBef>
                <a:spcPct val="0"/>
              </a:spcBef>
              <a:spcAft>
                <a:spcPct val="0"/>
              </a:spcAft>
            </a:pPr>
            <a:endParaRPr lang="zh-CN" altLang="zh-CN">
              <a:solidFill>
                <a:srgbClr val="000000"/>
              </a:solidFill>
            </a:endParaRPr>
          </a:p>
        </p:txBody>
      </p:sp>
      <p:sp>
        <p:nvSpPr>
          <p:cNvPr id="17421" name="Rectangle 13"/>
          <p:cNvSpPr>
            <a:spLocks noGrp="1" noChangeArrowheads="1"/>
          </p:cNvSpPr>
          <p:nvPr>
            <p:ph type="sldNum" sz="quarter" idx="4"/>
          </p:nvPr>
        </p:nvSpPr>
        <p:spPr bwMode="auto">
          <a:xfrm>
            <a:off x="9042400" y="63246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400">
                <a:ea typeface="宋体" pitchFamily="2" charset="-122"/>
              </a:defRPr>
            </a:lvl1pPr>
          </a:lstStyle>
          <a:p>
            <a:pPr fontAlgn="base">
              <a:spcBef>
                <a:spcPct val="0"/>
              </a:spcBef>
              <a:spcAft>
                <a:spcPct val="0"/>
              </a:spcAft>
            </a:pPr>
            <a:fld id="{510CA2D8-F570-4677-B4AB-AF6C8B68E213}" type="slidenum">
              <a:rPr lang="zh-CN" altLang="zh-CN">
                <a:solidFill>
                  <a:srgbClr val="000000"/>
                </a:solidFill>
              </a:rPr>
              <a:pPr fontAlgn="base">
                <a:spcBef>
                  <a:spcPct val="0"/>
                </a:spcBef>
                <a:spcAft>
                  <a:spcPct val="0"/>
                </a:spcAft>
              </a:pPr>
              <a:t>‹#›</a:t>
            </a:fld>
            <a:endParaRPr lang="zh-CN" altLang="zh-CN">
              <a:solidFill>
                <a:srgbClr val="000000"/>
              </a:solidFill>
            </a:endParaRPr>
          </a:p>
        </p:txBody>
      </p:sp>
    </p:spTree>
    <p:extLst>
      <p:ext uri="{BB962C8B-B14F-4D97-AF65-F5344CB8AC3E}">
        <p14:creationId xmlns:p14="http://schemas.microsoft.com/office/powerpoint/2010/main" val="2717621895"/>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Lst>
  <p:txStyles>
    <p:titleStyle>
      <a:lvl1pPr algn="l" rtl="0" fontAlgn="base">
        <a:spcBef>
          <a:spcPct val="0"/>
        </a:spcBef>
        <a:spcAft>
          <a:spcPct val="0"/>
        </a:spcAft>
        <a:defRPr sz="4400" b="1">
          <a:solidFill>
            <a:schemeClr val="tx2"/>
          </a:solidFill>
          <a:latin typeface="+mj-lt"/>
          <a:ea typeface="+mj-ea"/>
          <a:cs typeface="+mj-cs"/>
        </a:defRPr>
      </a:lvl1pPr>
      <a:lvl2pPr algn="l" rtl="0" fontAlgn="base">
        <a:spcBef>
          <a:spcPct val="0"/>
        </a:spcBef>
        <a:spcAft>
          <a:spcPct val="0"/>
        </a:spcAft>
        <a:defRPr sz="4400" b="1">
          <a:solidFill>
            <a:schemeClr val="tx2"/>
          </a:solidFill>
          <a:latin typeface="Tahoma" pitchFamily="34" charset="0"/>
          <a:ea typeface="楷体_GB2312" pitchFamily="49" charset="-122"/>
        </a:defRPr>
      </a:lvl2pPr>
      <a:lvl3pPr algn="l" rtl="0" fontAlgn="base">
        <a:spcBef>
          <a:spcPct val="0"/>
        </a:spcBef>
        <a:spcAft>
          <a:spcPct val="0"/>
        </a:spcAft>
        <a:defRPr sz="4400" b="1">
          <a:solidFill>
            <a:schemeClr val="tx2"/>
          </a:solidFill>
          <a:latin typeface="Tahoma" pitchFamily="34" charset="0"/>
          <a:ea typeface="楷体_GB2312" pitchFamily="49" charset="-122"/>
        </a:defRPr>
      </a:lvl3pPr>
      <a:lvl4pPr algn="l" rtl="0" fontAlgn="base">
        <a:spcBef>
          <a:spcPct val="0"/>
        </a:spcBef>
        <a:spcAft>
          <a:spcPct val="0"/>
        </a:spcAft>
        <a:defRPr sz="4400" b="1">
          <a:solidFill>
            <a:schemeClr val="tx2"/>
          </a:solidFill>
          <a:latin typeface="Tahoma" pitchFamily="34" charset="0"/>
          <a:ea typeface="楷体_GB2312" pitchFamily="49" charset="-122"/>
        </a:defRPr>
      </a:lvl4pPr>
      <a:lvl5pPr algn="l" rtl="0" fontAlgn="base">
        <a:spcBef>
          <a:spcPct val="0"/>
        </a:spcBef>
        <a:spcAft>
          <a:spcPct val="0"/>
        </a:spcAft>
        <a:defRPr sz="4400" b="1">
          <a:solidFill>
            <a:schemeClr val="tx2"/>
          </a:solidFill>
          <a:latin typeface="Tahoma" pitchFamily="34" charset="0"/>
          <a:ea typeface="楷体_GB2312" pitchFamily="49" charset="-122"/>
        </a:defRPr>
      </a:lvl5pPr>
      <a:lvl6pPr marL="457200" algn="l" rtl="0" fontAlgn="base">
        <a:spcBef>
          <a:spcPct val="0"/>
        </a:spcBef>
        <a:spcAft>
          <a:spcPct val="0"/>
        </a:spcAft>
        <a:defRPr sz="4400" b="1">
          <a:solidFill>
            <a:schemeClr val="tx2"/>
          </a:solidFill>
          <a:latin typeface="Tahoma" pitchFamily="34" charset="0"/>
          <a:ea typeface="楷体_GB2312" pitchFamily="49" charset="-122"/>
        </a:defRPr>
      </a:lvl6pPr>
      <a:lvl7pPr marL="914400" algn="l" rtl="0" fontAlgn="base">
        <a:spcBef>
          <a:spcPct val="0"/>
        </a:spcBef>
        <a:spcAft>
          <a:spcPct val="0"/>
        </a:spcAft>
        <a:defRPr sz="4400" b="1">
          <a:solidFill>
            <a:schemeClr val="tx2"/>
          </a:solidFill>
          <a:latin typeface="Tahoma" pitchFamily="34" charset="0"/>
          <a:ea typeface="楷体_GB2312" pitchFamily="49" charset="-122"/>
        </a:defRPr>
      </a:lvl7pPr>
      <a:lvl8pPr marL="1371600" algn="l" rtl="0" fontAlgn="base">
        <a:spcBef>
          <a:spcPct val="0"/>
        </a:spcBef>
        <a:spcAft>
          <a:spcPct val="0"/>
        </a:spcAft>
        <a:defRPr sz="4400" b="1">
          <a:solidFill>
            <a:schemeClr val="tx2"/>
          </a:solidFill>
          <a:latin typeface="Tahoma" pitchFamily="34" charset="0"/>
          <a:ea typeface="楷体_GB2312" pitchFamily="49" charset="-122"/>
        </a:defRPr>
      </a:lvl8pPr>
      <a:lvl9pPr marL="1828800" algn="l" rtl="0" fontAlgn="base">
        <a:spcBef>
          <a:spcPct val="0"/>
        </a:spcBef>
        <a:spcAft>
          <a:spcPct val="0"/>
        </a:spcAft>
        <a:defRPr sz="4400" b="1">
          <a:solidFill>
            <a:schemeClr val="tx2"/>
          </a:solidFill>
          <a:latin typeface="Tahoma" pitchFamily="34" charset="0"/>
          <a:ea typeface="楷体_GB2312" pitchFamily="49" charset="-122"/>
        </a:defRPr>
      </a:lvl9pPr>
    </p:titleStyle>
    <p:bodyStyle>
      <a:lvl1pPr marL="342900" indent="-342900" algn="l" rtl="0" fontAlgn="base">
        <a:spcBef>
          <a:spcPct val="20000"/>
        </a:spcBef>
        <a:spcAft>
          <a:spcPct val="0"/>
        </a:spcAft>
        <a:buClr>
          <a:srgbClr val="008000"/>
        </a:buClr>
        <a:buSzPct val="45000"/>
        <a:buFont typeface="Wingdings" pitchFamily="2" charset="2"/>
        <a:buChar char="l"/>
        <a:defRPr sz="3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fontAlgn="base">
        <a:spcBef>
          <a:spcPct val="20000"/>
        </a:spcBef>
        <a:spcAft>
          <a:spcPct val="0"/>
        </a:spcAft>
        <a:buClr>
          <a:schemeClr val="folHlink"/>
        </a:buClr>
        <a:buSzPct val="50000"/>
        <a:buFont typeface="Wingdings" pitchFamily="2" charset="2"/>
        <a:buChar char="n"/>
        <a:defRPr sz="2400">
          <a:solidFill>
            <a:schemeClr val="tx1"/>
          </a:solidFill>
          <a:latin typeface="+mn-lt"/>
          <a:ea typeface="宋体" pitchFamily="2" charset="-122"/>
        </a:defRPr>
      </a:lvl3pPr>
      <a:lvl4pPr marL="1600200" indent="-228600" algn="l" rtl="0" fontAlgn="base">
        <a:spcBef>
          <a:spcPct val="20000"/>
        </a:spcBef>
        <a:spcAft>
          <a:spcPct val="0"/>
        </a:spcAft>
        <a:buClr>
          <a:schemeClr val="accent2"/>
        </a:buClr>
        <a:buSzPct val="55000"/>
        <a:buFont typeface="Wingdings" pitchFamily="2" charset="2"/>
        <a:buChar char="n"/>
        <a:defRPr sz="2000">
          <a:solidFill>
            <a:schemeClr val="tx1"/>
          </a:solidFill>
          <a:latin typeface="+mn-lt"/>
          <a:ea typeface="宋体" pitchFamily="2" charset="-122"/>
        </a:defRPr>
      </a:lvl4pPr>
      <a:lvl5pPr marL="20574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宋体"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Layout" Target="../slideLayouts/slideLayout2.xml"/><Relationship Id="rId1" Type="http://schemas.openxmlformats.org/officeDocument/2006/relationships/themeOverride" Target="../theme/themeOverride1.xml"/><Relationship Id="rId5" Type="http://schemas.openxmlformats.org/officeDocument/2006/relationships/image" Target="../media/image1.gif"/><Relationship Id="rId4" Type="http://schemas.openxmlformats.org/officeDocument/2006/relationships/slide" Target="slide4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slide" Target="slide5.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4.xml"/><Relationship Id="rId1" Type="http://schemas.openxmlformats.org/officeDocument/2006/relationships/vmlDrawing" Target="../drawings/vmlDrawing1.vml"/><Relationship Id="rId4" Type="http://schemas.openxmlformats.org/officeDocument/2006/relationships/image" Target="../media/image2.e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4.xml"/><Relationship Id="rId1" Type="http://schemas.openxmlformats.org/officeDocument/2006/relationships/vmlDrawing" Target="../drawings/vmlDrawing2.vml"/><Relationship Id="rId4" Type="http://schemas.openxmlformats.org/officeDocument/2006/relationships/image" Target="../media/image3.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7.tmp"/><Relationship Id="rId5" Type="http://schemas.openxmlformats.org/officeDocument/2006/relationships/tags" Target="../tags/tag5.xml"/><Relationship Id="rId10" Type="http://schemas.openxmlformats.org/officeDocument/2006/relationships/slideLayout" Target="../slideLayouts/slideLayout33.xml"/><Relationship Id="rId4" Type="http://schemas.openxmlformats.org/officeDocument/2006/relationships/tags" Target="../tags/tag4.xml"/><Relationship Id="rId9" Type="http://schemas.openxmlformats.org/officeDocument/2006/relationships/tags" Target="../tags/tag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5.xml.rels><?xml version="1.0" encoding="UTF-8" standalone="yes"?>
<Relationships xmlns="http://schemas.openxmlformats.org/package/2006/relationships"><Relationship Id="rId8" Type="http://schemas.openxmlformats.org/officeDocument/2006/relationships/tags" Target="../tags/tag17.xml"/><Relationship Id="rId13" Type="http://schemas.openxmlformats.org/officeDocument/2006/relationships/tags" Target="../tags/tag22.xml"/><Relationship Id="rId18" Type="http://schemas.openxmlformats.org/officeDocument/2006/relationships/tags" Target="../tags/tag27.xml"/><Relationship Id="rId3" Type="http://schemas.openxmlformats.org/officeDocument/2006/relationships/tags" Target="../tags/tag12.xml"/><Relationship Id="rId7" Type="http://schemas.openxmlformats.org/officeDocument/2006/relationships/tags" Target="../tags/tag16.xml"/><Relationship Id="rId12" Type="http://schemas.openxmlformats.org/officeDocument/2006/relationships/tags" Target="../tags/tag21.xml"/><Relationship Id="rId17" Type="http://schemas.openxmlformats.org/officeDocument/2006/relationships/tags" Target="../tags/tag26.xml"/><Relationship Id="rId2" Type="http://schemas.openxmlformats.org/officeDocument/2006/relationships/tags" Target="../tags/tag11.xml"/><Relationship Id="rId16" Type="http://schemas.openxmlformats.org/officeDocument/2006/relationships/tags" Target="../tags/tag25.xml"/><Relationship Id="rId20" Type="http://schemas.openxmlformats.org/officeDocument/2006/relationships/image" Target="../media/image7.tmp"/><Relationship Id="rId1" Type="http://schemas.openxmlformats.org/officeDocument/2006/relationships/tags" Target="../tags/tag10.xml"/><Relationship Id="rId6" Type="http://schemas.openxmlformats.org/officeDocument/2006/relationships/tags" Target="../tags/tag15.xml"/><Relationship Id="rId11" Type="http://schemas.openxmlformats.org/officeDocument/2006/relationships/tags" Target="../tags/tag20.xml"/><Relationship Id="rId5" Type="http://schemas.openxmlformats.org/officeDocument/2006/relationships/tags" Target="../tags/tag14.xml"/><Relationship Id="rId15" Type="http://schemas.openxmlformats.org/officeDocument/2006/relationships/tags" Target="../tags/tag24.xml"/><Relationship Id="rId10" Type="http://schemas.openxmlformats.org/officeDocument/2006/relationships/tags" Target="../tags/tag19.xml"/><Relationship Id="rId19" Type="http://schemas.openxmlformats.org/officeDocument/2006/relationships/slideLayout" Target="../slideLayouts/slideLayout33.xml"/><Relationship Id="rId4" Type="http://schemas.openxmlformats.org/officeDocument/2006/relationships/tags" Target="../tags/tag13.xml"/><Relationship Id="rId9" Type="http://schemas.openxmlformats.org/officeDocument/2006/relationships/tags" Target="../tags/tag18.xml"/><Relationship Id="rId14" Type="http://schemas.openxmlformats.org/officeDocument/2006/relationships/tags" Target="../tags/tag23.xml"/></Relationships>
</file>

<file path=ppt/slides/_rels/slide26.xml.rels><?xml version="1.0" encoding="UTF-8" standalone="yes"?>
<Relationships xmlns="http://schemas.openxmlformats.org/package/2006/relationships"><Relationship Id="rId8" Type="http://schemas.openxmlformats.org/officeDocument/2006/relationships/tags" Target="../tags/tag35.xml"/><Relationship Id="rId13" Type="http://schemas.openxmlformats.org/officeDocument/2006/relationships/tags" Target="../tags/tag40.xml"/><Relationship Id="rId18" Type="http://schemas.openxmlformats.org/officeDocument/2006/relationships/tags" Target="../tags/tag45.xml"/><Relationship Id="rId3" Type="http://schemas.openxmlformats.org/officeDocument/2006/relationships/tags" Target="../tags/tag30.xml"/><Relationship Id="rId7" Type="http://schemas.openxmlformats.org/officeDocument/2006/relationships/tags" Target="../tags/tag34.xml"/><Relationship Id="rId12" Type="http://schemas.openxmlformats.org/officeDocument/2006/relationships/tags" Target="../tags/tag39.xml"/><Relationship Id="rId17" Type="http://schemas.openxmlformats.org/officeDocument/2006/relationships/tags" Target="../tags/tag44.xml"/><Relationship Id="rId2" Type="http://schemas.openxmlformats.org/officeDocument/2006/relationships/tags" Target="../tags/tag29.xml"/><Relationship Id="rId16" Type="http://schemas.openxmlformats.org/officeDocument/2006/relationships/tags" Target="../tags/tag43.xml"/><Relationship Id="rId20" Type="http://schemas.openxmlformats.org/officeDocument/2006/relationships/image" Target="../media/image7.tmp"/><Relationship Id="rId1" Type="http://schemas.openxmlformats.org/officeDocument/2006/relationships/tags" Target="../tags/tag28.xml"/><Relationship Id="rId6" Type="http://schemas.openxmlformats.org/officeDocument/2006/relationships/tags" Target="../tags/tag33.xml"/><Relationship Id="rId11" Type="http://schemas.openxmlformats.org/officeDocument/2006/relationships/tags" Target="../tags/tag38.xml"/><Relationship Id="rId5" Type="http://schemas.openxmlformats.org/officeDocument/2006/relationships/tags" Target="../tags/tag32.xml"/><Relationship Id="rId15" Type="http://schemas.openxmlformats.org/officeDocument/2006/relationships/tags" Target="../tags/tag42.xml"/><Relationship Id="rId10" Type="http://schemas.openxmlformats.org/officeDocument/2006/relationships/tags" Target="../tags/tag37.xml"/><Relationship Id="rId19" Type="http://schemas.openxmlformats.org/officeDocument/2006/relationships/slideLayout" Target="../slideLayouts/slideLayout33.xml"/><Relationship Id="rId4" Type="http://schemas.openxmlformats.org/officeDocument/2006/relationships/tags" Target="../tags/tag31.xml"/><Relationship Id="rId9" Type="http://schemas.openxmlformats.org/officeDocument/2006/relationships/tags" Target="../tags/tag36.xml"/><Relationship Id="rId14" Type="http://schemas.openxmlformats.org/officeDocument/2006/relationships/tags" Target="../tags/tag41.xml"/></Relationships>
</file>

<file path=ppt/slides/_rels/slide27.xml.rels><?xml version="1.0" encoding="UTF-8" standalone="yes"?>
<Relationships xmlns="http://schemas.openxmlformats.org/package/2006/relationships"><Relationship Id="rId8" Type="http://schemas.openxmlformats.org/officeDocument/2006/relationships/tags" Target="../tags/tag53.xml"/><Relationship Id="rId13" Type="http://schemas.openxmlformats.org/officeDocument/2006/relationships/tags" Target="../tags/tag58.xml"/><Relationship Id="rId18" Type="http://schemas.openxmlformats.org/officeDocument/2006/relationships/tags" Target="../tags/tag63.xml"/><Relationship Id="rId3" Type="http://schemas.openxmlformats.org/officeDocument/2006/relationships/tags" Target="../tags/tag48.xml"/><Relationship Id="rId7" Type="http://schemas.openxmlformats.org/officeDocument/2006/relationships/tags" Target="../tags/tag52.xml"/><Relationship Id="rId12" Type="http://schemas.openxmlformats.org/officeDocument/2006/relationships/tags" Target="../tags/tag57.xml"/><Relationship Id="rId17" Type="http://schemas.openxmlformats.org/officeDocument/2006/relationships/tags" Target="../tags/tag62.xml"/><Relationship Id="rId2" Type="http://schemas.openxmlformats.org/officeDocument/2006/relationships/tags" Target="../tags/tag47.xml"/><Relationship Id="rId16" Type="http://schemas.openxmlformats.org/officeDocument/2006/relationships/tags" Target="../tags/tag61.xml"/><Relationship Id="rId20" Type="http://schemas.openxmlformats.org/officeDocument/2006/relationships/image" Target="../media/image7.tmp"/><Relationship Id="rId1" Type="http://schemas.openxmlformats.org/officeDocument/2006/relationships/tags" Target="../tags/tag46.xml"/><Relationship Id="rId6" Type="http://schemas.openxmlformats.org/officeDocument/2006/relationships/tags" Target="../tags/tag51.xml"/><Relationship Id="rId11" Type="http://schemas.openxmlformats.org/officeDocument/2006/relationships/tags" Target="../tags/tag56.xml"/><Relationship Id="rId5" Type="http://schemas.openxmlformats.org/officeDocument/2006/relationships/tags" Target="../tags/tag50.xml"/><Relationship Id="rId15" Type="http://schemas.openxmlformats.org/officeDocument/2006/relationships/tags" Target="../tags/tag60.xml"/><Relationship Id="rId10" Type="http://schemas.openxmlformats.org/officeDocument/2006/relationships/tags" Target="../tags/tag55.xml"/><Relationship Id="rId19" Type="http://schemas.openxmlformats.org/officeDocument/2006/relationships/slideLayout" Target="../slideLayouts/slideLayout33.xml"/><Relationship Id="rId4" Type="http://schemas.openxmlformats.org/officeDocument/2006/relationships/tags" Target="../tags/tag49.xml"/><Relationship Id="rId9" Type="http://schemas.openxmlformats.org/officeDocument/2006/relationships/tags" Target="../tags/tag54.xml"/><Relationship Id="rId14" Type="http://schemas.openxmlformats.org/officeDocument/2006/relationships/tags" Target="../tags/tag59.xml"/></Relationships>
</file>

<file path=ppt/slides/_rels/slide28.xml.rels><?xml version="1.0" encoding="UTF-8" standalone="yes"?>
<Relationships xmlns="http://schemas.openxmlformats.org/package/2006/relationships"><Relationship Id="rId8" Type="http://schemas.openxmlformats.org/officeDocument/2006/relationships/tags" Target="../tags/tag71.xml"/><Relationship Id="rId13" Type="http://schemas.openxmlformats.org/officeDocument/2006/relationships/tags" Target="../tags/tag76.xml"/><Relationship Id="rId18" Type="http://schemas.openxmlformats.org/officeDocument/2006/relationships/tags" Target="../tags/tag81.xml"/><Relationship Id="rId3" Type="http://schemas.openxmlformats.org/officeDocument/2006/relationships/tags" Target="../tags/tag66.xml"/><Relationship Id="rId7" Type="http://schemas.openxmlformats.org/officeDocument/2006/relationships/tags" Target="../tags/tag70.xml"/><Relationship Id="rId12" Type="http://schemas.openxmlformats.org/officeDocument/2006/relationships/tags" Target="../tags/tag75.xml"/><Relationship Id="rId17" Type="http://schemas.openxmlformats.org/officeDocument/2006/relationships/tags" Target="../tags/tag80.xml"/><Relationship Id="rId2" Type="http://schemas.openxmlformats.org/officeDocument/2006/relationships/tags" Target="../tags/tag65.xml"/><Relationship Id="rId16" Type="http://schemas.openxmlformats.org/officeDocument/2006/relationships/tags" Target="../tags/tag79.xml"/><Relationship Id="rId20" Type="http://schemas.openxmlformats.org/officeDocument/2006/relationships/image" Target="../media/image7.tmp"/><Relationship Id="rId1" Type="http://schemas.openxmlformats.org/officeDocument/2006/relationships/tags" Target="../tags/tag64.xml"/><Relationship Id="rId6" Type="http://schemas.openxmlformats.org/officeDocument/2006/relationships/tags" Target="../tags/tag69.xml"/><Relationship Id="rId11" Type="http://schemas.openxmlformats.org/officeDocument/2006/relationships/tags" Target="../tags/tag74.xml"/><Relationship Id="rId5" Type="http://schemas.openxmlformats.org/officeDocument/2006/relationships/tags" Target="../tags/tag68.xml"/><Relationship Id="rId15" Type="http://schemas.openxmlformats.org/officeDocument/2006/relationships/tags" Target="../tags/tag78.xml"/><Relationship Id="rId10" Type="http://schemas.openxmlformats.org/officeDocument/2006/relationships/tags" Target="../tags/tag73.xml"/><Relationship Id="rId19" Type="http://schemas.openxmlformats.org/officeDocument/2006/relationships/slideLayout" Target="../slideLayouts/slideLayout33.xml"/><Relationship Id="rId4" Type="http://schemas.openxmlformats.org/officeDocument/2006/relationships/tags" Target="../tags/tag67.xml"/><Relationship Id="rId9" Type="http://schemas.openxmlformats.org/officeDocument/2006/relationships/tags" Target="../tags/tag72.xml"/><Relationship Id="rId14" Type="http://schemas.openxmlformats.org/officeDocument/2006/relationships/tags" Target="../tags/tag77.xml"/></Relationships>
</file>

<file path=ppt/slides/_rels/slide29.xml.rels><?xml version="1.0" encoding="UTF-8" standalone="yes"?>
<Relationships xmlns="http://schemas.openxmlformats.org/package/2006/relationships"><Relationship Id="rId8" Type="http://schemas.openxmlformats.org/officeDocument/2006/relationships/tags" Target="../tags/tag89.xml"/><Relationship Id="rId13" Type="http://schemas.openxmlformats.org/officeDocument/2006/relationships/tags" Target="../tags/tag94.xml"/><Relationship Id="rId18" Type="http://schemas.openxmlformats.org/officeDocument/2006/relationships/tags" Target="../tags/tag99.xml"/><Relationship Id="rId3" Type="http://schemas.openxmlformats.org/officeDocument/2006/relationships/tags" Target="../tags/tag84.xml"/><Relationship Id="rId7" Type="http://schemas.openxmlformats.org/officeDocument/2006/relationships/tags" Target="../tags/tag88.xml"/><Relationship Id="rId12" Type="http://schemas.openxmlformats.org/officeDocument/2006/relationships/tags" Target="../tags/tag93.xml"/><Relationship Id="rId17" Type="http://schemas.openxmlformats.org/officeDocument/2006/relationships/tags" Target="../tags/tag98.xml"/><Relationship Id="rId2" Type="http://schemas.openxmlformats.org/officeDocument/2006/relationships/tags" Target="../tags/tag83.xml"/><Relationship Id="rId16" Type="http://schemas.openxmlformats.org/officeDocument/2006/relationships/tags" Target="../tags/tag97.xml"/><Relationship Id="rId20" Type="http://schemas.openxmlformats.org/officeDocument/2006/relationships/image" Target="../media/image7.tmp"/><Relationship Id="rId1" Type="http://schemas.openxmlformats.org/officeDocument/2006/relationships/tags" Target="../tags/tag82.xml"/><Relationship Id="rId6" Type="http://schemas.openxmlformats.org/officeDocument/2006/relationships/tags" Target="../tags/tag87.xml"/><Relationship Id="rId11" Type="http://schemas.openxmlformats.org/officeDocument/2006/relationships/tags" Target="../tags/tag92.xml"/><Relationship Id="rId5" Type="http://schemas.openxmlformats.org/officeDocument/2006/relationships/tags" Target="../tags/tag86.xml"/><Relationship Id="rId15" Type="http://schemas.openxmlformats.org/officeDocument/2006/relationships/tags" Target="../tags/tag96.xml"/><Relationship Id="rId10" Type="http://schemas.openxmlformats.org/officeDocument/2006/relationships/tags" Target="../tags/tag91.xml"/><Relationship Id="rId19" Type="http://schemas.openxmlformats.org/officeDocument/2006/relationships/slideLayout" Target="../slideLayouts/slideLayout33.xml"/><Relationship Id="rId4" Type="http://schemas.openxmlformats.org/officeDocument/2006/relationships/tags" Target="../tags/tag85.xml"/><Relationship Id="rId9" Type="http://schemas.openxmlformats.org/officeDocument/2006/relationships/tags" Target="../tags/tag90.xml"/><Relationship Id="rId14" Type="http://schemas.openxmlformats.org/officeDocument/2006/relationships/tags" Target="../tags/tag95.xml"/></Relationships>
</file>

<file path=ppt/slides/_rels/slide30.xml.rels><?xml version="1.0" encoding="UTF-8" standalone="yes"?>
<Relationships xmlns="http://schemas.openxmlformats.org/package/2006/relationships"><Relationship Id="rId8" Type="http://schemas.openxmlformats.org/officeDocument/2006/relationships/tags" Target="../tags/tag107.xml"/><Relationship Id="rId13" Type="http://schemas.openxmlformats.org/officeDocument/2006/relationships/tags" Target="../tags/tag112.xml"/><Relationship Id="rId18" Type="http://schemas.openxmlformats.org/officeDocument/2006/relationships/tags" Target="../tags/tag117.xml"/><Relationship Id="rId3" Type="http://schemas.openxmlformats.org/officeDocument/2006/relationships/tags" Target="../tags/tag102.xml"/><Relationship Id="rId7" Type="http://schemas.openxmlformats.org/officeDocument/2006/relationships/tags" Target="../tags/tag106.xml"/><Relationship Id="rId12" Type="http://schemas.openxmlformats.org/officeDocument/2006/relationships/tags" Target="../tags/tag111.xml"/><Relationship Id="rId17" Type="http://schemas.openxmlformats.org/officeDocument/2006/relationships/tags" Target="../tags/tag116.xml"/><Relationship Id="rId2" Type="http://schemas.openxmlformats.org/officeDocument/2006/relationships/tags" Target="../tags/tag101.xml"/><Relationship Id="rId16" Type="http://schemas.openxmlformats.org/officeDocument/2006/relationships/tags" Target="../tags/tag115.xml"/><Relationship Id="rId20" Type="http://schemas.openxmlformats.org/officeDocument/2006/relationships/image" Target="../media/image7.tmp"/><Relationship Id="rId1" Type="http://schemas.openxmlformats.org/officeDocument/2006/relationships/tags" Target="../tags/tag100.xml"/><Relationship Id="rId6" Type="http://schemas.openxmlformats.org/officeDocument/2006/relationships/tags" Target="../tags/tag105.xml"/><Relationship Id="rId11" Type="http://schemas.openxmlformats.org/officeDocument/2006/relationships/tags" Target="../tags/tag110.xml"/><Relationship Id="rId5" Type="http://schemas.openxmlformats.org/officeDocument/2006/relationships/tags" Target="../tags/tag104.xml"/><Relationship Id="rId15" Type="http://schemas.openxmlformats.org/officeDocument/2006/relationships/tags" Target="../tags/tag114.xml"/><Relationship Id="rId10" Type="http://schemas.openxmlformats.org/officeDocument/2006/relationships/tags" Target="../tags/tag109.xml"/><Relationship Id="rId19" Type="http://schemas.openxmlformats.org/officeDocument/2006/relationships/slideLayout" Target="../slideLayouts/slideLayout33.xml"/><Relationship Id="rId4" Type="http://schemas.openxmlformats.org/officeDocument/2006/relationships/tags" Target="../tags/tag103.xml"/><Relationship Id="rId9" Type="http://schemas.openxmlformats.org/officeDocument/2006/relationships/tags" Target="../tags/tag108.xml"/><Relationship Id="rId14" Type="http://schemas.openxmlformats.org/officeDocument/2006/relationships/tags" Target="../tags/tag113.xml"/></Relationships>
</file>

<file path=ppt/slides/_rels/slide31.xml.rels><?xml version="1.0" encoding="UTF-8" standalone="yes"?>
<Relationships xmlns="http://schemas.openxmlformats.org/package/2006/relationships"><Relationship Id="rId8" Type="http://schemas.openxmlformats.org/officeDocument/2006/relationships/tags" Target="../tags/tag125.xml"/><Relationship Id="rId13" Type="http://schemas.openxmlformats.org/officeDocument/2006/relationships/tags" Target="../tags/tag130.xml"/><Relationship Id="rId18" Type="http://schemas.openxmlformats.org/officeDocument/2006/relationships/tags" Target="../tags/tag135.xml"/><Relationship Id="rId3" Type="http://schemas.openxmlformats.org/officeDocument/2006/relationships/tags" Target="../tags/tag120.xml"/><Relationship Id="rId7" Type="http://schemas.openxmlformats.org/officeDocument/2006/relationships/tags" Target="../tags/tag124.xml"/><Relationship Id="rId12" Type="http://schemas.openxmlformats.org/officeDocument/2006/relationships/tags" Target="../tags/tag129.xml"/><Relationship Id="rId17" Type="http://schemas.openxmlformats.org/officeDocument/2006/relationships/tags" Target="../tags/tag134.xml"/><Relationship Id="rId2" Type="http://schemas.openxmlformats.org/officeDocument/2006/relationships/tags" Target="../tags/tag119.xml"/><Relationship Id="rId16" Type="http://schemas.openxmlformats.org/officeDocument/2006/relationships/tags" Target="../tags/tag133.xml"/><Relationship Id="rId20" Type="http://schemas.openxmlformats.org/officeDocument/2006/relationships/image" Target="../media/image7.tmp"/><Relationship Id="rId1" Type="http://schemas.openxmlformats.org/officeDocument/2006/relationships/tags" Target="../tags/tag118.xml"/><Relationship Id="rId6" Type="http://schemas.openxmlformats.org/officeDocument/2006/relationships/tags" Target="../tags/tag123.xml"/><Relationship Id="rId11" Type="http://schemas.openxmlformats.org/officeDocument/2006/relationships/tags" Target="../tags/tag128.xml"/><Relationship Id="rId5" Type="http://schemas.openxmlformats.org/officeDocument/2006/relationships/tags" Target="../tags/tag122.xml"/><Relationship Id="rId15" Type="http://schemas.openxmlformats.org/officeDocument/2006/relationships/tags" Target="../tags/tag132.xml"/><Relationship Id="rId10" Type="http://schemas.openxmlformats.org/officeDocument/2006/relationships/tags" Target="../tags/tag127.xml"/><Relationship Id="rId19" Type="http://schemas.openxmlformats.org/officeDocument/2006/relationships/slideLayout" Target="../slideLayouts/slideLayout33.xml"/><Relationship Id="rId4" Type="http://schemas.openxmlformats.org/officeDocument/2006/relationships/tags" Target="../tags/tag121.xml"/><Relationship Id="rId9" Type="http://schemas.openxmlformats.org/officeDocument/2006/relationships/tags" Target="../tags/tag126.xml"/><Relationship Id="rId14" Type="http://schemas.openxmlformats.org/officeDocument/2006/relationships/tags" Target="../tags/tag1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3" Type="http://schemas.openxmlformats.org/officeDocument/2006/relationships/slide" Target="slide34.xml"/><Relationship Id="rId2" Type="http://schemas.openxmlformats.org/officeDocument/2006/relationships/slide" Target="slide33.xml"/><Relationship Id="rId1" Type="http://schemas.openxmlformats.org/officeDocument/2006/relationships/slideLayout" Target="../slideLayouts/slideLayout14.xml"/><Relationship Id="rId4" Type="http://schemas.openxmlformats.org/officeDocument/2006/relationships/slide" Target="slide35.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4.xml"/><Relationship Id="rId1" Type="http://schemas.openxmlformats.org/officeDocument/2006/relationships/vmlDrawing" Target="../drawings/vmlDrawing3.vml"/><Relationship Id="rId5" Type="http://schemas.openxmlformats.org/officeDocument/2006/relationships/slide" Target="slide32.xml"/><Relationship Id="rId4" Type="http://schemas.openxmlformats.org/officeDocument/2006/relationships/image" Target="../media/image8.e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4.xml"/><Relationship Id="rId1" Type="http://schemas.openxmlformats.org/officeDocument/2006/relationships/vmlDrawing" Target="../drawings/vmlDrawing4.vml"/><Relationship Id="rId5" Type="http://schemas.openxmlformats.org/officeDocument/2006/relationships/slide" Target="slide32.xml"/><Relationship Id="rId4" Type="http://schemas.openxmlformats.org/officeDocument/2006/relationships/image" Target="../media/image9.emf"/></Relationships>
</file>

<file path=ppt/slides/_rels/slide36.xml.rels><?xml version="1.0" encoding="UTF-8" standalone="yes"?>
<Relationships xmlns="http://schemas.openxmlformats.org/package/2006/relationships"><Relationship Id="rId8" Type="http://schemas.openxmlformats.org/officeDocument/2006/relationships/tags" Target="../tags/tag143.xml"/><Relationship Id="rId3" Type="http://schemas.openxmlformats.org/officeDocument/2006/relationships/tags" Target="../tags/tag138.xml"/><Relationship Id="rId7" Type="http://schemas.openxmlformats.org/officeDocument/2006/relationships/tags" Target="../tags/tag142.xml"/><Relationship Id="rId2" Type="http://schemas.openxmlformats.org/officeDocument/2006/relationships/tags" Target="../tags/tag137.xml"/><Relationship Id="rId1" Type="http://schemas.openxmlformats.org/officeDocument/2006/relationships/tags" Target="../tags/tag136.xml"/><Relationship Id="rId6" Type="http://schemas.openxmlformats.org/officeDocument/2006/relationships/tags" Target="../tags/tag141.xml"/><Relationship Id="rId11" Type="http://schemas.openxmlformats.org/officeDocument/2006/relationships/image" Target="../media/image7.tmp"/><Relationship Id="rId5" Type="http://schemas.openxmlformats.org/officeDocument/2006/relationships/tags" Target="../tags/tag140.xml"/><Relationship Id="rId10" Type="http://schemas.openxmlformats.org/officeDocument/2006/relationships/slideLayout" Target="../slideLayouts/slideLayout19.xml"/><Relationship Id="rId4" Type="http://schemas.openxmlformats.org/officeDocument/2006/relationships/tags" Target="../tags/tag139.xml"/><Relationship Id="rId9" Type="http://schemas.openxmlformats.org/officeDocument/2006/relationships/tags" Target="../tags/tag144.xml"/></Relationships>
</file>

<file path=ppt/slides/_rels/slide37.xml.rels><?xml version="1.0" encoding="UTF-8" standalone="yes"?>
<Relationships xmlns="http://schemas.openxmlformats.org/package/2006/relationships"><Relationship Id="rId8" Type="http://schemas.openxmlformats.org/officeDocument/2006/relationships/tags" Target="../tags/tag152.xml"/><Relationship Id="rId3" Type="http://schemas.openxmlformats.org/officeDocument/2006/relationships/tags" Target="../tags/tag147.xml"/><Relationship Id="rId7" Type="http://schemas.openxmlformats.org/officeDocument/2006/relationships/tags" Target="../tags/tag151.xml"/><Relationship Id="rId2" Type="http://schemas.openxmlformats.org/officeDocument/2006/relationships/tags" Target="../tags/tag146.xml"/><Relationship Id="rId1" Type="http://schemas.openxmlformats.org/officeDocument/2006/relationships/tags" Target="../tags/tag145.xml"/><Relationship Id="rId6" Type="http://schemas.openxmlformats.org/officeDocument/2006/relationships/tags" Target="../tags/tag150.xml"/><Relationship Id="rId11" Type="http://schemas.openxmlformats.org/officeDocument/2006/relationships/image" Target="../media/image7.tmp"/><Relationship Id="rId5" Type="http://schemas.openxmlformats.org/officeDocument/2006/relationships/tags" Target="../tags/tag149.xml"/><Relationship Id="rId10" Type="http://schemas.openxmlformats.org/officeDocument/2006/relationships/slideLayout" Target="../slideLayouts/slideLayout19.xml"/><Relationship Id="rId4" Type="http://schemas.openxmlformats.org/officeDocument/2006/relationships/tags" Target="../tags/tag148.xml"/><Relationship Id="rId9" Type="http://schemas.openxmlformats.org/officeDocument/2006/relationships/tags" Target="../tags/tag153.xml"/></Relationships>
</file>

<file path=ppt/slides/_rels/slide38.xml.rels><?xml version="1.0" encoding="UTF-8" standalone="yes"?>
<Relationships xmlns="http://schemas.openxmlformats.org/package/2006/relationships"><Relationship Id="rId8" Type="http://schemas.openxmlformats.org/officeDocument/2006/relationships/tags" Target="../tags/tag161.xml"/><Relationship Id="rId3" Type="http://schemas.openxmlformats.org/officeDocument/2006/relationships/tags" Target="../tags/tag156.xml"/><Relationship Id="rId7" Type="http://schemas.openxmlformats.org/officeDocument/2006/relationships/tags" Target="../tags/tag160.xml"/><Relationship Id="rId2" Type="http://schemas.openxmlformats.org/officeDocument/2006/relationships/tags" Target="../tags/tag155.xml"/><Relationship Id="rId1" Type="http://schemas.openxmlformats.org/officeDocument/2006/relationships/tags" Target="../tags/tag154.xml"/><Relationship Id="rId6" Type="http://schemas.openxmlformats.org/officeDocument/2006/relationships/tags" Target="../tags/tag159.xml"/><Relationship Id="rId11" Type="http://schemas.openxmlformats.org/officeDocument/2006/relationships/image" Target="../media/image7.tmp"/><Relationship Id="rId5" Type="http://schemas.openxmlformats.org/officeDocument/2006/relationships/tags" Target="../tags/tag158.xml"/><Relationship Id="rId10" Type="http://schemas.openxmlformats.org/officeDocument/2006/relationships/slideLayout" Target="../slideLayouts/slideLayout19.xml"/><Relationship Id="rId4" Type="http://schemas.openxmlformats.org/officeDocument/2006/relationships/tags" Target="../tags/tag157.xml"/><Relationship Id="rId9" Type="http://schemas.openxmlformats.org/officeDocument/2006/relationships/tags" Target="../tags/tag162.xml"/></Relationships>
</file>

<file path=ppt/slides/_rels/slide39.xml.rels><?xml version="1.0" encoding="UTF-8" standalone="yes"?>
<Relationships xmlns="http://schemas.openxmlformats.org/package/2006/relationships"><Relationship Id="rId8" Type="http://schemas.openxmlformats.org/officeDocument/2006/relationships/tags" Target="../tags/tag170.xml"/><Relationship Id="rId3" Type="http://schemas.openxmlformats.org/officeDocument/2006/relationships/tags" Target="../tags/tag165.xml"/><Relationship Id="rId7" Type="http://schemas.openxmlformats.org/officeDocument/2006/relationships/tags" Target="../tags/tag169.xml"/><Relationship Id="rId2" Type="http://schemas.openxmlformats.org/officeDocument/2006/relationships/tags" Target="../tags/tag164.xml"/><Relationship Id="rId1" Type="http://schemas.openxmlformats.org/officeDocument/2006/relationships/tags" Target="../tags/tag163.xml"/><Relationship Id="rId6" Type="http://schemas.openxmlformats.org/officeDocument/2006/relationships/tags" Target="../tags/tag168.xml"/><Relationship Id="rId11" Type="http://schemas.openxmlformats.org/officeDocument/2006/relationships/image" Target="../media/image7.tmp"/><Relationship Id="rId5" Type="http://schemas.openxmlformats.org/officeDocument/2006/relationships/tags" Target="../tags/tag167.xml"/><Relationship Id="rId10" Type="http://schemas.openxmlformats.org/officeDocument/2006/relationships/slideLayout" Target="../slideLayouts/slideLayout19.xml"/><Relationship Id="rId4" Type="http://schemas.openxmlformats.org/officeDocument/2006/relationships/tags" Target="../tags/tag166.xml"/><Relationship Id="rId9" Type="http://schemas.openxmlformats.org/officeDocument/2006/relationships/tags" Target="../tags/tag17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5.xml.rels><?xml version="1.0" encoding="UTF-8" standalone="yes"?>
<Relationships xmlns="http://schemas.openxmlformats.org/package/2006/relationships"><Relationship Id="rId8" Type="http://schemas.openxmlformats.org/officeDocument/2006/relationships/tags" Target="../tags/tag179.xml"/><Relationship Id="rId13" Type="http://schemas.openxmlformats.org/officeDocument/2006/relationships/tags" Target="../tags/tag184.xml"/><Relationship Id="rId18" Type="http://schemas.openxmlformats.org/officeDocument/2006/relationships/tags" Target="../tags/tag189.xml"/><Relationship Id="rId3" Type="http://schemas.openxmlformats.org/officeDocument/2006/relationships/tags" Target="../tags/tag174.xml"/><Relationship Id="rId7" Type="http://schemas.openxmlformats.org/officeDocument/2006/relationships/tags" Target="../tags/tag178.xml"/><Relationship Id="rId12" Type="http://schemas.openxmlformats.org/officeDocument/2006/relationships/tags" Target="../tags/tag183.xml"/><Relationship Id="rId17" Type="http://schemas.openxmlformats.org/officeDocument/2006/relationships/tags" Target="../tags/tag188.xml"/><Relationship Id="rId2" Type="http://schemas.openxmlformats.org/officeDocument/2006/relationships/tags" Target="../tags/tag173.xml"/><Relationship Id="rId16" Type="http://schemas.openxmlformats.org/officeDocument/2006/relationships/tags" Target="../tags/tag187.xml"/><Relationship Id="rId20" Type="http://schemas.openxmlformats.org/officeDocument/2006/relationships/image" Target="../media/image7.tmp"/><Relationship Id="rId1" Type="http://schemas.openxmlformats.org/officeDocument/2006/relationships/tags" Target="../tags/tag172.xml"/><Relationship Id="rId6" Type="http://schemas.openxmlformats.org/officeDocument/2006/relationships/tags" Target="../tags/tag177.xml"/><Relationship Id="rId11" Type="http://schemas.openxmlformats.org/officeDocument/2006/relationships/tags" Target="../tags/tag182.xml"/><Relationship Id="rId5" Type="http://schemas.openxmlformats.org/officeDocument/2006/relationships/tags" Target="../tags/tag176.xml"/><Relationship Id="rId15" Type="http://schemas.openxmlformats.org/officeDocument/2006/relationships/tags" Target="../tags/tag186.xml"/><Relationship Id="rId10" Type="http://schemas.openxmlformats.org/officeDocument/2006/relationships/tags" Target="../tags/tag181.xml"/><Relationship Id="rId19" Type="http://schemas.openxmlformats.org/officeDocument/2006/relationships/slideLayout" Target="../slideLayouts/slideLayout33.xml"/><Relationship Id="rId4" Type="http://schemas.openxmlformats.org/officeDocument/2006/relationships/tags" Target="../tags/tag175.xml"/><Relationship Id="rId9" Type="http://schemas.openxmlformats.org/officeDocument/2006/relationships/tags" Target="../tags/tag180.xml"/><Relationship Id="rId14" Type="http://schemas.openxmlformats.org/officeDocument/2006/relationships/tags" Target="../tags/tag185.xml"/></Relationships>
</file>

<file path=ppt/slides/_rels/slide46.xml.rels><?xml version="1.0" encoding="UTF-8" standalone="yes"?>
<Relationships xmlns="http://schemas.openxmlformats.org/package/2006/relationships"><Relationship Id="rId8" Type="http://schemas.openxmlformats.org/officeDocument/2006/relationships/tags" Target="../tags/tag197.xml"/><Relationship Id="rId13" Type="http://schemas.openxmlformats.org/officeDocument/2006/relationships/tags" Target="../tags/tag202.xml"/><Relationship Id="rId18" Type="http://schemas.openxmlformats.org/officeDocument/2006/relationships/tags" Target="../tags/tag207.xml"/><Relationship Id="rId3" Type="http://schemas.openxmlformats.org/officeDocument/2006/relationships/tags" Target="../tags/tag192.xml"/><Relationship Id="rId7" Type="http://schemas.openxmlformats.org/officeDocument/2006/relationships/tags" Target="../tags/tag196.xml"/><Relationship Id="rId12" Type="http://schemas.openxmlformats.org/officeDocument/2006/relationships/tags" Target="../tags/tag201.xml"/><Relationship Id="rId17" Type="http://schemas.openxmlformats.org/officeDocument/2006/relationships/tags" Target="../tags/tag206.xml"/><Relationship Id="rId2" Type="http://schemas.openxmlformats.org/officeDocument/2006/relationships/tags" Target="../tags/tag191.xml"/><Relationship Id="rId16" Type="http://schemas.openxmlformats.org/officeDocument/2006/relationships/tags" Target="../tags/tag205.xml"/><Relationship Id="rId20" Type="http://schemas.openxmlformats.org/officeDocument/2006/relationships/image" Target="../media/image7.tmp"/><Relationship Id="rId1" Type="http://schemas.openxmlformats.org/officeDocument/2006/relationships/tags" Target="../tags/tag190.xml"/><Relationship Id="rId6" Type="http://schemas.openxmlformats.org/officeDocument/2006/relationships/tags" Target="../tags/tag195.xml"/><Relationship Id="rId11" Type="http://schemas.openxmlformats.org/officeDocument/2006/relationships/tags" Target="../tags/tag200.xml"/><Relationship Id="rId5" Type="http://schemas.openxmlformats.org/officeDocument/2006/relationships/tags" Target="../tags/tag194.xml"/><Relationship Id="rId15" Type="http://schemas.openxmlformats.org/officeDocument/2006/relationships/tags" Target="../tags/tag204.xml"/><Relationship Id="rId10" Type="http://schemas.openxmlformats.org/officeDocument/2006/relationships/tags" Target="../tags/tag199.xml"/><Relationship Id="rId19" Type="http://schemas.openxmlformats.org/officeDocument/2006/relationships/slideLayout" Target="../slideLayouts/slideLayout33.xml"/><Relationship Id="rId4" Type="http://schemas.openxmlformats.org/officeDocument/2006/relationships/tags" Target="../tags/tag193.xml"/><Relationship Id="rId9" Type="http://schemas.openxmlformats.org/officeDocument/2006/relationships/tags" Target="../tags/tag198.xml"/><Relationship Id="rId14" Type="http://schemas.openxmlformats.org/officeDocument/2006/relationships/tags" Target="../tags/tag203.xml"/></Relationships>
</file>

<file path=ppt/slides/_rels/slide47.xml.rels><?xml version="1.0" encoding="UTF-8" standalone="yes"?>
<Relationships xmlns="http://schemas.openxmlformats.org/package/2006/relationships"><Relationship Id="rId8" Type="http://schemas.openxmlformats.org/officeDocument/2006/relationships/tags" Target="../tags/tag215.xml"/><Relationship Id="rId13" Type="http://schemas.openxmlformats.org/officeDocument/2006/relationships/tags" Target="../tags/tag220.xml"/><Relationship Id="rId18" Type="http://schemas.openxmlformats.org/officeDocument/2006/relationships/tags" Target="../tags/tag225.xml"/><Relationship Id="rId3" Type="http://schemas.openxmlformats.org/officeDocument/2006/relationships/tags" Target="../tags/tag210.xml"/><Relationship Id="rId7" Type="http://schemas.openxmlformats.org/officeDocument/2006/relationships/tags" Target="../tags/tag214.xml"/><Relationship Id="rId12" Type="http://schemas.openxmlformats.org/officeDocument/2006/relationships/tags" Target="../tags/tag219.xml"/><Relationship Id="rId17" Type="http://schemas.openxmlformats.org/officeDocument/2006/relationships/tags" Target="../tags/tag224.xml"/><Relationship Id="rId2" Type="http://schemas.openxmlformats.org/officeDocument/2006/relationships/tags" Target="../tags/tag209.xml"/><Relationship Id="rId16" Type="http://schemas.openxmlformats.org/officeDocument/2006/relationships/tags" Target="../tags/tag223.xml"/><Relationship Id="rId20" Type="http://schemas.openxmlformats.org/officeDocument/2006/relationships/image" Target="../media/image7.tmp"/><Relationship Id="rId1" Type="http://schemas.openxmlformats.org/officeDocument/2006/relationships/tags" Target="../tags/tag208.xml"/><Relationship Id="rId6" Type="http://schemas.openxmlformats.org/officeDocument/2006/relationships/tags" Target="../tags/tag213.xml"/><Relationship Id="rId11" Type="http://schemas.openxmlformats.org/officeDocument/2006/relationships/tags" Target="../tags/tag218.xml"/><Relationship Id="rId5" Type="http://schemas.openxmlformats.org/officeDocument/2006/relationships/tags" Target="../tags/tag212.xml"/><Relationship Id="rId15" Type="http://schemas.openxmlformats.org/officeDocument/2006/relationships/tags" Target="../tags/tag222.xml"/><Relationship Id="rId10" Type="http://schemas.openxmlformats.org/officeDocument/2006/relationships/tags" Target="../tags/tag217.xml"/><Relationship Id="rId19" Type="http://schemas.openxmlformats.org/officeDocument/2006/relationships/slideLayout" Target="../slideLayouts/slideLayout33.xml"/><Relationship Id="rId4" Type="http://schemas.openxmlformats.org/officeDocument/2006/relationships/tags" Target="../tags/tag211.xml"/><Relationship Id="rId9" Type="http://schemas.openxmlformats.org/officeDocument/2006/relationships/tags" Target="../tags/tag216.xml"/><Relationship Id="rId14" Type="http://schemas.openxmlformats.org/officeDocument/2006/relationships/tags" Target="../tags/tag22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8" Type="http://schemas.openxmlformats.org/officeDocument/2006/relationships/tags" Target="../tags/tag233.xml"/><Relationship Id="rId13" Type="http://schemas.openxmlformats.org/officeDocument/2006/relationships/tags" Target="../tags/tag238.xml"/><Relationship Id="rId18" Type="http://schemas.openxmlformats.org/officeDocument/2006/relationships/tags" Target="../tags/tag243.xml"/><Relationship Id="rId3" Type="http://schemas.openxmlformats.org/officeDocument/2006/relationships/tags" Target="../tags/tag228.xml"/><Relationship Id="rId7" Type="http://schemas.openxmlformats.org/officeDocument/2006/relationships/tags" Target="../tags/tag232.xml"/><Relationship Id="rId12" Type="http://schemas.openxmlformats.org/officeDocument/2006/relationships/tags" Target="../tags/tag237.xml"/><Relationship Id="rId17" Type="http://schemas.openxmlformats.org/officeDocument/2006/relationships/tags" Target="../tags/tag242.xml"/><Relationship Id="rId2" Type="http://schemas.openxmlformats.org/officeDocument/2006/relationships/tags" Target="../tags/tag227.xml"/><Relationship Id="rId16" Type="http://schemas.openxmlformats.org/officeDocument/2006/relationships/tags" Target="../tags/tag241.xml"/><Relationship Id="rId20" Type="http://schemas.openxmlformats.org/officeDocument/2006/relationships/image" Target="../media/image7.tmp"/><Relationship Id="rId1" Type="http://schemas.openxmlformats.org/officeDocument/2006/relationships/tags" Target="../tags/tag226.xml"/><Relationship Id="rId6" Type="http://schemas.openxmlformats.org/officeDocument/2006/relationships/tags" Target="../tags/tag231.xml"/><Relationship Id="rId11" Type="http://schemas.openxmlformats.org/officeDocument/2006/relationships/tags" Target="../tags/tag236.xml"/><Relationship Id="rId5" Type="http://schemas.openxmlformats.org/officeDocument/2006/relationships/tags" Target="../tags/tag230.xml"/><Relationship Id="rId15" Type="http://schemas.openxmlformats.org/officeDocument/2006/relationships/tags" Target="../tags/tag240.xml"/><Relationship Id="rId10" Type="http://schemas.openxmlformats.org/officeDocument/2006/relationships/tags" Target="../tags/tag235.xml"/><Relationship Id="rId19" Type="http://schemas.openxmlformats.org/officeDocument/2006/relationships/slideLayout" Target="../slideLayouts/slideLayout19.xml"/><Relationship Id="rId4" Type="http://schemas.openxmlformats.org/officeDocument/2006/relationships/tags" Target="../tags/tag229.xml"/><Relationship Id="rId9" Type="http://schemas.openxmlformats.org/officeDocument/2006/relationships/tags" Target="../tags/tag234.xml"/><Relationship Id="rId14" Type="http://schemas.openxmlformats.org/officeDocument/2006/relationships/tags" Target="../tags/tag239.xml"/></Relationships>
</file>

<file path=ppt/slides/_rels/slide53.xml.rels><?xml version="1.0" encoding="UTF-8" standalone="yes"?>
<Relationships xmlns="http://schemas.openxmlformats.org/package/2006/relationships"><Relationship Id="rId8" Type="http://schemas.openxmlformats.org/officeDocument/2006/relationships/tags" Target="../tags/tag251.xml"/><Relationship Id="rId13" Type="http://schemas.openxmlformats.org/officeDocument/2006/relationships/tags" Target="../tags/tag256.xml"/><Relationship Id="rId18" Type="http://schemas.openxmlformats.org/officeDocument/2006/relationships/tags" Target="../tags/tag261.xml"/><Relationship Id="rId3" Type="http://schemas.openxmlformats.org/officeDocument/2006/relationships/tags" Target="../tags/tag246.xml"/><Relationship Id="rId7" Type="http://schemas.openxmlformats.org/officeDocument/2006/relationships/tags" Target="../tags/tag250.xml"/><Relationship Id="rId12" Type="http://schemas.openxmlformats.org/officeDocument/2006/relationships/tags" Target="../tags/tag255.xml"/><Relationship Id="rId17" Type="http://schemas.openxmlformats.org/officeDocument/2006/relationships/tags" Target="../tags/tag260.xml"/><Relationship Id="rId2" Type="http://schemas.openxmlformats.org/officeDocument/2006/relationships/tags" Target="../tags/tag245.xml"/><Relationship Id="rId16" Type="http://schemas.openxmlformats.org/officeDocument/2006/relationships/tags" Target="../tags/tag259.xml"/><Relationship Id="rId20" Type="http://schemas.openxmlformats.org/officeDocument/2006/relationships/image" Target="../media/image7.tmp"/><Relationship Id="rId1" Type="http://schemas.openxmlformats.org/officeDocument/2006/relationships/tags" Target="../tags/tag244.xml"/><Relationship Id="rId6" Type="http://schemas.openxmlformats.org/officeDocument/2006/relationships/tags" Target="../tags/tag249.xml"/><Relationship Id="rId11" Type="http://schemas.openxmlformats.org/officeDocument/2006/relationships/tags" Target="../tags/tag254.xml"/><Relationship Id="rId5" Type="http://schemas.openxmlformats.org/officeDocument/2006/relationships/tags" Target="../tags/tag248.xml"/><Relationship Id="rId15" Type="http://schemas.openxmlformats.org/officeDocument/2006/relationships/tags" Target="../tags/tag258.xml"/><Relationship Id="rId10" Type="http://schemas.openxmlformats.org/officeDocument/2006/relationships/tags" Target="../tags/tag253.xml"/><Relationship Id="rId19" Type="http://schemas.openxmlformats.org/officeDocument/2006/relationships/slideLayout" Target="../slideLayouts/slideLayout33.xml"/><Relationship Id="rId4" Type="http://schemas.openxmlformats.org/officeDocument/2006/relationships/tags" Target="../tags/tag247.xml"/><Relationship Id="rId9" Type="http://schemas.openxmlformats.org/officeDocument/2006/relationships/tags" Target="../tags/tag252.xml"/><Relationship Id="rId14" Type="http://schemas.openxmlformats.org/officeDocument/2006/relationships/tags" Target="../tags/tag257.xml"/></Relationships>
</file>

<file path=ppt/slides/_rels/slide54.xml.rels><?xml version="1.0" encoding="UTF-8" standalone="yes"?>
<Relationships xmlns="http://schemas.openxmlformats.org/package/2006/relationships"><Relationship Id="rId8" Type="http://schemas.openxmlformats.org/officeDocument/2006/relationships/tags" Target="../tags/tag269.xml"/><Relationship Id="rId13" Type="http://schemas.openxmlformats.org/officeDocument/2006/relationships/tags" Target="../tags/tag274.xml"/><Relationship Id="rId18" Type="http://schemas.openxmlformats.org/officeDocument/2006/relationships/tags" Target="../tags/tag279.xml"/><Relationship Id="rId3" Type="http://schemas.openxmlformats.org/officeDocument/2006/relationships/tags" Target="../tags/tag264.xml"/><Relationship Id="rId7" Type="http://schemas.openxmlformats.org/officeDocument/2006/relationships/tags" Target="../tags/tag268.xml"/><Relationship Id="rId12" Type="http://schemas.openxmlformats.org/officeDocument/2006/relationships/tags" Target="../tags/tag273.xml"/><Relationship Id="rId17" Type="http://schemas.openxmlformats.org/officeDocument/2006/relationships/tags" Target="../tags/tag278.xml"/><Relationship Id="rId2" Type="http://schemas.openxmlformats.org/officeDocument/2006/relationships/tags" Target="../tags/tag263.xml"/><Relationship Id="rId16" Type="http://schemas.openxmlformats.org/officeDocument/2006/relationships/tags" Target="../tags/tag277.xml"/><Relationship Id="rId20" Type="http://schemas.openxmlformats.org/officeDocument/2006/relationships/image" Target="../media/image7.tmp"/><Relationship Id="rId1" Type="http://schemas.openxmlformats.org/officeDocument/2006/relationships/tags" Target="../tags/tag262.xml"/><Relationship Id="rId6" Type="http://schemas.openxmlformats.org/officeDocument/2006/relationships/tags" Target="../tags/tag267.xml"/><Relationship Id="rId11" Type="http://schemas.openxmlformats.org/officeDocument/2006/relationships/tags" Target="../tags/tag272.xml"/><Relationship Id="rId5" Type="http://schemas.openxmlformats.org/officeDocument/2006/relationships/tags" Target="../tags/tag266.xml"/><Relationship Id="rId15" Type="http://schemas.openxmlformats.org/officeDocument/2006/relationships/tags" Target="../tags/tag276.xml"/><Relationship Id="rId10" Type="http://schemas.openxmlformats.org/officeDocument/2006/relationships/tags" Target="../tags/tag271.xml"/><Relationship Id="rId19" Type="http://schemas.openxmlformats.org/officeDocument/2006/relationships/slideLayout" Target="../slideLayouts/slideLayout33.xml"/><Relationship Id="rId4" Type="http://schemas.openxmlformats.org/officeDocument/2006/relationships/tags" Target="../tags/tag265.xml"/><Relationship Id="rId9" Type="http://schemas.openxmlformats.org/officeDocument/2006/relationships/tags" Target="../tags/tag270.xml"/><Relationship Id="rId14" Type="http://schemas.openxmlformats.org/officeDocument/2006/relationships/tags" Target="../tags/tag275.xml"/></Relationships>
</file>

<file path=ppt/slides/_rels/slide55.xml.rels><?xml version="1.0" encoding="UTF-8" standalone="yes"?>
<Relationships xmlns="http://schemas.openxmlformats.org/package/2006/relationships"><Relationship Id="rId8" Type="http://schemas.openxmlformats.org/officeDocument/2006/relationships/tags" Target="../tags/tag287.xml"/><Relationship Id="rId13" Type="http://schemas.openxmlformats.org/officeDocument/2006/relationships/tags" Target="../tags/tag292.xml"/><Relationship Id="rId18" Type="http://schemas.openxmlformats.org/officeDocument/2006/relationships/tags" Target="../tags/tag297.xml"/><Relationship Id="rId3" Type="http://schemas.openxmlformats.org/officeDocument/2006/relationships/tags" Target="../tags/tag282.xml"/><Relationship Id="rId7" Type="http://schemas.openxmlformats.org/officeDocument/2006/relationships/tags" Target="../tags/tag286.xml"/><Relationship Id="rId12" Type="http://schemas.openxmlformats.org/officeDocument/2006/relationships/tags" Target="../tags/tag291.xml"/><Relationship Id="rId17" Type="http://schemas.openxmlformats.org/officeDocument/2006/relationships/tags" Target="../tags/tag296.xml"/><Relationship Id="rId2" Type="http://schemas.openxmlformats.org/officeDocument/2006/relationships/tags" Target="../tags/tag281.xml"/><Relationship Id="rId16" Type="http://schemas.openxmlformats.org/officeDocument/2006/relationships/tags" Target="../tags/tag295.xml"/><Relationship Id="rId20" Type="http://schemas.openxmlformats.org/officeDocument/2006/relationships/image" Target="../media/image7.tmp"/><Relationship Id="rId1" Type="http://schemas.openxmlformats.org/officeDocument/2006/relationships/tags" Target="../tags/tag280.xml"/><Relationship Id="rId6" Type="http://schemas.openxmlformats.org/officeDocument/2006/relationships/tags" Target="../tags/tag285.xml"/><Relationship Id="rId11" Type="http://schemas.openxmlformats.org/officeDocument/2006/relationships/tags" Target="../tags/tag290.xml"/><Relationship Id="rId5" Type="http://schemas.openxmlformats.org/officeDocument/2006/relationships/tags" Target="../tags/tag284.xml"/><Relationship Id="rId15" Type="http://schemas.openxmlformats.org/officeDocument/2006/relationships/tags" Target="../tags/tag294.xml"/><Relationship Id="rId10" Type="http://schemas.openxmlformats.org/officeDocument/2006/relationships/tags" Target="../tags/tag289.xml"/><Relationship Id="rId19" Type="http://schemas.openxmlformats.org/officeDocument/2006/relationships/slideLayout" Target="../slideLayouts/slideLayout33.xml"/><Relationship Id="rId4" Type="http://schemas.openxmlformats.org/officeDocument/2006/relationships/tags" Target="../tags/tag283.xml"/><Relationship Id="rId9" Type="http://schemas.openxmlformats.org/officeDocument/2006/relationships/tags" Target="../tags/tag288.xml"/><Relationship Id="rId14" Type="http://schemas.openxmlformats.org/officeDocument/2006/relationships/tags" Target="../tags/tag29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ChangeArrowheads="1"/>
          </p:cNvSpPr>
          <p:nvPr>
            <p:ph type="title"/>
          </p:nvPr>
        </p:nvSpPr>
        <p:spPr>
          <a:xfrm>
            <a:off x="3359150" y="0"/>
            <a:ext cx="5651500" cy="1143000"/>
          </a:xfrm>
        </p:spPr>
        <p:txBody>
          <a:bodyPr/>
          <a:lstStyle/>
          <a:p>
            <a:r>
              <a:rPr lang="zh-CN" altLang="zh-CN" sz="4000" b="1" dirty="0">
                <a:latin typeface="楷体_GB2312" pitchFamily="49" charset="-122"/>
                <a:ea typeface="楷体_GB2312" pitchFamily="49" charset="-122"/>
              </a:rPr>
              <a:t>  </a:t>
            </a:r>
            <a:r>
              <a:rPr lang="zh-CN" altLang="en-US" sz="4000" b="1" dirty="0">
                <a:latin typeface="楷体_GB2312" pitchFamily="49" charset="-122"/>
                <a:ea typeface="楷体_GB2312" pitchFamily="49" charset="-122"/>
              </a:rPr>
              <a:t>数据的输入输出</a:t>
            </a:r>
          </a:p>
        </p:txBody>
      </p:sp>
      <p:sp>
        <p:nvSpPr>
          <p:cNvPr id="173059" name="Rectangle 3"/>
          <p:cNvSpPr>
            <a:spLocks noGrp="1" noChangeArrowheads="1"/>
          </p:cNvSpPr>
          <p:nvPr>
            <p:ph type="body" idx="1"/>
          </p:nvPr>
        </p:nvSpPr>
        <p:spPr>
          <a:xfrm>
            <a:off x="1987550" y="1804988"/>
            <a:ext cx="8693150" cy="4343400"/>
          </a:xfrm>
        </p:spPr>
        <p:txBody>
          <a:bodyPr/>
          <a:lstStyle/>
          <a:p>
            <a:pPr>
              <a:buClr>
                <a:srgbClr val="008000"/>
              </a:buClr>
              <a:buSzPct val="85000"/>
              <a:buFont typeface="Wingdings" pitchFamily="2" charset="2"/>
              <a:buChar char="&amp;"/>
            </a:pPr>
            <a:r>
              <a:rPr lang="zh-CN" altLang="zh-CN" sz="2800" b="1" dirty="0">
                <a:latin typeface="Courier New" pitchFamily="49" charset="0"/>
              </a:rPr>
              <a:t>C</a:t>
            </a:r>
            <a:r>
              <a:rPr lang="zh-CN" altLang="en-US" sz="2800" b="1" dirty="0">
                <a:latin typeface="黑体" pitchFamily="49" charset="-122"/>
                <a:ea typeface="黑体" pitchFamily="49" charset="-122"/>
              </a:rPr>
              <a:t>语言中没有专门的</a:t>
            </a:r>
            <a:r>
              <a:rPr lang="zh-CN" altLang="en-US" sz="2800" b="1">
                <a:latin typeface="黑体" pitchFamily="49" charset="-122"/>
                <a:ea typeface="黑体" pitchFamily="49" charset="-122"/>
              </a:rPr>
              <a:t>输入输出语句</a:t>
            </a:r>
            <a:endParaRPr lang="en-US" altLang="zh-CN" sz="2800" b="1">
              <a:solidFill>
                <a:srgbClr val="FF0000"/>
              </a:solidFill>
              <a:effectLst>
                <a:outerShdw blurRad="38100" dist="38100" dir="2700000" algn="tl">
                  <a:srgbClr val="000000">
                    <a:alpha val="43137"/>
                  </a:srgbClr>
                </a:outerShdw>
              </a:effectLst>
              <a:latin typeface="黑体" pitchFamily="49" charset="-122"/>
              <a:ea typeface="黑体" pitchFamily="49" charset="-122"/>
            </a:endParaRPr>
          </a:p>
          <a:p>
            <a:pPr>
              <a:buClr>
                <a:srgbClr val="008000"/>
              </a:buClr>
              <a:buSzPct val="85000"/>
              <a:buFont typeface="Wingdings" pitchFamily="2" charset="2"/>
              <a:buChar char="&amp;"/>
            </a:pPr>
            <a:r>
              <a:rPr lang="en-US" altLang="zh-CN" sz="2800" b="1">
                <a:solidFill>
                  <a:srgbClr val="FF0000"/>
                </a:solidFill>
                <a:effectLst>
                  <a:outerShdw blurRad="38100" dist="38100" dir="2700000" algn="tl">
                    <a:srgbClr val="000000">
                      <a:alpha val="43137"/>
                    </a:srgbClr>
                  </a:outerShdw>
                </a:effectLst>
                <a:latin typeface="黑体" pitchFamily="49" charset="-122"/>
                <a:ea typeface="黑体" pitchFamily="49" charset="-122"/>
              </a:rPr>
              <a:t>C</a:t>
            </a:r>
            <a:r>
              <a:rPr lang="zh-CN" altLang="en-US" sz="2800" b="1" dirty="0">
                <a:solidFill>
                  <a:srgbClr val="FF0000"/>
                </a:solidFill>
                <a:effectLst>
                  <a:outerShdw blurRad="38100" dist="38100" dir="2700000" algn="tl">
                    <a:srgbClr val="000000">
                      <a:alpha val="43137"/>
                    </a:srgbClr>
                  </a:outerShdw>
                </a:effectLst>
                <a:latin typeface="黑体" pitchFamily="49" charset="-122"/>
                <a:ea typeface="黑体" pitchFamily="49" charset="-122"/>
              </a:rPr>
              <a:t>语言中的输入</a:t>
            </a:r>
            <a:r>
              <a:rPr lang="zh-CN" altLang="en-US" sz="2000" b="1" dirty="0">
                <a:solidFill>
                  <a:srgbClr val="FF0000"/>
                </a:solidFill>
                <a:effectLst>
                  <a:outerShdw blurRad="38100" dist="38100" dir="2700000" algn="tl">
                    <a:srgbClr val="000000">
                      <a:alpha val="43137"/>
                    </a:srgbClr>
                  </a:outerShdw>
                </a:effectLst>
                <a:latin typeface="黑体" pitchFamily="49" charset="-122"/>
                <a:ea typeface="黑体" pitchFamily="49" charset="-122"/>
              </a:rPr>
              <a:t>、</a:t>
            </a:r>
            <a:r>
              <a:rPr lang="zh-CN" altLang="en-US" sz="2800" b="1" dirty="0">
                <a:solidFill>
                  <a:srgbClr val="FF0000"/>
                </a:solidFill>
                <a:effectLst>
                  <a:outerShdw blurRad="38100" dist="38100" dir="2700000" algn="tl">
                    <a:srgbClr val="000000">
                      <a:alpha val="43137"/>
                    </a:srgbClr>
                  </a:outerShdw>
                </a:effectLst>
                <a:latin typeface="黑体" pitchFamily="49" charset="-122"/>
                <a:ea typeface="黑体" pitchFamily="49" charset="-122"/>
              </a:rPr>
              <a:t>输出是通过库函数来实现的</a:t>
            </a:r>
            <a:r>
              <a:rPr lang="zh-CN" altLang="en-US" sz="2400" b="1" dirty="0">
                <a:latin typeface="黑体" pitchFamily="49" charset="-122"/>
                <a:ea typeface="黑体" pitchFamily="49" charset="-122"/>
              </a:rPr>
              <a:t>。</a:t>
            </a:r>
            <a:endParaRPr lang="en-US" altLang="zh-CN" sz="2400" b="1" dirty="0">
              <a:latin typeface="黑体" pitchFamily="49" charset="-122"/>
              <a:ea typeface="黑体" pitchFamily="49" charset="-122"/>
            </a:endParaRPr>
          </a:p>
          <a:p>
            <a:pPr>
              <a:buClr>
                <a:srgbClr val="008000"/>
              </a:buClr>
              <a:buSzPct val="85000"/>
              <a:buFont typeface="Wingdings" pitchFamily="2" charset="2"/>
              <a:buChar char="&amp;"/>
            </a:pPr>
            <a:endParaRPr lang="en-US" altLang="zh-CN" sz="2400" b="1" dirty="0">
              <a:latin typeface="黑体" pitchFamily="49" charset="-122"/>
              <a:ea typeface="黑体" pitchFamily="49" charset="-122"/>
            </a:endParaRPr>
          </a:p>
          <a:p>
            <a:pPr>
              <a:buClr>
                <a:srgbClr val="008000"/>
              </a:buClr>
              <a:buSzPct val="85000"/>
              <a:buFont typeface="Wingdings" pitchFamily="2" charset="2"/>
              <a:buChar char="&amp;"/>
            </a:pPr>
            <a:r>
              <a:rPr lang="zh-CN" altLang="en-US" sz="2400" b="1" dirty="0">
                <a:latin typeface="黑体" pitchFamily="49" charset="-122"/>
                <a:ea typeface="黑体" pitchFamily="49" charset="-122"/>
              </a:rPr>
              <a:t>本节将介绍以下</a:t>
            </a:r>
            <a:r>
              <a:rPr lang="en-US" altLang="zh-CN" sz="2400" b="1" dirty="0">
                <a:latin typeface="黑体" pitchFamily="49" charset="-122"/>
                <a:ea typeface="黑体" pitchFamily="49" charset="-122"/>
              </a:rPr>
              <a:t>4</a:t>
            </a:r>
            <a:r>
              <a:rPr lang="zh-CN" altLang="en-US" sz="2400" b="1" dirty="0">
                <a:latin typeface="黑体" pitchFamily="49" charset="-122"/>
                <a:ea typeface="黑体" pitchFamily="49" charset="-122"/>
              </a:rPr>
              <a:t>个函数。</a:t>
            </a:r>
          </a:p>
          <a:p>
            <a:pPr>
              <a:lnSpc>
                <a:spcPct val="110000"/>
              </a:lnSpc>
              <a:spcBef>
                <a:spcPct val="120000"/>
              </a:spcBef>
              <a:buClr>
                <a:schemeClr val="tx1"/>
              </a:buClr>
              <a:buFont typeface="Wingdings" pitchFamily="2" charset="2"/>
              <a:buNone/>
            </a:pPr>
            <a:r>
              <a:rPr lang="zh-CN" altLang="en-US" sz="2800" b="1" dirty="0">
                <a:latin typeface="黑体" pitchFamily="49" charset="-122"/>
                <a:ea typeface="黑体" pitchFamily="49" charset="-122"/>
              </a:rPr>
              <a:t>  </a:t>
            </a:r>
            <a:r>
              <a:rPr lang="zh-CN" altLang="zh-CN" sz="2800" b="1" dirty="0">
                <a:latin typeface="黑体" pitchFamily="49" charset="-122"/>
                <a:ea typeface="黑体" pitchFamily="49" charset="-122"/>
              </a:rPr>
              <a:t>1</a:t>
            </a:r>
            <a:r>
              <a:rPr lang="zh-CN" altLang="zh-CN" sz="2000" b="1" dirty="0">
                <a:latin typeface="黑体" pitchFamily="49" charset="-122"/>
                <a:ea typeface="黑体" pitchFamily="49" charset="-122"/>
              </a:rPr>
              <a:t> </a:t>
            </a:r>
            <a:r>
              <a:rPr lang="zh-CN" altLang="en-US" sz="2800" b="1" dirty="0">
                <a:solidFill>
                  <a:srgbClr val="FF0000"/>
                </a:solidFill>
                <a:effectLst>
                  <a:outerShdw blurRad="38100" dist="38100" dir="2700000" algn="tl">
                    <a:srgbClr val="000000">
                      <a:alpha val="43137"/>
                    </a:srgbClr>
                  </a:outerShdw>
                </a:effectLst>
                <a:latin typeface="黑体" pitchFamily="49" charset="-122"/>
                <a:ea typeface="黑体" pitchFamily="49" charset="-122"/>
              </a:rPr>
              <a:t>格式</a:t>
            </a:r>
            <a:r>
              <a:rPr lang="zh-CN" altLang="en-US" sz="2800" b="1" dirty="0">
                <a:latin typeface="黑体" pitchFamily="49" charset="-122"/>
                <a:ea typeface="黑体" pitchFamily="49" charset="-122"/>
              </a:rPr>
              <a:t>输入输出</a:t>
            </a:r>
            <a:r>
              <a:rPr lang="zh-CN" altLang="en-US" sz="2800" b="1" dirty="0">
                <a:latin typeface="Courier New" pitchFamily="49" charset="0"/>
                <a:ea typeface="黑体" pitchFamily="49" charset="-122"/>
              </a:rPr>
              <a:t>函数 </a:t>
            </a:r>
            <a:r>
              <a:rPr lang="zh-CN" altLang="zh-CN" sz="2800" b="1" dirty="0">
                <a:latin typeface="Arial" pitchFamily="34" charset="0"/>
                <a:hlinkClick r:id="rId3" action="ppaction://hlinksldjump"/>
              </a:rPr>
              <a:t>printf</a:t>
            </a:r>
            <a:r>
              <a:rPr lang="zh-CN" altLang="zh-CN" sz="2800" b="1" dirty="0">
                <a:latin typeface="黑体" pitchFamily="49" charset="-122"/>
                <a:ea typeface="黑体" pitchFamily="49" charset="-122"/>
                <a:hlinkClick r:id="rId3" action="ppaction://hlinksldjump"/>
              </a:rPr>
              <a:t>(</a:t>
            </a:r>
            <a:r>
              <a:rPr lang="zh-CN" altLang="zh-CN" sz="1400" b="1" dirty="0">
                <a:latin typeface="黑体" pitchFamily="49" charset="-122"/>
                <a:ea typeface="黑体" pitchFamily="49" charset="-122"/>
                <a:hlinkClick r:id="rId3" action="ppaction://hlinksldjump"/>
              </a:rPr>
              <a:t> </a:t>
            </a:r>
            <a:r>
              <a:rPr lang="zh-CN" altLang="zh-CN" sz="2800" b="1" dirty="0">
                <a:latin typeface="黑体" pitchFamily="49" charset="-122"/>
                <a:ea typeface="黑体" pitchFamily="49" charset="-122"/>
                <a:hlinkClick r:id="rId3" action="ppaction://hlinksldjump"/>
              </a:rPr>
              <a:t>)</a:t>
            </a:r>
            <a:r>
              <a:rPr lang="zh-CN" altLang="en-US" sz="2800" b="1" dirty="0">
                <a:latin typeface="Courier New" pitchFamily="49" charset="0"/>
                <a:ea typeface="黑体" pitchFamily="49" charset="-122"/>
                <a:hlinkClick r:id="rId3" action="ppaction://hlinksldjump"/>
              </a:rPr>
              <a:t>和</a:t>
            </a:r>
            <a:r>
              <a:rPr lang="zh-CN" altLang="en-US" sz="2000" b="1" dirty="0">
                <a:latin typeface="Courier New" pitchFamily="49" charset="0"/>
                <a:hlinkClick r:id="rId3" action="ppaction://hlinksldjump"/>
              </a:rPr>
              <a:t> </a:t>
            </a:r>
            <a:r>
              <a:rPr lang="zh-CN" altLang="zh-CN" sz="2800" b="1" dirty="0">
                <a:latin typeface="Arial" pitchFamily="34" charset="0"/>
                <a:hlinkClick r:id="rId3" action="ppaction://hlinksldjump"/>
              </a:rPr>
              <a:t>scanf</a:t>
            </a:r>
            <a:r>
              <a:rPr lang="zh-CN" altLang="zh-CN" sz="2800" b="1" dirty="0">
                <a:latin typeface="黑体" pitchFamily="49" charset="-122"/>
                <a:ea typeface="黑体" pitchFamily="49" charset="-122"/>
                <a:hlinkClick r:id="rId3" action="ppaction://hlinksldjump"/>
              </a:rPr>
              <a:t>(</a:t>
            </a:r>
            <a:r>
              <a:rPr lang="zh-CN" altLang="zh-CN" sz="1400" b="1" dirty="0">
                <a:latin typeface="黑体" pitchFamily="49" charset="-122"/>
                <a:ea typeface="黑体" pitchFamily="49" charset="-122"/>
                <a:hlinkClick r:id="rId3" action="ppaction://hlinksldjump"/>
              </a:rPr>
              <a:t> </a:t>
            </a:r>
            <a:r>
              <a:rPr lang="zh-CN" altLang="zh-CN" sz="2800" b="1" dirty="0">
                <a:latin typeface="黑体" pitchFamily="49" charset="-122"/>
                <a:ea typeface="黑体" pitchFamily="49" charset="-122"/>
                <a:hlinkClick r:id="rId3" action="ppaction://hlinksldjump"/>
              </a:rPr>
              <a:t>)</a:t>
            </a:r>
            <a:endParaRPr lang="zh-CN" altLang="zh-CN" sz="2800" b="1" dirty="0">
              <a:latin typeface="Courier New" pitchFamily="49" charset="0"/>
              <a:ea typeface="黑体" pitchFamily="49" charset="-122"/>
            </a:endParaRPr>
          </a:p>
          <a:p>
            <a:pPr>
              <a:lnSpc>
                <a:spcPct val="110000"/>
              </a:lnSpc>
              <a:spcBef>
                <a:spcPct val="100000"/>
              </a:spcBef>
              <a:buClr>
                <a:schemeClr val="tx1"/>
              </a:buClr>
              <a:buFont typeface="Wingdings" pitchFamily="2" charset="2"/>
              <a:buNone/>
            </a:pPr>
            <a:r>
              <a:rPr lang="zh-CN" altLang="zh-CN" sz="2800" b="1" dirty="0">
                <a:latin typeface="Courier New" pitchFamily="49" charset="0"/>
              </a:rPr>
              <a:t> </a:t>
            </a:r>
            <a:r>
              <a:rPr lang="zh-CN" altLang="zh-CN" sz="1600" b="1" dirty="0">
                <a:latin typeface="Courier New" pitchFamily="49" charset="0"/>
              </a:rPr>
              <a:t> </a:t>
            </a:r>
            <a:r>
              <a:rPr lang="zh-CN" altLang="zh-CN" sz="2800" b="1" dirty="0">
                <a:latin typeface="黑体" pitchFamily="49" charset="-122"/>
                <a:ea typeface="黑体" pitchFamily="49" charset="-122"/>
              </a:rPr>
              <a:t>2</a:t>
            </a:r>
            <a:r>
              <a:rPr lang="zh-CN" altLang="zh-CN" sz="2000" b="1" dirty="0">
                <a:latin typeface="黑体" pitchFamily="49" charset="-122"/>
                <a:ea typeface="黑体" pitchFamily="49" charset="-122"/>
              </a:rPr>
              <a:t> </a:t>
            </a:r>
            <a:r>
              <a:rPr lang="zh-CN" altLang="en-US" sz="2800" b="1" dirty="0">
                <a:latin typeface="黑体" pitchFamily="49" charset="-122"/>
                <a:ea typeface="黑体" pitchFamily="49" charset="-122"/>
              </a:rPr>
              <a:t>字符输入输出函数 </a:t>
            </a:r>
            <a:r>
              <a:rPr lang="zh-CN" altLang="zh-CN" sz="2800" b="1" dirty="0">
                <a:latin typeface="Arial" pitchFamily="34" charset="0"/>
                <a:hlinkClick r:id="rId4" action="ppaction://hlinksldjump"/>
              </a:rPr>
              <a:t>putchar</a:t>
            </a:r>
            <a:r>
              <a:rPr lang="zh-CN" altLang="zh-CN" sz="2800" b="1" dirty="0">
                <a:latin typeface="黑体" pitchFamily="49" charset="-122"/>
                <a:ea typeface="黑体" pitchFamily="49" charset="-122"/>
                <a:hlinkClick r:id="rId4" action="ppaction://hlinksldjump"/>
              </a:rPr>
              <a:t>(</a:t>
            </a:r>
            <a:r>
              <a:rPr lang="zh-CN" altLang="zh-CN" sz="1400" b="1" dirty="0">
                <a:latin typeface="黑体" pitchFamily="49" charset="-122"/>
                <a:ea typeface="黑体" pitchFamily="49" charset="-122"/>
                <a:hlinkClick r:id="rId4" action="ppaction://hlinksldjump"/>
              </a:rPr>
              <a:t> </a:t>
            </a:r>
            <a:r>
              <a:rPr lang="zh-CN" altLang="zh-CN" sz="2800" b="1" dirty="0">
                <a:latin typeface="黑体" pitchFamily="49" charset="-122"/>
                <a:ea typeface="黑体" pitchFamily="49" charset="-122"/>
                <a:hlinkClick r:id="rId4" action="ppaction://hlinksldjump"/>
              </a:rPr>
              <a:t>)</a:t>
            </a:r>
            <a:r>
              <a:rPr lang="zh-CN" altLang="en-US" sz="2800" b="1" dirty="0">
                <a:latin typeface="Courier New" pitchFamily="49" charset="0"/>
                <a:ea typeface="黑体" pitchFamily="49" charset="-122"/>
                <a:hlinkClick r:id="rId4" action="ppaction://hlinksldjump"/>
              </a:rPr>
              <a:t>和</a:t>
            </a:r>
            <a:r>
              <a:rPr lang="zh-CN" altLang="zh-CN" sz="2800" b="1" dirty="0">
                <a:latin typeface="Arial" pitchFamily="34" charset="0"/>
                <a:hlinkClick r:id="rId4" action="ppaction://hlinksldjump"/>
              </a:rPr>
              <a:t>getchar</a:t>
            </a:r>
            <a:r>
              <a:rPr lang="zh-CN" altLang="zh-CN" sz="2800" b="1" dirty="0">
                <a:latin typeface="黑体" pitchFamily="49" charset="-122"/>
                <a:ea typeface="黑体" pitchFamily="49" charset="-122"/>
                <a:hlinkClick r:id="rId4" action="ppaction://hlinksldjump"/>
              </a:rPr>
              <a:t>(</a:t>
            </a:r>
            <a:r>
              <a:rPr lang="zh-CN" altLang="zh-CN" sz="1400" b="1" dirty="0">
                <a:latin typeface="黑体" pitchFamily="49" charset="-122"/>
                <a:ea typeface="黑体" pitchFamily="49" charset="-122"/>
                <a:hlinkClick r:id="rId4" action="ppaction://hlinksldjump"/>
              </a:rPr>
              <a:t> </a:t>
            </a:r>
            <a:r>
              <a:rPr lang="zh-CN" altLang="zh-CN" sz="2800" b="1" dirty="0">
                <a:latin typeface="黑体" pitchFamily="49" charset="-122"/>
                <a:ea typeface="黑体" pitchFamily="49" charset="-122"/>
                <a:hlinkClick r:id="rId4" action="ppaction://hlinksldjump"/>
              </a:rPr>
              <a:t>)</a:t>
            </a:r>
            <a:endParaRPr lang="zh-CN" altLang="zh-CN" sz="2800" b="1" dirty="0">
              <a:latin typeface="黑体" pitchFamily="49" charset="-122"/>
              <a:ea typeface="黑体" pitchFamily="49" charset="-122"/>
            </a:endParaRPr>
          </a:p>
        </p:txBody>
      </p:sp>
      <p:pic>
        <p:nvPicPr>
          <p:cNvPr id="173060" name="Picture 4" descr="b19">
            <a:hlinkClick r:id="" action="ppaction://noaction"/>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53601" y="6324600"/>
            <a:ext cx="182563" cy="17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spTree>
    <p:extLst>
      <p:ext uri="{BB962C8B-B14F-4D97-AF65-F5344CB8AC3E}">
        <p14:creationId xmlns:p14="http://schemas.microsoft.com/office/powerpoint/2010/main" val="9518657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Grp="1" noChangeArrowheads="1"/>
          </p:cNvSpPr>
          <p:nvPr>
            <p:ph type="title"/>
          </p:nvPr>
        </p:nvSpPr>
        <p:spPr>
          <a:xfrm>
            <a:off x="2351088" y="188914"/>
            <a:ext cx="7543800" cy="719137"/>
          </a:xfrm>
        </p:spPr>
        <p:txBody>
          <a:bodyPr/>
          <a:lstStyle/>
          <a:p>
            <a:r>
              <a:rPr lang="zh-CN" altLang="zh-CN" sz="3200" b="1">
                <a:solidFill>
                  <a:schemeClr val="tx1"/>
                </a:solidFill>
                <a:latin typeface="黑体" pitchFamily="49" charset="-122"/>
                <a:ea typeface="黑体" pitchFamily="49" charset="-122"/>
              </a:rPr>
              <a:t>1</a:t>
            </a:r>
            <a:r>
              <a:rPr lang="zh-CN" altLang="zh-CN" sz="3200" b="1">
                <a:solidFill>
                  <a:schemeClr val="tx1"/>
                </a:solidFill>
                <a:latin typeface="Times New Roman" pitchFamily="18" charset="0"/>
                <a:ea typeface="黑体" pitchFamily="49" charset="-122"/>
              </a:rPr>
              <a:t>. </a:t>
            </a:r>
            <a:r>
              <a:rPr lang="zh-CN" altLang="en-US" sz="3200" b="1">
                <a:solidFill>
                  <a:schemeClr val="tx1"/>
                </a:solidFill>
                <a:latin typeface="楷体_GB2312" pitchFamily="49" charset="-122"/>
                <a:ea typeface="楷体_GB2312" pitchFamily="49" charset="-122"/>
              </a:rPr>
              <a:t>格式输出函数</a:t>
            </a:r>
            <a:r>
              <a:rPr lang="zh-CN" altLang="zh-CN" sz="3200" b="1">
                <a:solidFill>
                  <a:schemeClr val="tx1"/>
                </a:solidFill>
                <a:latin typeface="楷体_GB2312" pitchFamily="49" charset="-122"/>
                <a:ea typeface="楷体_GB2312" pitchFamily="49" charset="-122"/>
              </a:rPr>
              <a:t>:</a:t>
            </a:r>
            <a:r>
              <a:rPr lang="zh-CN" altLang="zh-CN" sz="2800" b="1">
                <a:solidFill>
                  <a:schemeClr val="tx1"/>
                </a:solidFill>
                <a:ea typeface="黑体" pitchFamily="49" charset="-122"/>
              </a:rPr>
              <a:t>  </a:t>
            </a:r>
            <a:r>
              <a:rPr lang="zh-CN" altLang="zh-CN" sz="2800" b="1">
                <a:solidFill>
                  <a:srgbClr val="0000B4"/>
                </a:solidFill>
                <a:latin typeface="Arial" pitchFamily="34" charset="0"/>
                <a:ea typeface="黑体" pitchFamily="49" charset="-122"/>
              </a:rPr>
              <a:t>printf</a:t>
            </a:r>
            <a:r>
              <a:rPr lang="zh-CN" altLang="zh-CN" sz="2800" b="1">
                <a:solidFill>
                  <a:srgbClr val="0000B4"/>
                </a:solidFill>
                <a:latin typeface="Times New Roman" pitchFamily="18" charset="0"/>
                <a:ea typeface="黑体" pitchFamily="49" charset="-122"/>
              </a:rPr>
              <a:t>( )</a:t>
            </a:r>
            <a:r>
              <a:rPr lang="zh-CN" altLang="en-US" sz="2800" b="1">
                <a:solidFill>
                  <a:srgbClr val="0000B4"/>
                </a:solidFill>
                <a:ea typeface="黑体" pitchFamily="49" charset="-122"/>
              </a:rPr>
              <a:t>函数</a:t>
            </a:r>
          </a:p>
        </p:txBody>
      </p:sp>
      <p:sp>
        <p:nvSpPr>
          <p:cNvPr id="174083" name="Rectangle 3"/>
          <p:cNvSpPr>
            <a:spLocks noGrp="1" noChangeArrowheads="1"/>
          </p:cNvSpPr>
          <p:nvPr>
            <p:ph type="body" idx="1"/>
          </p:nvPr>
        </p:nvSpPr>
        <p:spPr>
          <a:xfrm>
            <a:off x="2139950" y="1560513"/>
            <a:ext cx="8274050" cy="4495800"/>
          </a:xfrm>
        </p:spPr>
        <p:txBody>
          <a:bodyPr/>
          <a:lstStyle/>
          <a:p>
            <a:pPr marL="271463" indent="-271463" algn="just">
              <a:spcBef>
                <a:spcPct val="35000"/>
              </a:spcBef>
              <a:buClr>
                <a:srgbClr val="008000"/>
              </a:buClr>
              <a:buSzPct val="50000"/>
              <a:buFont typeface="Wingdings" pitchFamily="2" charset="2"/>
              <a:buChar char="l"/>
            </a:pPr>
            <a:r>
              <a:rPr lang="zh-CN" altLang="en-US" sz="2800" b="1" dirty="0">
                <a:latin typeface="Times New Roman" pitchFamily="18" charset="0"/>
                <a:ea typeface="黑体" pitchFamily="49" charset="-122"/>
              </a:rPr>
              <a:t>格式</a:t>
            </a:r>
            <a:r>
              <a:rPr lang="zh-CN" altLang="zh-CN" sz="2800" b="1" dirty="0">
                <a:latin typeface="Times New Roman" pitchFamily="18" charset="0"/>
                <a:ea typeface="黑体" pitchFamily="49" charset="-122"/>
              </a:rPr>
              <a:t>:</a:t>
            </a:r>
            <a:endParaRPr lang="zh-CN" altLang="zh-CN" sz="2800" b="1" dirty="0">
              <a:ea typeface="黑体" pitchFamily="49" charset="-122"/>
            </a:endParaRPr>
          </a:p>
          <a:p>
            <a:pPr marL="271463" indent="-271463" algn="just">
              <a:spcBef>
                <a:spcPct val="65000"/>
              </a:spcBef>
              <a:spcAft>
                <a:spcPct val="30000"/>
              </a:spcAft>
              <a:buClr>
                <a:srgbClr val="008000"/>
              </a:buClr>
              <a:buSzTx/>
              <a:buNone/>
            </a:pPr>
            <a:r>
              <a:rPr lang="zh-CN" altLang="zh-CN" sz="2800" b="1" dirty="0">
                <a:ea typeface="文鼎书宋简" charset="-122"/>
              </a:rPr>
              <a:t>          printf</a:t>
            </a:r>
            <a:r>
              <a:rPr lang="zh-CN" altLang="zh-CN" sz="2800" b="1" dirty="0">
                <a:latin typeface="Times New Roman" pitchFamily="18" charset="0"/>
                <a:ea typeface="文鼎书宋简" charset="-122"/>
              </a:rPr>
              <a:t>(</a:t>
            </a:r>
            <a:r>
              <a:rPr lang="zh-CN" altLang="zh-CN" sz="2800" b="1" dirty="0">
                <a:solidFill>
                  <a:schemeClr val="hlink"/>
                </a:solidFill>
                <a:latin typeface="Times New Roman" pitchFamily="18" charset="0"/>
                <a:ea typeface="文鼎书宋简" charset="-122"/>
              </a:rPr>
              <a:t>“</a:t>
            </a:r>
            <a:r>
              <a:rPr lang="zh-CN" altLang="en-US" sz="2800" b="1" dirty="0">
                <a:latin typeface="Times New Roman" pitchFamily="18" charset="0"/>
                <a:ea typeface="黑体" pitchFamily="49" charset="-122"/>
              </a:rPr>
              <a:t>格式控制</a:t>
            </a:r>
            <a:r>
              <a:rPr lang="zh-CN" altLang="en-US" sz="2800" b="1" dirty="0">
                <a:solidFill>
                  <a:srgbClr val="FF0000"/>
                </a:solidFill>
                <a:effectLst>
                  <a:outerShdw blurRad="38100" dist="38100" dir="2700000" algn="tl">
                    <a:srgbClr val="000000">
                      <a:alpha val="43137"/>
                    </a:srgbClr>
                  </a:outerShdw>
                </a:effectLst>
                <a:latin typeface="Times New Roman" pitchFamily="18" charset="0"/>
                <a:ea typeface="黑体" pitchFamily="49" charset="-122"/>
              </a:rPr>
              <a:t>字符串</a:t>
            </a:r>
            <a:r>
              <a:rPr lang="zh-CN" altLang="en-US" sz="2800" b="1" dirty="0">
                <a:solidFill>
                  <a:schemeClr val="hlink"/>
                </a:solidFill>
                <a:latin typeface="Times New Roman" pitchFamily="18" charset="0"/>
                <a:ea typeface="文鼎书宋简" charset="-122"/>
              </a:rPr>
              <a:t>”</a:t>
            </a:r>
            <a:r>
              <a:rPr lang="zh-CN" altLang="zh-CN" sz="2800" b="1" dirty="0">
                <a:latin typeface="Times New Roman" pitchFamily="18" charset="0"/>
                <a:ea typeface="文鼎书宋简" charset="-122"/>
              </a:rPr>
              <a:t>[ , </a:t>
            </a:r>
            <a:r>
              <a:rPr lang="zh-CN" altLang="en-US" sz="2800" b="1" dirty="0">
                <a:latin typeface="Times New Roman" pitchFamily="18" charset="0"/>
                <a:ea typeface="黑体" pitchFamily="49" charset="-122"/>
              </a:rPr>
              <a:t>输出表列</a:t>
            </a:r>
            <a:r>
              <a:rPr lang="zh-CN" altLang="zh-CN" sz="2800" b="1" dirty="0">
                <a:latin typeface="Times New Roman" pitchFamily="18" charset="0"/>
                <a:ea typeface="黑体" pitchFamily="49" charset="-122"/>
              </a:rPr>
              <a:t>] </a:t>
            </a:r>
            <a:r>
              <a:rPr lang="zh-CN" altLang="zh-CN" sz="2800" b="1" dirty="0">
                <a:latin typeface="Times New Roman" pitchFamily="18" charset="0"/>
                <a:ea typeface="文鼎书宋简" charset="-122"/>
              </a:rPr>
              <a:t>);</a:t>
            </a:r>
            <a:endParaRPr lang="zh-CN" altLang="zh-CN" sz="2800" b="1" dirty="0">
              <a:ea typeface="文鼎书宋简" charset="-122"/>
            </a:endParaRPr>
          </a:p>
          <a:p>
            <a:pPr marL="271463" indent="-271463" algn="just">
              <a:lnSpc>
                <a:spcPct val="110000"/>
              </a:lnSpc>
              <a:spcBef>
                <a:spcPct val="40000"/>
              </a:spcBef>
              <a:buClr>
                <a:srgbClr val="008000"/>
              </a:buClr>
              <a:buSzPct val="50000"/>
              <a:buFont typeface="Wingdings" pitchFamily="2" charset="2"/>
              <a:buChar char="l"/>
            </a:pPr>
            <a:r>
              <a:rPr lang="zh-CN" altLang="en-US" sz="2800" b="1" dirty="0">
                <a:ea typeface="黑体" pitchFamily="49" charset="-122"/>
              </a:rPr>
              <a:t>功能</a:t>
            </a:r>
            <a:r>
              <a:rPr lang="zh-CN" altLang="zh-CN" sz="2800" b="1" dirty="0">
                <a:latin typeface="Times New Roman" pitchFamily="18" charset="0"/>
                <a:ea typeface="黑体" pitchFamily="49" charset="-122"/>
              </a:rPr>
              <a:t>:</a:t>
            </a:r>
          </a:p>
          <a:p>
            <a:pPr marL="271463" indent="-271463">
              <a:lnSpc>
                <a:spcPct val="120000"/>
              </a:lnSpc>
              <a:spcBef>
                <a:spcPct val="40000"/>
              </a:spcBef>
              <a:buClr>
                <a:srgbClr val="009900"/>
              </a:buClr>
              <a:buSzPct val="85000"/>
              <a:buNone/>
            </a:pPr>
            <a:r>
              <a:rPr lang="zh-CN" altLang="zh-CN" sz="2800" b="1" dirty="0">
                <a:latin typeface="黑体" pitchFamily="49" charset="-122"/>
                <a:ea typeface="黑体" pitchFamily="49" charset="-122"/>
              </a:rPr>
              <a:t>  </a:t>
            </a:r>
            <a:r>
              <a:rPr lang="zh-CN" altLang="en-US" sz="2800" b="1" dirty="0">
                <a:latin typeface="黑体" pitchFamily="49" charset="-122"/>
                <a:ea typeface="黑体" pitchFamily="49" charset="-122"/>
              </a:rPr>
              <a:t>按</a:t>
            </a:r>
            <a:r>
              <a:rPr lang="zh-CN" altLang="en-US" sz="2800" b="1" dirty="0">
                <a:solidFill>
                  <a:srgbClr val="FF0000"/>
                </a:solidFill>
                <a:effectLst>
                  <a:outerShdw blurRad="38100" dist="38100" dir="2700000" algn="tl">
                    <a:srgbClr val="000000">
                      <a:alpha val="43137"/>
                    </a:srgbClr>
                  </a:outerShdw>
                </a:effectLst>
                <a:latin typeface="黑体" pitchFamily="49" charset="-122"/>
                <a:ea typeface="黑体" pitchFamily="49" charset="-122"/>
              </a:rPr>
              <a:t>格式控制字符串</a:t>
            </a:r>
            <a:r>
              <a:rPr lang="zh-CN" altLang="en-US" sz="2800" b="1" dirty="0">
                <a:latin typeface="黑体" pitchFamily="49" charset="-122"/>
                <a:ea typeface="黑体" pitchFamily="49" charset="-122"/>
              </a:rPr>
              <a:t>规定的</a:t>
            </a:r>
            <a:r>
              <a:rPr lang="zh-CN" altLang="en-US" sz="2800" b="1" dirty="0">
                <a:solidFill>
                  <a:srgbClr val="FF0000"/>
                </a:solidFill>
                <a:effectLst>
                  <a:outerShdw blurRad="38100" dist="38100" dir="2700000" algn="tl">
                    <a:srgbClr val="000000">
                      <a:alpha val="43137"/>
                    </a:srgbClr>
                  </a:outerShdw>
                </a:effectLst>
                <a:latin typeface="黑体" pitchFamily="49" charset="-122"/>
                <a:ea typeface="黑体" pitchFamily="49" charset="-122"/>
              </a:rPr>
              <a:t>格式</a:t>
            </a:r>
            <a:r>
              <a:rPr lang="zh-CN" altLang="zh-CN" sz="2800" b="1" dirty="0">
                <a:latin typeface="Times New Roman" pitchFamily="18" charset="0"/>
                <a:ea typeface="黑体" pitchFamily="49" charset="-122"/>
              </a:rPr>
              <a:t>, </a:t>
            </a:r>
            <a:r>
              <a:rPr lang="zh-CN" altLang="en-US" sz="2800" b="1" dirty="0">
                <a:latin typeface="黑体" pitchFamily="49" charset="-122"/>
                <a:ea typeface="黑体" pitchFamily="49" charset="-122"/>
              </a:rPr>
              <a:t>向标准输出设备</a:t>
            </a:r>
            <a:r>
              <a:rPr lang="zh-CN" altLang="zh-CN" sz="2800" b="1" dirty="0">
                <a:latin typeface="黑体" pitchFamily="49" charset="-122"/>
                <a:ea typeface="黑体" pitchFamily="49" charset="-122"/>
              </a:rPr>
              <a:t>(</a:t>
            </a:r>
            <a:r>
              <a:rPr lang="zh-CN" altLang="en-US" sz="2800" b="1" dirty="0">
                <a:latin typeface="黑体" pitchFamily="49" charset="-122"/>
                <a:ea typeface="黑体" pitchFamily="49" charset="-122"/>
              </a:rPr>
              <a:t>一般为显示器</a:t>
            </a:r>
            <a:r>
              <a:rPr lang="zh-CN" altLang="zh-CN" sz="2800" b="1" dirty="0">
                <a:latin typeface="黑体" pitchFamily="49" charset="-122"/>
                <a:ea typeface="黑体" pitchFamily="49" charset="-122"/>
              </a:rPr>
              <a:t>)</a:t>
            </a:r>
            <a:r>
              <a:rPr lang="zh-CN" altLang="en-US" sz="2800" b="1" dirty="0">
                <a:latin typeface="黑体" pitchFamily="49" charset="-122"/>
                <a:ea typeface="黑体" pitchFamily="49" charset="-122"/>
              </a:rPr>
              <a:t>输出</a:t>
            </a:r>
            <a:r>
              <a:rPr lang="zh-CN" altLang="en-US" sz="2800" b="1" dirty="0">
                <a:solidFill>
                  <a:srgbClr val="FF0000"/>
                </a:solidFill>
                <a:effectLst>
                  <a:outerShdw blurRad="38100" dist="38100" dir="2700000" algn="tl">
                    <a:srgbClr val="000000">
                      <a:alpha val="43137"/>
                    </a:srgbClr>
                  </a:outerShdw>
                </a:effectLst>
                <a:latin typeface="黑体" pitchFamily="49" charset="-122"/>
                <a:ea typeface="黑体" pitchFamily="49" charset="-122"/>
              </a:rPr>
              <a:t>输出表列中各输出项的值</a:t>
            </a:r>
            <a:r>
              <a:rPr lang="zh-CN" altLang="en-US" sz="2800" b="1" dirty="0">
                <a:latin typeface="黑体" pitchFamily="49" charset="-122"/>
                <a:ea typeface="黑体" pitchFamily="49" charset="-122"/>
              </a:rPr>
              <a:t>。</a:t>
            </a:r>
          </a:p>
          <a:p>
            <a:pPr marL="271463" indent="-271463">
              <a:lnSpc>
                <a:spcPct val="115000"/>
              </a:lnSpc>
              <a:spcBef>
                <a:spcPct val="40000"/>
              </a:spcBef>
              <a:buClr>
                <a:srgbClr val="009900"/>
              </a:buClr>
              <a:buSzPct val="85000"/>
              <a:buNone/>
            </a:pPr>
            <a:r>
              <a:rPr lang="zh-CN" altLang="en-US" sz="2800" b="1" dirty="0">
                <a:latin typeface="黑体" pitchFamily="49" charset="-122"/>
                <a:ea typeface="黑体" pitchFamily="49" charset="-122"/>
              </a:rPr>
              <a:t>    </a:t>
            </a:r>
            <a:r>
              <a:rPr lang="zh-CN" altLang="en-US" sz="1800" b="1" dirty="0">
                <a:latin typeface="黑体" pitchFamily="49" charset="-122"/>
                <a:ea typeface="黑体" pitchFamily="49" charset="-122"/>
              </a:rPr>
              <a:t>  </a:t>
            </a:r>
            <a:endParaRPr lang="zh-CN" altLang="en-US" sz="2800" b="1" dirty="0">
              <a:ea typeface="黑体" pitchFamily="49" charset="-122"/>
            </a:endParaRPr>
          </a:p>
        </p:txBody>
      </p:sp>
    </p:spTree>
    <p:extLst>
      <p:ext uri="{BB962C8B-B14F-4D97-AF65-F5344CB8AC3E}">
        <p14:creationId xmlns:p14="http://schemas.microsoft.com/office/powerpoint/2010/main" val="4736142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8178" name="Rectangle 2"/>
          <p:cNvSpPr>
            <a:spLocks noGrp="1" noChangeArrowheads="1"/>
          </p:cNvSpPr>
          <p:nvPr>
            <p:ph type="title" idx="4294967295"/>
          </p:nvPr>
        </p:nvSpPr>
        <p:spPr>
          <a:xfrm>
            <a:off x="2351088" y="188913"/>
            <a:ext cx="7789862" cy="755650"/>
          </a:xfrm>
        </p:spPr>
        <p:txBody>
          <a:bodyPr/>
          <a:lstStyle/>
          <a:p>
            <a:r>
              <a:rPr lang="zh-CN" altLang="en-US" sz="3600" b="1">
                <a:solidFill>
                  <a:srgbClr val="800000"/>
                </a:solidFill>
                <a:latin typeface="楷体_GB2312" pitchFamily="49" charset="-122"/>
                <a:ea typeface="楷体_GB2312" pitchFamily="49" charset="-122"/>
              </a:rPr>
              <a:t>例：格式输出：</a:t>
            </a:r>
            <a:r>
              <a:rPr lang="zh-CN" altLang="zh-CN" sz="3600" b="1">
                <a:solidFill>
                  <a:srgbClr val="800000"/>
                </a:solidFill>
                <a:latin typeface="楷体_GB2312" pitchFamily="49" charset="-122"/>
                <a:ea typeface="楷体_GB2312" pitchFamily="49" charset="-122"/>
              </a:rPr>
              <a:t>printf(</a:t>
            </a:r>
            <a:r>
              <a:rPr lang="zh-CN" altLang="en-US" sz="3600" b="1">
                <a:solidFill>
                  <a:srgbClr val="800000"/>
                </a:solidFill>
                <a:latin typeface="楷体_GB2312" pitchFamily="49" charset="-122"/>
                <a:ea typeface="楷体_GB2312" pitchFamily="49" charset="-122"/>
              </a:rPr>
              <a:t>）函数</a:t>
            </a:r>
          </a:p>
        </p:txBody>
      </p:sp>
      <p:sp>
        <p:nvSpPr>
          <p:cNvPr id="178179" name="Rectangle 3"/>
          <p:cNvSpPr>
            <a:spLocks noGrp="1" noChangeArrowheads="1"/>
          </p:cNvSpPr>
          <p:nvPr>
            <p:ph type="body" idx="4294967295"/>
          </p:nvPr>
        </p:nvSpPr>
        <p:spPr>
          <a:xfrm>
            <a:off x="2208213" y="1557338"/>
            <a:ext cx="7924800" cy="4114800"/>
          </a:xfrm>
        </p:spPr>
        <p:txBody>
          <a:bodyPr/>
          <a:lstStyle/>
          <a:p>
            <a:pPr marL="0" indent="342900">
              <a:buClr>
                <a:schemeClr val="tx1"/>
              </a:buClr>
              <a:buNone/>
            </a:pPr>
            <a:r>
              <a:rPr lang="zh-CN" altLang="zh-CN" sz="2400" b="1" dirty="0">
                <a:latin typeface="Courier New" pitchFamily="49" charset="0"/>
                <a:ea typeface="黑体" pitchFamily="49" charset="-122"/>
              </a:rPr>
              <a:t> </a:t>
            </a:r>
            <a:r>
              <a:rPr lang="zh-CN" altLang="zh-CN" sz="2400" b="1" dirty="0">
                <a:latin typeface="Courier New" pitchFamily="49" charset="0"/>
              </a:rPr>
              <a:t> </a:t>
            </a:r>
            <a:r>
              <a:rPr lang="zh-CN" altLang="zh-CN" sz="2000" b="1" dirty="0">
                <a:latin typeface="Courier New" pitchFamily="49" charset="0"/>
              </a:rPr>
              <a:t> </a:t>
            </a:r>
            <a:r>
              <a:rPr lang="zh-CN" altLang="zh-CN" sz="2400" b="1" dirty="0">
                <a:latin typeface="Courier New" pitchFamily="49" charset="0"/>
              </a:rPr>
              <a:t>printf</a:t>
            </a:r>
            <a:r>
              <a:rPr lang="zh-CN" altLang="en-US" sz="2400" b="1" dirty="0">
                <a:latin typeface="Courier New" pitchFamily="49" charset="0"/>
              </a:rPr>
              <a:t>（</a:t>
            </a:r>
            <a:r>
              <a:rPr lang="zh-CN" altLang="en-US" sz="2400" b="1" dirty="0">
                <a:latin typeface="Times New Roman" pitchFamily="18" charset="0"/>
              </a:rPr>
              <a:t>“</a:t>
            </a:r>
            <a:r>
              <a:rPr lang="zh-CN" altLang="en-US" sz="2000" b="1" dirty="0">
                <a:latin typeface="Courier New" pitchFamily="49" charset="0"/>
              </a:rPr>
              <a:t> </a:t>
            </a:r>
            <a:r>
              <a:rPr lang="zh-CN" altLang="en-US" sz="1000" b="1" dirty="0">
                <a:latin typeface="Courier New" pitchFamily="49" charset="0"/>
              </a:rPr>
              <a:t> </a:t>
            </a:r>
            <a:r>
              <a:rPr lang="zh-CN" altLang="zh-CN" sz="2400" b="1" dirty="0">
                <a:latin typeface="Courier New" pitchFamily="49" charset="0"/>
              </a:rPr>
              <a:t>a+b = %5</a:t>
            </a:r>
            <a:r>
              <a:rPr lang="zh-CN" altLang="zh-CN" sz="2400" b="1" dirty="0">
                <a:latin typeface="Times New Roman" pitchFamily="18" charset="0"/>
              </a:rPr>
              <a:t>.</a:t>
            </a:r>
            <a:r>
              <a:rPr lang="zh-CN" altLang="zh-CN" sz="2400" b="1" dirty="0">
                <a:latin typeface="Courier New" pitchFamily="49" charset="0"/>
              </a:rPr>
              <a:t>2 f </a:t>
            </a:r>
            <a:r>
              <a:rPr lang="zh-CN" altLang="zh-CN" sz="2400" b="1" dirty="0">
                <a:latin typeface="Times New Roman" pitchFamily="18" charset="0"/>
              </a:rPr>
              <a:t>”</a:t>
            </a:r>
            <a:r>
              <a:rPr lang="zh-CN" altLang="zh-CN" sz="2400" b="1" dirty="0">
                <a:latin typeface="Courier New" pitchFamily="49" charset="0"/>
              </a:rPr>
              <a:t> , c );</a:t>
            </a:r>
          </a:p>
        </p:txBody>
      </p:sp>
      <p:sp>
        <p:nvSpPr>
          <p:cNvPr id="178180" name="Line 4"/>
          <p:cNvSpPr>
            <a:spLocks noChangeShapeType="1"/>
          </p:cNvSpPr>
          <p:nvPr/>
        </p:nvSpPr>
        <p:spPr bwMode="auto">
          <a:xfrm flipV="1">
            <a:off x="4887912" y="1938338"/>
            <a:ext cx="1159041" cy="0"/>
          </a:xfrm>
          <a:prstGeom prst="line">
            <a:avLst/>
          </a:prstGeom>
          <a:noFill/>
          <a:ln w="38100" cap="sq" cmpd="sng">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a:solidFill>
                <a:srgbClr val="000000"/>
              </a:solidFill>
              <a:ea typeface="Dotum" pitchFamily="34" charset="-127"/>
            </a:endParaRPr>
          </a:p>
        </p:txBody>
      </p:sp>
      <p:sp>
        <p:nvSpPr>
          <p:cNvPr id="178181" name="Line 5"/>
          <p:cNvSpPr>
            <a:spLocks noChangeShapeType="1"/>
          </p:cNvSpPr>
          <p:nvPr/>
        </p:nvSpPr>
        <p:spPr bwMode="auto">
          <a:xfrm>
            <a:off x="6244952" y="1938338"/>
            <a:ext cx="1219200" cy="0"/>
          </a:xfrm>
          <a:prstGeom prst="line">
            <a:avLst/>
          </a:prstGeom>
          <a:noFill/>
          <a:ln w="38100" cap="sq" cmpd="sng">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a:solidFill>
                <a:srgbClr val="000000"/>
              </a:solidFill>
              <a:ea typeface="Dotum" pitchFamily="34" charset="-127"/>
            </a:endParaRPr>
          </a:p>
        </p:txBody>
      </p:sp>
      <p:sp>
        <p:nvSpPr>
          <p:cNvPr id="178182" name="Line 6"/>
          <p:cNvSpPr>
            <a:spLocks noChangeShapeType="1"/>
          </p:cNvSpPr>
          <p:nvPr/>
        </p:nvSpPr>
        <p:spPr bwMode="auto">
          <a:xfrm>
            <a:off x="8081871" y="1992623"/>
            <a:ext cx="334962" cy="0"/>
          </a:xfrm>
          <a:prstGeom prst="line">
            <a:avLst/>
          </a:prstGeom>
          <a:noFill/>
          <a:ln w="38100" cap="sq" cmpd="sng">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a:solidFill>
                <a:srgbClr val="000000"/>
              </a:solidFill>
              <a:ea typeface="Dotum" pitchFamily="34" charset="-127"/>
            </a:endParaRPr>
          </a:p>
        </p:txBody>
      </p:sp>
      <p:sp>
        <p:nvSpPr>
          <p:cNvPr id="178183" name="Oval 7"/>
          <p:cNvSpPr>
            <a:spLocks noChangeArrowheads="1"/>
          </p:cNvSpPr>
          <p:nvPr/>
        </p:nvSpPr>
        <p:spPr bwMode="auto">
          <a:xfrm>
            <a:off x="6393805" y="1412776"/>
            <a:ext cx="422275" cy="649188"/>
          </a:xfrm>
          <a:prstGeom prst="ellipse">
            <a:avLst/>
          </a:prstGeom>
          <a:noFill/>
          <a:ln w="28575" cmpd="sng">
            <a:solidFill>
              <a:srgbClr val="FF0000"/>
            </a:solidFill>
            <a:round/>
            <a:headEnd/>
            <a:tailEnd/>
          </a:ln>
          <a:effectLst/>
          <a:extLst>
            <a:ext uri="{909E8E84-426E-40DD-AFC4-6F175D3DCCD1}">
              <a14:hiddenFill xmlns:a14="http://schemas.microsoft.com/office/drawing/2010/main">
                <a:solidFill>
                  <a:srgbClr val="CC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fontAlgn="base">
              <a:spcBef>
                <a:spcPct val="0"/>
              </a:spcBef>
              <a:spcAft>
                <a:spcPct val="0"/>
              </a:spcAft>
            </a:pPr>
            <a:endParaRPr lang="zh-CN" altLang="en-US" sz="2400">
              <a:solidFill>
                <a:srgbClr val="000000"/>
              </a:solidFill>
              <a:ea typeface="Dotum" pitchFamily="34" charset="-127"/>
            </a:endParaRPr>
          </a:p>
        </p:txBody>
      </p:sp>
      <p:sp>
        <p:nvSpPr>
          <p:cNvPr id="178184" name="Oval 8"/>
          <p:cNvSpPr>
            <a:spLocks noChangeArrowheads="1"/>
          </p:cNvSpPr>
          <p:nvPr/>
        </p:nvSpPr>
        <p:spPr bwMode="auto">
          <a:xfrm>
            <a:off x="6973933" y="1417061"/>
            <a:ext cx="259766" cy="649188"/>
          </a:xfrm>
          <a:prstGeom prst="ellipse">
            <a:avLst/>
          </a:prstGeom>
          <a:noFill/>
          <a:ln w="28575" cmpd="sng">
            <a:solidFill>
              <a:srgbClr val="0000FF"/>
            </a:solidFill>
            <a:round/>
            <a:headEnd/>
            <a:tailEnd/>
          </a:ln>
          <a:effectLst/>
          <a:extLst>
            <a:ext uri="{909E8E84-426E-40DD-AFC4-6F175D3DCCD1}">
              <a14:hiddenFill xmlns:a14="http://schemas.microsoft.com/office/drawing/2010/main">
                <a:solidFill>
                  <a:srgbClr val="CC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lang="zh-CN" altLang="en-US" sz="2400">
              <a:solidFill>
                <a:srgbClr val="000000"/>
              </a:solidFill>
              <a:ea typeface="Dotum" pitchFamily="34" charset="-127"/>
            </a:endParaRPr>
          </a:p>
        </p:txBody>
      </p:sp>
      <p:grpSp>
        <p:nvGrpSpPr>
          <p:cNvPr id="178185" name="Group 9"/>
          <p:cNvGrpSpPr>
            <a:grpSpLocks/>
          </p:cNvGrpSpPr>
          <p:nvPr/>
        </p:nvGrpSpPr>
        <p:grpSpPr bwMode="auto">
          <a:xfrm>
            <a:off x="5065713" y="2001839"/>
            <a:ext cx="1295400" cy="932001"/>
            <a:chOff x="0" y="0"/>
            <a:chExt cx="912" cy="701"/>
          </a:xfrm>
        </p:grpSpPr>
        <p:sp>
          <p:nvSpPr>
            <p:cNvPr id="178186" name="Text Box 10"/>
            <p:cNvSpPr txBox="1">
              <a:spLocks noChangeArrowheads="1"/>
            </p:cNvSpPr>
            <p:nvPr/>
          </p:nvSpPr>
          <p:spPr bwMode="auto">
            <a:xfrm>
              <a:off x="0" y="400"/>
              <a:ext cx="816" cy="301"/>
            </a:xfrm>
            <a:prstGeom prst="rect">
              <a:avLst/>
            </a:prstGeom>
            <a:noFill/>
            <a:ln w="28575" cmpd="sng">
              <a:solidFill>
                <a:srgbClr val="FF0000"/>
              </a:solidFill>
              <a:miter lim="800000"/>
              <a:headEnd/>
              <a:tailEnd/>
            </a:ln>
            <a:effectLst/>
            <a:extLst>
              <a:ext uri="{909E8E84-426E-40DD-AFC4-6F175D3DCCD1}">
                <a14:hiddenFill xmlns:a14="http://schemas.microsoft.com/office/drawing/2010/main">
                  <a:solidFill>
                    <a:srgbClr val="CC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20000"/>
                </a:spcBef>
                <a:spcAft>
                  <a:spcPct val="0"/>
                </a:spcAft>
              </a:pPr>
              <a:r>
                <a:rPr lang="zh-CN" altLang="en-US" sz="2000" b="1">
                  <a:solidFill>
                    <a:srgbClr val="000000"/>
                  </a:solidFill>
                  <a:latin typeface="Times New Roman" pitchFamily="18" charset="0"/>
                  <a:ea typeface="黑体" pitchFamily="49" charset="-122"/>
                </a:rPr>
                <a:t>修饰符</a:t>
              </a:r>
            </a:p>
          </p:txBody>
        </p:sp>
        <p:sp>
          <p:nvSpPr>
            <p:cNvPr id="178187" name="Line 11"/>
            <p:cNvSpPr>
              <a:spLocks noChangeShapeType="1"/>
            </p:cNvSpPr>
            <p:nvPr/>
          </p:nvSpPr>
          <p:spPr bwMode="auto">
            <a:xfrm flipV="1">
              <a:off x="432" y="0"/>
              <a:ext cx="480" cy="384"/>
            </a:xfrm>
            <a:prstGeom prst="line">
              <a:avLst/>
            </a:prstGeom>
            <a:noFill/>
            <a:ln w="28575" cmpd="sng">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endParaRPr lang="zh-CN" altLang="en-US" sz="2400">
                <a:solidFill>
                  <a:srgbClr val="000000"/>
                </a:solidFill>
                <a:ea typeface="Dotum" pitchFamily="34" charset="-127"/>
              </a:endParaRPr>
            </a:p>
          </p:txBody>
        </p:sp>
      </p:grpSp>
      <p:grpSp>
        <p:nvGrpSpPr>
          <p:cNvPr id="178188" name="Group 12"/>
          <p:cNvGrpSpPr>
            <a:grpSpLocks/>
          </p:cNvGrpSpPr>
          <p:nvPr/>
        </p:nvGrpSpPr>
        <p:grpSpPr bwMode="auto">
          <a:xfrm>
            <a:off x="6542088" y="2051676"/>
            <a:ext cx="1295400" cy="852239"/>
            <a:chOff x="0" y="77"/>
            <a:chExt cx="816" cy="579"/>
          </a:xfrm>
        </p:grpSpPr>
        <p:sp>
          <p:nvSpPr>
            <p:cNvPr id="178189" name="Text Box 13"/>
            <p:cNvSpPr txBox="1">
              <a:spLocks noChangeArrowheads="1"/>
            </p:cNvSpPr>
            <p:nvPr/>
          </p:nvSpPr>
          <p:spPr bwMode="auto">
            <a:xfrm>
              <a:off x="0" y="384"/>
              <a:ext cx="816" cy="272"/>
            </a:xfrm>
            <a:prstGeom prst="rect">
              <a:avLst/>
            </a:prstGeom>
            <a:noFill/>
            <a:ln w="28575" cmpd="sng">
              <a:solidFill>
                <a:srgbClr val="0000FF"/>
              </a:solidFill>
              <a:miter lim="800000"/>
              <a:headEnd/>
              <a:tailEnd/>
            </a:ln>
            <a:effectLst/>
            <a:extLst>
              <a:ext uri="{909E8E84-426E-40DD-AFC4-6F175D3DCCD1}">
                <a14:hiddenFill xmlns:a14="http://schemas.microsoft.com/office/drawing/2010/main">
                  <a:solidFill>
                    <a:srgbClr val="CC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zh-CN" altLang="en-US" sz="2000" b="1">
                  <a:solidFill>
                    <a:srgbClr val="000000"/>
                  </a:solidFill>
                  <a:latin typeface="Times New Roman" pitchFamily="18" charset="0"/>
                  <a:ea typeface="黑体" pitchFamily="49" charset="-122"/>
                </a:rPr>
                <a:t>格式字符</a:t>
              </a:r>
            </a:p>
          </p:txBody>
        </p:sp>
        <p:sp>
          <p:nvSpPr>
            <p:cNvPr id="178190" name="Line 14"/>
            <p:cNvSpPr>
              <a:spLocks noChangeShapeType="1"/>
            </p:cNvSpPr>
            <p:nvPr/>
          </p:nvSpPr>
          <p:spPr bwMode="auto">
            <a:xfrm>
              <a:off x="350" y="77"/>
              <a:ext cx="34" cy="307"/>
            </a:xfrm>
            <a:prstGeom prst="line">
              <a:avLst/>
            </a:prstGeom>
            <a:noFill/>
            <a:ln w="28575" cmpd="sng">
              <a:solidFill>
                <a:srgbClr val="0000FF"/>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0"/>
                </a:spcBef>
                <a:spcAft>
                  <a:spcPct val="0"/>
                </a:spcAft>
              </a:pPr>
              <a:endParaRPr lang="zh-CN" altLang="en-US" sz="2400">
                <a:solidFill>
                  <a:srgbClr val="000000"/>
                </a:solidFill>
                <a:ea typeface="Dotum" pitchFamily="34" charset="-127"/>
              </a:endParaRPr>
            </a:p>
          </p:txBody>
        </p:sp>
      </p:grpSp>
      <p:grpSp>
        <p:nvGrpSpPr>
          <p:cNvPr id="178191" name="Group 15"/>
          <p:cNvGrpSpPr>
            <a:grpSpLocks/>
          </p:cNvGrpSpPr>
          <p:nvPr/>
        </p:nvGrpSpPr>
        <p:grpSpPr bwMode="auto">
          <a:xfrm>
            <a:off x="8271499" y="2051051"/>
            <a:ext cx="1612900" cy="1233227"/>
            <a:chOff x="0" y="0"/>
            <a:chExt cx="1104" cy="817"/>
          </a:xfrm>
        </p:grpSpPr>
        <p:sp>
          <p:nvSpPr>
            <p:cNvPr id="178192" name="Text Box 16"/>
            <p:cNvSpPr txBox="1">
              <a:spLocks noChangeArrowheads="1"/>
            </p:cNvSpPr>
            <p:nvPr/>
          </p:nvSpPr>
          <p:spPr bwMode="auto">
            <a:xfrm>
              <a:off x="145" y="552"/>
              <a:ext cx="959" cy="265"/>
            </a:xfrm>
            <a:prstGeom prst="rect">
              <a:avLst/>
            </a:prstGeom>
            <a:noFill/>
            <a:ln w="28575" cmpd="sng">
              <a:solidFill>
                <a:srgbClr val="006600"/>
              </a:solidFill>
              <a:miter lim="800000"/>
              <a:headEnd/>
              <a:tailEnd/>
            </a:ln>
            <a:effectLst/>
            <a:extLst>
              <a:ext uri="{909E8E84-426E-40DD-AFC4-6F175D3DCCD1}">
                <a14:hiddenFill xmlns:a14="http://schemas.microsoft.com/office/drawing/2010/main">
                  <a:solidFill>
                    <a:srgbClr val="CC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zh-CN" altLang="en-US" sz="2000" b="1">
                  <a:solidFill>
                    <a:srgbClr val="000000"/>
                  </a:solidFill>
                  <a:latin typeface="Times New Roman" pitchFamily="18" charset="0"/>
                  <a:ea typeface="黑体" pitchFamily="49" charset="-122"/>
                </a:rPr>
                <a:t>输出表列</a:t>
              </a:r>
            </a:p>
          </p:txBody>
        </p:sp>
        <p:sp>
          <p:nvSpPr>
            <p:cNvPr id="178193" name="Line 17"/>
            <p:cNvSpPr>
              <a:spLocks noChangeShapeType="1"/>
            </p:cNvSpPr>
            <p:nvPr/>
          </p:nvSpPr>
          <p:spPr bwMode="auto">
            <a:xfrm>
              <a:off x="0" y="0"/>
              <a:ext cx="432" cy="528"/>
            </a:xfrm>
            <a:prstGeom prst="line">
              <a:avLst/>
            </a:prstGeom>
            <a:noFill/>
            <a:ln w="28575" cmpd="sng">
              <a:solidFill>
                <a:srgbClr val="0066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endParaRPr lang="zh-CN" altLang="en-US" sz="2400">
                <a:solidFill>
                  <a:srgbClr val="000000"/>
                </a:solidFill>
                <a:ea typeface="Dotum" pitchFamily="34" charset="-127"/>
              </a:endParaRPr>
            </a:p>
          </p:txBody>
        </p:sp>
      </p:grpSp>
      <p:grpSp>
        <p:nvGrpSpPr>
          <p:cNvPr id="178194" name="Group 18"/>
          <p:cNvGrpSpPr>
            <a:grpSpLocks/>
          </p:cNvGrpSpPr>
          <p:nvPr/>
        </p:nvGrpSpPr>
        <p:grpSpPr bwMode="auto">
          <a:xfrm>
            <a:off x="3465513" y="1951039"/>
            <a:ext cx="1587500" cy="1307469"/>
            <a:chOff x="0" y="0"/>
            <a:chExt cx="1152" cy="1105"/>
          </a:xfrm>
        </p:grpSpPr>
        <p:sp>
          <p:nvSpPr>
            <p:cNvPr id="178195" name="Text Box 19"/>
            <p:cNvSpPr txBox="1">
              <a:spLocks noChangeArrowheads="1"/>
            </p:cNvSpPr>
            <p:nvPr/>
          </p:nvSpPr>
          <p:spPr bwMode="auto">
            <a:xfrm>
              <a:off x="0" y="767"/>
              <a:ext cx="960" cy="338"/>
            </a:xfrm>
            <a:prstGeom prst="rect">
              <a:avLst/>
            </a:prstGeom>
            <a:noFill/>
            <a:ln w="28575" cmpd="sng">
              <a:solidFill>
                <a:srgbClr val="006600"/>
              </a:solidFill>
              <a:miter lim="800000"/>
              <a:headEnd/>
              <a:tailEnd/>
            </a:ln>
            <a:effectLst/>
            <a:extLst>
              <a:ext uri="{909E8E84-426E-40DD-AFC4-6F175D3DCCD1}">
                <a14:hiddenFill xmlns:a14="http://schemas.microsoft.com/office/drawing/2010/main">
                  <a:solidFill>
                    <a:srgbClr val="CC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zh-CN" altLang="en-US" sz="2000" b="1">
                  <a:solidFill>
                    <a:srgbClr val="000000"/>
                  </a:solidFill>
                  <a:latin typeface="Times New Roman" pitchFamily="18" charset="0"/>
                  <a:ea typeface="黑体" pitchFamily="49" charset="-122"/>
                </a:rPr>
                <a:t>普通字符</a:t>
              </a:r>
            </a:p>
          </p:txBody>
        </p:sp>
        <p:sp>
          <p:nvSpPr>
            <p:cNvPr id="178196" name="Line 20"/>
            <p:cNvSpPr>
              <a:spLocks noChangeShapeType="1"/>
            </p:cNvSpPr>
            <p:nvPr/>
          </p:nvSpPr>
          <p:spPr bwMode="auto">
            <a:xfrm flipH="1">
              <a:off x="672" y="0"/>
              <a:ext cx="480" cy="768"/>
            </a:xfrm>
            <a:prstGeom prst="line">
              <a:avLst/>
            </a:prstGeom>
            <a:noFill/>
            <a:ln w="28575" cmpd="sng">
              <a:solidFill>
                <a:srgbClr val="0066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endParaRPr lang="zh-CN" altLang="en-US" sz="2400">
                <a:solidFill>
                  <a:srgbClr val="000000"/>
                </a:solidFill>
                <a:ea typeface="Dotum" pitchFamily="34" charset="-127"/>
              </a:endParaRPr>
            </a:p>
          </p:txBody>
        </p:sp>
      </p:grpSp>
      <p:grpSp>
        <p:nvGrpSpPr>
          <p:cNvPr id="178197" name="Group 21"/>
          <p:cNvGrpSpPr>
            <a:grpSpLocks/>
          </p:cNvGrpSpPr>
          <p:nvPr/>
        </p:nvGrpSpPr>
        <p:grpSpPr bwMode="auto">
          <a:xfrm>
            <a:off x="4875213" y="1938338"/>
            <a:ext cx="3541620" cy="1631951"/>
            <a:chOff x="0" y="0"/>
            <a:chExt cx="1920" cy="1028"/>
          </a:xfrm>
        </p:grpSpPr>
        <p:sp>
          <p:nvSpPr>
            <p:cNvPr id="178198" name="Text Box 22"/>
            <p:cNvSpPr txBox="1">
              <a:spLocks noChangeArrowheads="1"/>
            </p:cNvSpPr>
            <p:nvPr/>
          </p:nvSpPr>
          <p:spPr bwMode="auto">
            <a:xfrm>
              <a:off x="560" y="737"/>
              <a:ext cx="1281" cy="291"/>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pPr>
              <a:r>
                <a:rPr lang="zh-CN" altLang="en-US" sz="2400" b="1">
                  <a:solidFill>
                    <a:srgbClr val="000000"/>
                  </a:solidFill>
                  <a:latin typeface="Times New Roman" pitchFamily="18" charset="0"/>
                  <a:ea typeface="黑体" pitchFamily="49" charset="-122"/>
                </a:rPr>
                <a:t>格式说明</a:t>
              </a:r>
              <a:r>
                <a:rPr lang="en-US" altLang="zh-CN" sz="2400" b="1">
                  <a:solidFill>
                    <a:srgbClr val="000000"/>
                  </a:solidFill>
                  <a:latin typeface="Times New Roman" pitchFamily="18" charset="0"/>
                  <a:ea typeface="黑体" pitchFamily="49" charset="-122"/>
                </a:rPr>
                <a:t>(</a:t>
              </a:r>
              <a:r>
                <a:rPr lang="zh-CN" altLang="en-US" sz="2400" b="1">
                  <a:solidFill>
                    <a:srgbClr val="FF0000"/>
                  </a:solidFill>
                  <a:latin typeface="Times New Roman" pitchFamily="18" charset="0"/>
                  <a:ea typeface="黑体" pitchFamily="49" charset="-122"/>
                </a:rPr>
                <a:t>转换</a:t>
              </a:r>
              <a:r>
                <a:rPr lang="en-US" altLang="zh-CN" sz="2400" b="1">
                  <a:solidFill>
                    <a:srgbClr val="000000"/>
                  </a:solidFill>
                  <a:latin typeface="Times New Roman" pitchFamily="18" charset="0"/>
                  <a:ea typeface="黑体" pitchFamily="49" charset="-122"/>
                </a:rPr>
                <a:t>)</a:t>
              </a:r>
              <a:endParaRPr lang="zh-CN" altLang="en-US" sz="2400" b="1" dirty="0">
                <a:solidFill>
                  <a:srgbClr val="000000"/>
                </a:solidFill>
                <a:latin typeface="Times New Roman" pitchFamily="18" charset="0"/>
                <a:ea typeface="黑体" pitchFamily="49" charset="-122"/>
              </a:endParaRPr>
            </a:p>
          </p:txBody>
        </p:sp>
        <p:sp>
          <p:nvSpPr>
            <p:cNvPr id="178199" name="Rectangle 23"/>
            <p:cNvSpPr>
              <a:spLocks noChangeArrowheads="1"/>
            </p:cNvSpPr>
            <p:nvPr/>
          </p:nvSpPr>
          <p:spPr bwMode="auto">
            <a:xfrm>
              <a:off x="0" y="719"/>
              <a:ext cx="1920" cy="291"/>
            </a:xfrm>
            <a:prstGeom prst="rect">
              <a:avLst/>
            </a:prstGeom>
            <a:noFill/>
            <a:ln w="38100" cmpd="sng">
              <a:solidFill>
                <a:srgbClr val="006600"/>
              </a:solidFill>
              <a:miter lim="800000"/>
              <a:headEnd/>
              <a:tailEnd/>
            </a:ln>
            <a:effectLst/>
            <a:extLst>
              <a:ext uri="{909E8E84-426E-40DD-AFC4-6F175D3DCCD1}">
                <a14:hiddenFill xmlns:a14="http://schemas.microsoft.com/office/drawing/2010/main">
                  <a:solidFill>
                    <a:srgbClr val="CC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spcBef>
                  <a:spcPct val="0"/>
                </a:spcBef>
                <a:spcAft>
                  <a:spcPct val="0"/>
                </a:spcAft>
              </a:pPr>
              <a:endParaRPr lang="zh-CN" altLang="en-US" sz="2400">
                <a:solidFill>
                  <a:srgbClr val="000000"/>
                </a:solidFill>
                <a:ea typeface="Dotum" pitchFamily="34" charset="-127"/>
              </a:endParaRPr>
            </a:p>
          </p:txBody>
        </p:sp>
        <p:sp>
          <p:nvSpPr>
            <p:cNvPr id="178200" name="Line 24"/>
            <p:cNvSpPr>
              <a:spLocks noChangeShapeType="1"/>
            </p:cNvSpPr>
            <p:nvPr/>
          </p:nvSpPr>
          <p:spPr bwMode="auto">
            <a:xfrm>
              <a:off x="1143" y="0"/>
              <a:ext cx="1" cy="192"/>
            </a:xfrm>
            <a:prstGeom prst="line">
              <a:avLst/>
            </a:prstGeom>
            <a:noFill/>
            <a:ln w="38100" cmpd="sng">
              <a:solidFill>
                <a:srgbClr val="0066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endParaRPr lang="zh-CN" altLang="en-US" sz="2400">
                <a:solidFill>
                  <a:srgbClr val="000000"/>
                </a:solidFill>
                <a:ea typeface="Dotum" pitchFamily="34" charset="-127"/>
              </a:endParaRPr>
            </a:p>
          </p:txBody>
        </p:sp>
      </p:grpSp>
    </p:spTree>
    <p:extLst>
      <p:ext uri="{BB962C8B-B14F-4D97-AF65-F5344CB8AC3E}">
        <p14:creationId xmlns:p14="http://schemas.microsoft.com/office/powerpoint/2010/main" val="92460742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8180"/>
                                        </p:tgtEl>
                                        <p:attrNameLst>
                                          <p:attrName>style.visibility</p:attrName>
                                        </p:attrNameLst>
                                      </p:cBhvr>
                                      <p:to>
                                        <p:strVal val="visible"/>
                                      </p:to>
                                    </p:set>
                                    <p:animEffect transition="in" filter="wipe(left)">
                                      <p:cBhvr>
                                        <p:cTn id="7" dur="500"/>
                                        <p:tgtEl>
                                          <p:spTgt spid="17818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8181"/>
                                        </p:tgtEl>
                                        <p:attrNameLst>
                                          <p:attrName>style.visibility</p:attrName>
                                        </p:attrNameLst>
                                      </p:cBhvr>
                                      <p:to>
                                        <p:strVal val="visible"/>
                                      </p:to>
                                    </p:set>
                                    <p:animEffect transition="in" filter="wipe(left)">
                                      <p:cBhvr>
                                        <p:cTn id="12" dur="500"/>
                                        <p:tgtEl>
                                          <p:spTgt spid="178181"/>
                                        </p:tgtEl>
                                      </p:cBhvr>
                                    </p:animEffect>
                                  </p:childTnLst>
                                </p:cTn>
                              </p:par>
                            </p:childTnLst>
                          </p:cTn>
                        </p:par>
                        <p:par>
                          <p:cTn id="13" fill="hold" nodeType="afterGroup">
                            <p:stCondLst>
                              <p:cond delay="500"/>
                            </p:stCondLst>
                            <p:childTnLst>
                              <p:par>
                                <p:cTn id="14" presetID="22" presetClass="entr" presetSubtype="4" fill="hold" nodeType="afterEffect">
                                  <p:stCondLst>
                                    <p:cond delay="0"/>
                                  </p:stCondLst>
                                  <p:childTnLst>
                                    <p:set>
                                      <p:cBhvr>
                                        <p:cTn id="15" dur="1" fill="hold">
                                          <p:stCondLst>
                                            <p:cond delay="0"/>
                                          </p:stCondLst>
                                        </p:cTn>
                                        <p:tgtEl>
                                          <p:spTgt spid="178194"/>
                                        </p:tgtEl>
                                        <p:attrNameLst>
                                          <p:attrName>style.visibility</p:attrName>
                                        </p:attrNameLst>
                                      </p:cBhvr>
                                      <p:to>
                                        <p:strVal val="visible"/>
                                      </p:to>
                                    </p:set>
                                    <p:animEffect transition="in" filter="wipe(down)">
                                      <p:cBhvr>
                                        <p:cTn id="16" dur="500"/>
                                        <p:tgtEl>
                                          <p:spTgt spid="178194"/>
                                        </p:tgtEl>
                                      </p:cBhvr>
                                    </p:animEffect>
                                  </p:childTnLst>
                                </p:cTn>
                              </p:par>
                            </p:childTnLst>
                          </p:cTn>
                        </p:par>
                        <p:par>
                          <p:cTn id="17" fill="hold" nodeType="afterGroup">
                            <p:stCondLst>
                              <p:cond delay="1000"/>
                            </p:stCondLst>
                            <p:childTnLst>
                              <p:par>
                                <p:cTn id="18" presetID="1" presetClass="entr" presetSubtype="0" fill="hold" nodeType="afterEffect">
                                  <p:stCondLst>
                                    <p:cond delay="0"/>
                                  </p:stCondLst>
                                  <p:childTnLst>
                                    <p:set>
                                      <p:cBhvr>
                                        <p:cTn id="19" dur="1" fill="hold">
                                          <p:stCondLst>
                                            <p:cond delay="499"/>
                                          </p:stCondLst>
                                        </p:cTn>
                                        <p:tgtEl>
                                          <p:spTgt spid="178197"/>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grpId="0" nodeType="clickEffect">
                                  <p:stCondLst>
                                    <p:cond delay="0"/>
                                  </p:stCondLst>
                                  <p:childTnLst>
                                    <p:set>
                                      <p:cBhvr>
                                        <p:cTn id="23" dur="1" fill="hold">
                                          <p:stCondLst>
                                            <p:cond delay="499"/>
                                          </p:stCondLst>
                                        </p:cTn>
                                        <p:tgtEl>
                                          <p:spTgt spid="178183"/>
                                        </p:tgtEl>
                                        <p:attrNameLst>
                                          <p:attrName>style.visibility</p:attrName>
                                        </p:attrNameLst>
                                      </p:cBhvr>
                                      <p:to>
                                        <p:strVal val="visible"/>
                                      </p:to>
                                    </p:set>
                                  </p:childTnLst>
                                </p:cTn>
                              </p:par>
                            </p:childTnLst>
                          </p:cTn>
                        </p:par>
                        <p:par>
                          <p:cTn id="24" fill="hold" nodeType="afterGroup">
                            <p:stCondLst>
                              <p:cond delay="500"/>
                            </p:stCondLst>
                            <p:childTnLst>
                              <p:par>
                                <p:cTn id="25" presetID="22" presetClass="entr" presetSubtype="4" fill="hold" nodeType="afterEffect">
                                  <p:stCondLst>
                                    <p:cond delay="0"/>
                                  </p:stCondLst>
                                  <p:childTnLst>
                                    <p:set>
                                      <p:cBhvr>
                                        <p:cTn id="26" dur="1" fill="hold">
                                          <p:stCondLst>
                                            <p:cond delay="0"/>
                                          </p:stCondLst>
                                        </p:cTn>
                                        <p:tgtEl>
                                          <p:spTgt spid="178185"/>
                                        </p:tgtEl>
                                        <p:attrNameLst>
                                          <p:attrName>style.visibility</p:attrName>
                                        </p:attrNameLst>
                                      </p:cBhvr>
                                      <p:to>
                                        <p:strVal val="visible"/>
                                      </p:to>
                                    </p:set>
                                    <p:animEffect transition="in" filter="wipe(down)">
                                      <p:cBhvr>
                                        <p:cTn id="27" dur="500"/>
                                        <p:tgtEl>
                                          <p:spTgt spid="17818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grpId="0" nodeType="clickEffect">
                                  <p:stCondLst>
                                    <p:cond delay="0"/>
                                  </p:stCondLst>
                                  <p:childTnLst>
                                    <p:set>
                                      <p:cBhvr>
                                        <p:cTn id="31" dur="1" fill="hold">
                                          <p:stCondLst>
                                            <p:cond delay="499"/>
                                          </p:stCondLst>
                                        </p:cTn>
                                        <p:tgtEl>
                                          <p:spTgt spid="178184"/>
                                        </p:tgtEl>
                                        <p:attrNameLst>
                                          <p:attrName>style.visibility</p:attrName>
                                        </p:attrNameLst>
                                      </p:cBhvr>
                                      <p:to>
                                        <p:strVal val="visible"/>
                                      </p:to>
                                    </p:set>
                                  </p:childTnLst>
                                </p:cTn>
                              </p:par>
                            </p:childTnLst>
                          </p:cTn>
                        </p:par>
                        <p:par>
                          <p:cTn id="32" fill="hold" nodeType="afterGroup">
                            <p:stCondLst>
                              <p:cond delay="500"/>
                            </p:stCondLst>
                            <p:childTnLst>
                              <p:par>
                                <p:cTn id="33" presetID="22" presetClass="entr" presetSubtype="4" fill="hold" nodeType="afterEffect">
                                  <p:stCondLst>
                                    <p:cond delay="0"/>
                                  </p:stCondLst>
                                  <p:childTnLst>
                                    <p:set>
                                      <p:cBhvr>
                                        <p:cTn id="34" dur="1" fill="hold">
                                          <p:stCondLst>
                                            <p:cond delay="0"/>
                                          </p:stCondLst>
                                        </p:cTn>
                                        <p:tgtEl>
                                          <p:spTgt spid="178188"/>
                                        </p:tgtEl>
                                        <p:attrNameLst>
                                          <p:attrName>style.visibility</p:attrName>
                                        </p:attrNameLst>
                                      </p:cBhvr>
                                      <p:to>
                                        <p:strVal val="visible"/>
                                      </p:to>
                                    </p:set>
                                    <p:animEffect transition="in" filter="wipe(down)">
                                      <p:cBhvr>
                                        <p:cTn id="35" dur="500"/>
                                        <p:tgtEl>
                                          <p:spTgt spid="178188"/>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78182"/>
                                        </p:tgtEl>
                                        <p:attrNameLst>
                                          <p:attrName>style.visibility</p:attrName>
                                        </p:attrNameLst>
                                      </p:cBhvr>
                                      <p:to>
                                        <p:strVal val="visible"/>
                                      </p:to>
                                    </p:set>
                                    <p:animEffect transition="in" filter="wipe(left)">
                                      <p:cBhvr>
                                        <p:cTn id="40" dur="500"/>
                                        <p:tgtEl>
                                          <p:spTgt spid="178182"/>
                                        </p:tgtEl>
                                      </p:cBhvr>
                                    </p:animEffect>
                                  </p:childTnLst>
                                </p:cTn>
                              </p:par>
                            </p:childTnLst>
                          </p:cTn>
                        </p:par>
                        <p:par>
                          <p:cTn id="41" fill="hold" nodeType="afterGroup">
                            <p:stCondLst>
                              <p:cond delay="500"/>
                            </p:stCondLst>
                            <p:childTnLst>
                              <p:par>
                                <p:cTn id="42" presetID="22" presetClass="entr" presetSubtype="2" fill="hold" nodeType="afterEffect">
                                  <p:stCondLst>
                                    <p:cond delay="0"/>
                                  </p:stCondLst>
                                  <p:childTnLst>
                                    <p:set>
                                      <p:cBhvr>
                                        <p:cTn id="43" dur="1" fill="hold">
                                          <p:stCondLst>
                                            <p:cond delay="0"/>
                                          </p:stCondLst>
                                        </p:cTn>
                                        <p:tgtEl>
                                          <p:spTgt spid="178191"/>
                                        </p:tgtEl>
                                        <p:attrNameLst>
                                          <p:attrName>style.visibility</p:attrName>
                                        </p:attrNameLst>
                                      </p:cBhvr>
                                      <p:to>
                                        <p:strVal val="visible"/>
                                      </p:to>
                                    </p:set>
                                    <p:animEffect transition="in" filter="wipe(right)">
                                      <p:cBhvr>
                                        <p:cTn id="44" dur="500"/>
                                        <p:tgtEl>
                                          <p:spTgt spid="1781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80" grpId="0" animBg="1"/>
      <p:bldP spid="178181" grpId="0" animBg="1"/>
      <p:bldP spid="178182" grpId="0" animBg="1"/>
      <p:bldP spid="178183" grpId="0" animBg="1"/>
      <p:bldP spid="17818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noChangeArrowheads="1"/>
          </p:cNvSpPr>
          <p:nvPr>
            <p:ph type="title"/>
          </p:nvPr>
        </p:nvSpPr>
        <p:spPr>
          <a:xfrm>
            <a:off x="2640014" y="1285305"/>
            <a:ext cx="7773987" cy="688975"/>
          </a:xfrm>
        </p:spPr>
        <p:txBody>
          <a:bodyPr/>
          <a:lstStyle/>
          <a:p>
            <a:r>
              <a:rPr lang="zh-CN" altLang="zh-CN" sz="2800" b="1">
                <a:solidFill>
                  <a:schemeClr val="tx1"/>
                </a:solidFill>
                <a:latin typeface="Arial" pitchFamily="34" charset="0"/>
                <a:ea typeface="文鼎书宋简" charset="-122"/>
              </a:rPr>
              <a:t>printf</a:t>
            </a:r>
            <a:r>
              <a:rPr lang="zh-CN" altLang="zh-CN" sz="2800" b="1">
                <a:solidFill>
                  <a:schemeClr val="tx1"/>
                </a:solidFill>
                <a:latin typeface="Times New Roman" pitchFamily="18" charset="0"/>
                <a:ea typeface="文鼎书宋简" charset="-122"/>
              </a:rPr>
              <a:t>(</a:t>
            </a:r>
            <a:r>
              <a:rPr lang="zh-CN" altLang="zh-CN" sz="2800" b="1">
                <a:solidFill>
                  <a:schemeClr val="hlink"/>
                </a:solidFill>
                <a:latin typeface="Times New Roman" pitchFamily="18" charset="0"/>
                <a:ea typeface="文鼎书宋简" charset="-122"/>
              </a:rPr>
              <a:t>“</a:t>
            </a:r>
            <a:r>
              <a:rPr lang="zh-CN" altLang="en-US" sz="2800" b="1">
                <a:solidFill>
                  <a:schemeClr val="tx1"/>
                </a:solidFill>
                <a:latin typeface="Times New Roman" pitchFamily="18" charset="0"/>
                <a:ea typeface="黑体" pitchFamily="49" charset="-122"/>
              </a:rPr>
              <a:t>格式控制</a:t>
            </a:r>
            <a:r>
              <a:rPr lang="zh-CN" altLang="en-US" sz="2800" b="1">
                <a:solidFill>
                  <a:schemeClr val="hlink"/>
                </a:solidFill>
                <a:latin typeface="Times New Roman" pitchFamily="18" charset="0"/>
                <a:ea typeface="文鼎书宋简" charset="-122"/>
              </a:rPr>
              <a:t>”</a:t>
            </a:r>
            <a:r>
              <a:rPr lang="zh-CN" altLang="en-US" sz="2800" b="1">
                <a:solidFill>
                  <a:schemeClr val="tx1"/>
                </a:solidFill>
                <a:latin typeface="Times New Roman" pitchFamily="18" charset="0"/>
                <a:ea typeface="文鼎书宋简" charset="-122"/>
              </a:rPr>
              <a:t> </a:t>
            </a:r>
            <a:r>
              <a:rPr lang="zh-CN" altLang="zh-CN" sz="2800" b="1">
                <a:solidFill>
                  <a:schemeClr val="tx1"/>
                </a:solidFill>
                <a:latin typeface="Times New Roman" pitchFamily="18" charset="0"/>
                <a:ea typeface="文鼎书宋简" charset="-122"/>
              </a:rPr>
              <a:t>[</a:t>
            </a:r>
            <a:r>
              <a:rPr lang="zh-CN" altLang="en-US" sz="2800" b="1">
                <a:solidFill>
                  <a:schemeClr val="tx1"/>
                </a:solidFill>
                <a:latin typeface="Times New Roman" pitchFamily="18" charset="0"/>
                <a:ea typeface="文鼎书宋简" charset="-122"/>
              </a:rPr>
              <a:t>，</a:t>
            </a:r>
            <a:r>
              <a:rPr lang="zh-CN" altLang="en-US" sz="2800" b="1">
                <a:solidFill>
                  <a:schemeClr val="tx1"/>
                </a:solidFill>
                <a:latin typeface="Times New Roman" pitchFamily="18" charset="0"/>
                <a:ea typeface="黑体" pitchFamily="49" charset="-122"/>
              </a:rPr>
              <a:t>输出表列</a:t>
            </a:r>
            <a:r>
              <a:rPr lang="zh-CN" altLang="zh-CN" sz="2800" b="1">
                <a:solidFill>
                  <a:schemeClr val="tx1"/>
                </a:solidFill>
                <a:latin typeface="Times New Roman" pitchFamily="18" charset="0"/>
                <a:ea typeface="黑体" pitchFamily="49" charset="-122"/>
              </a:rPr>
              <a:t>]</a:t>
            </a:r>
            <a:r>
              <a:rPr lang="zh-CN" altLang="zh-CN" sz="2800" b="1">
                <a:solidFill>
                  <a:schemeClr val="tx1"/>
                </a:solidFill>
                <a:latin typeface="Times New Roman" pitchFamily="18" charset="0"/>
                <a:ea typeface="文鼎书宋简" charset="-122"/>
              </a:rPr>
              <a:t>);</a:t>
            </a:r>
          </a:p>
        </p:txBody>
      </p:sp>
      <p:sp>
        <p:nvSpPr>
          <p:cNvPr id="175107" name="Rectangle 3"/>
          <p:cNvSpPr>
            <a:spLocks noGrp="1" noChangeArrowheads="1"/>
          </p:cNvSpPr>
          <p:nvPr>
            <p:ph type="body" idx="1"/>
          </p:nvPr>
        </p:nvSpPr>
        <p:spPr>
          <a:xfrm>
            <a:off x="2147888" y="3558604"/>
            <a:ext cx="8464550" cy="3299394"/>
          </a:xfrm>
        </p:spPr>
        <p:txBody>
          <a:bodyPr/>
          <a:lstStyle/>
          <a:p>
            <a:pPr marL="271463" indent="-271463">
              <a:lnSpc>
                <a:spcPct val="105000"/>
              </a:lnSpc>
              <a:buClr>
                <a:srgbClr val="008000"/>
              </a:buClr>
              <a:buSzPct val="45000"/>
              <a:buFont typeface="Wingdings" pitchFamily="2" charset="2"/>
              <a:buChar char="l"/>
            </a:pPr>
            <a:r>
              <a:rPr lang="zh-CN" altLang="en-US" sz="2400" b="1" dirty="0">
                <a:latin typeface="黑体" pitchFamily="49" charset="-122"/>
                <a:ea typeface="黑体" pitchFamily="49" charset="-122"/>
              </a:rPr>
              <a:t>格式控制</a:t>
            </a:r>
            <a:r>
              <a:rPr lang="zh-CN" altLang="zh-CN" sz="2400" b="1" dirty="0">
                <a:latin typeface="Times New Roman" pitchFamily="18" charset="0"/>
                <a:ea typeface="黑体" pitchFamily="49" charset="-122"/>
              </a:rPr>
              <a:t>:  </a:t>
            </a:r>
            <a:r>
              <a:rPr lang="zh-CN" altLang="en-US" sz="2400" b="1" dirty="0">
                <a:latin typeface="Lucida Sans" pitchFamily="34" charset="0"/>
                <a:ea typeface="黑体" pitchFamily="49" charset="-122"/>
              </a:rPr>
              <a:t>由双引号括起来的字符串</a:t>
            </a:r>
            <a:r>
              <a:rPr lang="zh-CN" altLang="zh-CN" sz="2400" b="1" dirty="0">
                <a:latin typeface="Times New Roman" pitchFamily="18" charset="0"/>
                <a:ea typeface="黑体" pitchFamily="49" charset="-122"/>
              </a:rPr>
              <a:t>,</a:t>
            </a:r>
            <a:r>
              <a:rPr lang="zh-CN" altLang="zh-CN" sz="2400" b="1" dirty="0">
                <a:latin typeface="Lucida Sans" pitchFamily="34" charset="0"/>
                <a:ea typeface="黑体" pitchFamily="49" charset="-122"/>
              </a:rPr>
              <a:t> </a:t>
            </a:r>
            <a:r>
              <a:rPr lang="zh-CN" altLang="en-US" sz="2400" b="1" dirty="0">
                <a:latin typeface="Lucida Sans" pitchFamily="34" charset="0"/>
                <a:ea typeface="黑体" pitchFamily="49" charset="-122"/>
              </a:rPr>
              <a:t>用于指定输出格式</a:t>
            </a:r>
            <a:r>
              <a:rPr lang="zh-CN" altLang="en-US" sz="1800" b="1" dirty="0">
                <a:latin typeface="Lucida Sans" pitchFamily="34" charset="0"/>
                <a:ea typeface="黑体" pitchFamily="49" charset="-122"/>
              </a:rPr>
              <a:t>。</a:t>
            </a:r>
            <a:endParaRPr lang="zh-CN" altLang="en-US" sz="1800" b="1" dirty="0">
              <a:latin typeface="黑体" pitchFamily="49" charset="-122"/>
              <a:ea typeface="黑体" pitchFamily="49" charset="-122"/>
            </a:endParaRPr>
          </a:p>
          <a:p>
            <a:pPr marL="650875" lvl="1" indent="-200025">
              <a:lnSpc>
                <a:spcPct val="110000"/>
              </a:lnSpc>
              <a:spcBef>
                <a:spcPct val="50000"/>
              </a:spcBef>
              <a:buClr>
                <a:srgbClr val="008000"/>
              </a:buClr>
              <a:buSzPct val="85000"/>
              <a:buFont typeface="Tahoma" pitchFamily="34" charset="0"/>
              <a:buChar char="−"/>
            </a:pPr>
            <a:r>
              <a:rPr lang="zh-CN" altLang="en-US" sz="2400" b="1" dirty="0">
                <a:latin typeface="黑体" pitchFamily="49" charset="-122"/>
                <a:ea typeface="黑体" pitchFamily="49" charset="-122"/>
              </a:rPr>
              <a:t>普通字符</a:t>
            </a:r>
            <a:r>
              <a:rPr lang="zh-CN" altLang="zh-CN" sz="2400" b="1" dirty="0">
                <a:latin typeface="Times New Roman" pitchFamily="18" charset="0"/>
                <a:ea typeface="黑体" pitchFamily="49" charset="-122"/>
              </a:rPr>
              <a:t>:  </a:t>
            </a:r>
            <a:r>
              <a:rPr lang="zh-CN" altLang="en-US" sz="2400" b="1" dirty="0">
                <a:latin typeface="黑体" pitchFamily="49" charset="-122"/>
                <a:ea typeface="黑体" pitchFamily="49" charset="-122"/>
              </a:rPr>
              <a:t>按原样输出的字符</a:t>
            </a:r>
          </a:p>
          <a:p>
            <a:pPr marL="650875" lvl="1" indent="-200025">
              <a:lnSpc>
                <a:spcPct val="110000"/>
              </a:lnSpc>
              <a:spcBef>
                <a:spcPct val="25000"/>
              </a:spcBef>
              <a:buClr>
                <a:srgbClr val="008000"/>
              </a:buClr>
              <a:buSzPct val="85000"/>
              <a:buFont typeface="Tahoma" pitchFamily="34" charset="0"/>
              <a:buChar char="−"/>
            </a:pPr>
            <a:r>
              <a:rPr lang="zh-CN" altLang="en-US" sz="2400" b="1" dirty="0">
                <a:latin typeface="Lucida Sans" pitchFamily="34" charset="0"/>
                <a:ea typeface="黑体" pitchFamily="49" charset="-122"/>
              </a:rPr>
              <a:t>格式说明</a:t>
            </a:r>
            <a:r>
              <a:rPr lang="zh-CN" altLang="zh-CN" sz="2400" b="1" dirty="0">
                <a:latin typeface="Times New Roman" pitchFamily="18" charset="0"/>
              </a:rPr>
              <a:t>:  </a:t>
            </a:r>
            <a:r>
              <a:rPr lang="zh-CN" altLang="en-US" sz="2400" b="1" dirty="0">
                <a:latin typeface="Lucida Sans" pitchFamily="34" charset="0"/>
                <a:ea typeface="黑体" pitchFamily="49" charset="-122"/>
              </a:rPr>
              <a:t>用来指定需输出数据的输出格式</a:t>
            </a:r>
          </a:p>
          <a:p>
            <a:pPr marL="650875" lvl="1" indent="-200025">
              <a:lnSpc>
                <a:spcPct val="110000"/>
              </a:lnSpc>
              <a:spcBef>
                <a:spcPct val="45000"/>
              </a:spcBef>
              <a:buClr>
                <a:srgbClr val="008000"/>
              </a:buClr>
              <a:buSzPct val="85000"/>
              <a:buNone/>
            </a:pPr>
            <a:r>
              <a:rPr lang="zh-CN" altLang="en-US" sz="2400" b="1" dirty="0">
                <a:latin typeface="Lucida Sans" pitchFamily="34" charset="0"/>
                <a:ea typeface="黑体" pitchFamily="49" charset="-122"/>
              </a:rPr>
              <a:t>        形式</a:t>
            </a:r>
            <a:r>
              <a:rPr lang="zh-CN" altLang="zh-CN" sz="2400" b="1" dirty="0">
                <a:latin typeface="Times New Roman" pitchFamily="18" charset="0"/>
                <a:ea typeface="黑体" pitchFamily="49" charset="-122"/>
              </a:rPr>
              <a:t>:</a:t>
            </a:r>
            <a:r>
              <a:rPr lang="zh-CN" altLang="zh-CN" sz="2400" b="1" dirty="0">
                <a:latin typeface="Lucida Sans" pitchFamily="34" charset="0"/>
              </a:rPr>
              <a:t>  </a:t>
            </a:r>
            <a:r>
              <a:rPr lang="zh-CN" altLang="zh-CN" sz="2400" b="1" dirty="0">
                <a:ea typeface="黑体" pitchFamily="49" charset="-122"/>
              </a:rPr>
              <a:t>%</a:t>
            </a:r>
            <a:r>
              <a:rPr lang="zh-CN" altLang="zh-CN" sz="2400" dirty="0">
                <a:latin typeface="Lucida Sans" pitchFamily="34" charset="0"/>
              </a:rPr>
              <a:t>[</a:t>
            </a:r>
            <a:r>
              <a:rPr lang="zh-CN" altLang="zh-CN" sz="2400" b="1" dirty="0">
                <a:latin typeface="Lucida Sans" pitchFamily="34" charset="0"/>
              </a:rPr>
              <a:t> </a:t>
            </a:r>
            <a:r>
              <a:rPr lang="zh-CN" altLang="en-US" sz="2400" b="1" dirty="0">
                <a:latin typeface="Lucida Sans" pitchFamily="34" charset="0"/>
                <a:ea typeface="黑体" pitchFamily="49" charset="-122"/>
              </a:rPr>
              <a:t>修饰符</a:t>
            </a:r>
            <a:r>
              <a:rPr lang="zh-CN" altLang="en-US" sz="2400" b="1" dirty="0">
                <a:latin typeface="Lucida Sans" pitchFamily="34" charset="0"/>
              </a:rPr>
              <a:t> </a:t>
            </a:r>
            <a:r>
              <a:rPr lang="zh-CN" altLang="zh-CN" sz="2400" dirty="0">
                <a:latin typeface="Lucida Sans" pitchFamily="34" charset="0"/>
              </a:rPr>
              <a:t>]</a:t>
            </a:r>
            <a:r>
              <a:rPr lang="zh-CN" altLang="en-US" sz="2400" b="1" dirty="0">
                <a:latin typeface="黑体" pitchFamily="49" charset="-122"/>
                <a:ea typeface="黑体" pitchFamily="49" charset="-122"/>
                <a:hlinkClick r:id="rId2" action="ppaction://hlinksldjump"/>
              </a:rPr>
              <a:t>格式字符</a:t>
            </a:r>
            <a:r>
              <a:rPr lang="zh-CN" altLang="en-US" sz="2400" dirty="0">
                <a:latin typeface="黑体" pitchFamily="49" charset="-122"/>
                <a:ea typeface="黑体" pitchFamily="49" charset="-122"/>
                <a:hlinkClick r:id="rId2" action="ppaction://hlinksldjump"/>
              </a:rPr>
              <a:t> </a:t>
            </a:r>
            <a:endParaRPr lang="zh-CN" altLang="en-US" sz="2400" dirty="0">
              <a:latin typeface="黑体" pitchFamily="49" charset="-122"/>
              <a:ea typeface="黑体" pitchFamily="49" charset="-122"/>
            </a:endParaRPr>
          </a:p>
          <a:p>
            <a:pPr marL="271463" indent="-271463">
              <a:lnSpc>
                <a:spcPct val="120000"/>
              </a:lnSpc>
              <a:spcBef>
                <a:spcPct val="70000"/>
              </a:spcBef>
              <a:buClr>
                <a:srgbClr val="008000"/>
              </a:buClr>
              <a:buSzPct val="45000"/>
              <a:buFont typeface="Wingdings" pitchFamily="2" charset="2"/>
              <a:buChar char="l"/>
            </a:pPr>
            <a:r>
              <a:rPr lang="zh-CN" altLang="en-US" sz="2400" b="1" dirty="0">
                <a:latin typeface="黑体" pitchFamily="49" charset="-122"/>
                <a:ea typeface="黑体" pitchFamily="49" charset="-122"/>
              </a:rPr>
              <a:t>输出表列</a:t>
            </a:r>
            <a:r>
              <a:rPr lang="zh-CN" altLang="zh-CN" sz="2400" b="1" dirty="0">
                <a:latin typeface="Times New Roman" pitchFamily="18" charset="0"/>
                <a:ea typeface="黑体" pitchFamily="49" charset="-122"/>
              </a:rPr>
              <a:t>:  </a:t>
            </a:r>
            <a:r>
              <a:rPr lang="zh-CN" altLang="en-US" sz="2400" b="1" dirty="0">
                <a:latin typeface="Courier New" pitchFamily="49" charset="0"/>
                <a:ea typeface="黑体" pitchFamily="49" charset="-122"/>
              </a:rPr>
              <a:t>需要输出的数据列表</a:t>
            </a:r>
            <a:r>
              <a:rPr lang="zh-CN" altLang="zh-CN" sz="2400" b="1" dirty="0">
                <a:latin typeface="Times New Roman" pitchFamily="18" charset="0"/>
                <a:ea typeface="黑体" pitchFamily="49" charset="-122"/>
              </a:rPr>
              <a:t>,</a:t>
            </a:r>
            <a:r>
              <a:rPr lang="zh-CN" altLang="en-US" sz="2400" b="1" dirty="0">
                <a:latin typeface="Courier New" pitchFamily="49" charset="0"/>
                <a:ea typeface="黑体" pitchFamily="49" charset="-122"/>
              </a:rPr>
              <a:t>彼此间用逗号分隔</a:t>
            </a:r>
            <a:r>
              <a:rPr lang="zh-CN" altLang="zh-CN" sz="2400" b="1" dirty="0">
                <a:latin typeface="Times New Roman" pitchFamily="18" charset="0"/>
                <a:ea typeface="黑体" pitchFamily="49" charset="-122"/>
              </a:rPr>
              <a:t>, </a:t>
            </a:r>
            <a:r>
              <a:rPr lang="zh-CN" altLang="en-US" sz="2400" b="1" dirty="0">
                <a:latin typeface="Courier New" pitchFamily="49" charset="0"/>
                <a:ea typeface="黑体" pitchFamily="49" charset="-122"/>
              </a:rPr>
              <a:t>可以是任意合法的表达式。</a:t>
            </a:r>
            <a:endParaRPr lang="zh-CN" altLang="en-US" sz="2400" b="1" dirty="0">
              <a:latin typeface="黑体" pitchFamily="49" charset="-122"/>
              <a:ea typeface="黑体" pitchFamily="49" charset="-122"/>
            </a:endParaRPr>
          </a:p>
        </p:txBody>
      </p:sp>
      <p:sp>
        <p:nvSpPr>
          <p:cNvPr id="175108" name="Text Box 4"/>
          <p:cNvSpPr txBox="1">
            <a:spLocks noChangeArrowheads="1"/>
          </p:cNvSpPr>
          <p:nvPr/>
        </p:nvSpPr>
        <p:spPr bwMode="auto">
          <a:xfrm>
            <a:off x="2557463" y="2441004"/>
            <a:ext cx="7772400" cy="511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fontAlgn="base">
              <a:lnSpc>
                <a:spcPct val="105000"/>
              </a:lnSpc>
              <a:spcBef>
                <a:spcPct val="20000"/>
              </a:spcBef>
              <a:spcAft>
                <a:spcPct val="0"/>
              </a:spcAft>
              <a:buClr>
                <a:srgbClr val="FF0000"/>
              </a:buClr>
              <a:buFont typeface="Wingdings" pitchFamily="2" charset="2"/>
              <a:buNone/>
            </a:pPr>
            <a:r>
              <a:rPr lang="zh-CN" altLang="zh-CN" sz="2800" b="1">
                <a:solidFill>
                  <a:srgbClr val="000000"/>
                </a:solidFill>
                <a:ea typeface="黑体" pitchFamily="49" charset="-122"/>
              </a:rPr>
              <a:t> </a:t>
            </a:r>
            <a:r>
              <a:rPr lang="zh-CN" altLang="zh-CN" sz="2800" b="1">
                <a:solidFill>
                  <a:srgbClr val="000000"/>
                </a:solidFill>
                <a:latin typeface="Arial" pitchFamily="34" charset="0"/>
                <a:ea typeface="文鼎书宋简" charset="-122"/>
              </a:rPr>
              <a:t>printf</a:t>
            </a:r>
            <a:r>
              <a:rPr lang="zh-CN" altLang="zh-CN" sz="2800" b="1">
                <a:solidFill>
                  <a:srgbClr val="000000"/>
                </a:solidFill>
                <a:latin typeface="Times New Roman" pitchFamily="18" charset="0"/>
                <a:ea typeface="黑体" pitchFamily="49" charset="-122"/>
              </a:rPr>
              <a:t>(</a:t>
            </a:r>
            <a:r>
              <a:rPr lang="zh-CN" altLang="zh-CN" sz="2800" b="1">
                <a:solidFill>
                  <a:srgbClr val="000000"/>
                </a:solidFill>
                <a:ea typeface="黑体" pitchFamily="49" charset="-122"/>
              </a:rPr>
              <a:t> </a:t>
            </a:r>
            <a:r>
              <a:rPr lang="zh-CN" altLang="zh-CN" sz="2800" b="1">
                <a:solidFill>
                  <a:srgbClr val="000000"/>
                </a:solidFill>
                <a:latin typeface="Times New Roman" pitchFamily="18" charset="0"/>
                <a:ea typeface="黑体" pitchFamily="49" charset="-122"/>
              </a:rPr>
              <a:t>“</a:t>
            </a:r>
            <a:r>
              <a:rPr lang="zh-CN" altLang="zh-CN" sz="2800" b="1">
                <a:solidFill>
                  <a:srgbClr val="0000B4"/>
                </a:solidFill>
                <a:latin typeface="Arial" pitchFamily="34" charset="0"/>
                <a:ea typeface="黑体" pitchFamily="49" charset="-122"/>
              </a:rPr>
              <a:t>a</a:t>
            </a:r>
            <a:r>
              <a:rPr lang="zh-CN" altLang="zh-CN" sz="2800" b="1">
                <a:solidFill>
                  <a:srgbClr val="0000B4"/>
                </a:solidFill>
                <a:ea typeface="黑体" pitchFamily="49" charset="-122"/>
              </a:rPr>
              <a:t>=</a:t>
            </a:r>
            <a:r>
              <a:rPr lang="zh-CN" altLang="zh-CN" sz="2800" b="1">
                <a:solidFill>
                  <a:srgbClr val="000000"/>
                </a:solidFill>
                <a:ea typeface="黑体" pitchFamily="49" charset="-122"/>
              </a:rPr>
              <a:t>%d</a:t>
            </a:r>
            <a:r>
              <a:rPr lang="zh-CN" altLang="zh-CN" sz="2800">
                <a:solidFill>
                  <a:srgbClr val="0000B4"/>
                </a:solidFill>
                <a:ea typeface="黑体" pitchFamily="49" charset="-122"/>
              </a:rPr>
              <a:t>\</a:t>
            </a:r>
            <a:r>
              <a:rPr lang="zh-CN" altLang="zh-CN" sz="2800" b="1">
                <a:solidFill>
                  <a:srgbClr val="0000B4"/>
                </a:solidFill>
                <a:ea typeface="黑体" pitchFamily="49" charset="-122"/>
              </a:rPr>
              <a:t>t</a:t>
            </a:r>
            <a:r>
              <a:rPr lang="zh-CN" altLang="zh-CN" sz="2800" b="1">
                <a:solidFill>
                  <a:srgbClr val="0000B4"/>
                </a:solidFill>
                <a:latin typeface="Arial" pitchFamily="34" charset="0"/>
                <a:ea typeface="黑体" pitchFamily="49" charset="-122"/>
              </a:rPr>
              <a:t>b</a:t>
            </a:r>
            <a:r>
              <a:rPr lang="zh-CN" altLang="zh-CN" sz="2800" b="1">
                <a:solidFill>
                  <a:srgbClr val="002BB4"/>
                </a:solidFill>
                <a:ea typeface="黑体" pitchFamily="49" charset="-122"/>
              </a:rPr>
              <a:t>=</a:t>
            </a:r>
            <a:r>
              <a:rPr lang="zh-CN" altLang="zh-CN" sz="2800" b="1">
                <a:solidFill>
                  <a:srgbClr val="000000"/>
                </a:solidFill>
                <a:ea typeface="黑体" pitchFamily="49" charset="-122"/>
              </a:rPr>
              <a:t>%f </a:t>
            </a:r>
            <a:r>
              <a:rPr lang="zh-CN" altLang="zh-CN" sz="2800" b="1">
                <a:solidFill>
                  <a:srgbClr val="000000"/>
                </a:solidFill>
                <a:latin typeface="Times New Roman" pitchFamily="18" charset="0"/>
                <a:ea typeface="黑体" pitchFamily="49" charset="-122"/>
              </a:rPr>
              <a:t>”,</a:t>
            </a:r>
            <a:r>
              <a:rPr lang="zh-CN" altLang="zh-CN" sz="2800" b="1">
                <a:solidFill>
                  <a:srgbClr val="000000"/>
                </a:solidFill>
                <a:ea typeface="黑体" pitchFamily="49" charset="-122"/>
              </a:rPr>
              <a:t> </a:t>
            </a:r>
            <a:r>
              <a:rPr lang="zh-CN" altLang="zh-CN" sz="2800" b="1">
                <a:solidFill>
                  <a:srgbClr val="000000"/>
                </a:solidFill>
                <a:latin typeface="Arial" pitchFamily="34" charset="0"/>
                <a:ea typeface="文鼎书宋简" charset="-122"/>
              </a:rPr>
              <a:t>a</a:t>
            </a:r>
            <a:r>
              <a:rPr lang="zh-CN" altLang="zh-CN" sz="2800" b="1">
                <a:solidFill>
                  <a:srgbClr val="000000"/>
                </a:solidFill>
                <a:latin typeface="Times New Roman" pitchFamily="18" charset="0"/>
                <a:ea typeface="黑体" pitchFamily="49" charset="-122"/>
              </a:rPr>
              <a:t>,</a:t>
            </a:r>
            <a:r>
              <a:rPr lang="zh-CN" altLang="zh-CN" sz="2800" b="1">
                <a:solidFill>
                  <a:srgbClr val="000000"/>
                </a:solidFill>
                <a:ea typeface="黑体" pitchFamily="49" charset="-122"/>
              </a:rPr>
              <a:t> </a:t>
            </a:r>
            <a:r>
              <a:rPr lang="zh-CN" altLang="zh-CN" sz="2800" b="1">
                <a:solidFill>
                  <a:srgbClr val="000000"/>
                </a:solidFill>
                <a:latin typeface="Arial" pitchFamily="34" charset="0"/>
                <a:ea typeface="文鼎书宋简" charset="-122"/>
              </a:rPr>
              <a:t>b</a:t>
            </a:r>
            <a:r>
              <a:rPr lang="zh-CN" altLang="zh-CN" sz="2800" b="1">
                <a:solidFill>
                  <a:srgbClr val="000000"/>
                </a:solidFill>
                <a:latin typeface="Times New Roman" pitchFamily="18" charset="0"/>
                <a:ea typeface="黑体" pitchFamily="49" charset="-122"/>
              </a:rPr>
              <a:t>) ;</a:t>
            </a:r>
            <a:endParaRPr lang="zh-CN" altLang="zh-CN" sz="2800">
              <a:solidFill>
                <a:srgbClr val="000000"/>
              </a:solidFill>
              <a:latin typeface="Times New Roman" pitchFamily="18" charset="0"/>
            </a:endParaRPr>
          </a:p>
        </p:txBody>
      </p:sp>
      <p:grpSp>
        <p:nvGrpSpPr>
          <p:cNvPr id="175109" name="Group 5"/>
          <p:cNvGrpSpPr>
            <a:grpSpLocks/>
          </p:cNvGrpSpPr>
          <p:nvPr/>
        </p:nvGrpSpPr>
        <p:grpSpPr bwMode="auto">
          <a:xfrm>
            <a:off x="4850411" y="2895030"/>
            <a:ext cx="2078038" cy="161925"/>
            <a:chOff x="0" y="0"/>
            <a:chExt cx="1426" cy="145"/>
          </a:xfrm>
        </p:grpSpPr>
        <p:sp>
          <p:nvSpPr>
            <p:cNvPr id="175110" name="Line 6"/>
            <p:cNvSpPr>
              <a:spLocks noChangeShapeType="1"/>
            </p:cNvSpPr>
            <p:nvPr/>
          </p:nvSpPr>
          <p:spPr bwMode="auto">
            <a:xfrm>
              <a:off x="0" y="1"/>
              <a:ext cx="432" cy="0"/>
            </a:xfrm>
            <a:prstGeom prst="line">
              <a:avLst/>
            </a:prstGeom>
            <a:noFill/>
            <a:ln w="28575"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lang="zh-CN" altLang="en-US" sz="2400">
                <a:solidFill>
                  <a:srgbClr val="000000"/>
                </a:solidFill>
                <a:ea typeface="Dotum" pitchFamily="34" charset="-127"/>
              </a:endParaRPr>
            </a:p>
          </p:txBody>
        </p:sp>
        <p:sp>
          <p:nvSpPr>
            <p:cNvPr id="175111" name="Line 7"/>
            <p:cNvSpPr>
              <a:spLocks noChangeShapeType="1"/>
            </p:cNvSpPr>
            <p:nvPr/>
          </p:nvSpPr>
          <p:spPr bwMode="auto">
            <a:xfrm>
              <a:off x="240" y="1"/>
              <a:ext cx="0" cy="144"/>
            </a:xfrm>
            <a:prstGeom prst="line">
              <a:avLst/>
            </a:prstGeom>
            <a:noFill/>
            <a:ln w="28575"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lang="zh-CN" altLang="en-US" sz="2400">
                <a:solidFill>
                  <a:srgbClr val="000000"/>
                </a:solidFill>
                <a:ea typeface="Dotum" pitchFamily="34" charset="-127"/>
              </a:endParaRPr>
            </a:p>
          </p:txBody>
        </p:sp>
        <p:sp>
          <p:nvSpPr>
            <p:cNvPr id="175112" name="Line 8"/>
            <p:cNvSpPr>
              <a:spLocks noChangeShapeType="1"/>
            </p:cNvSpPr>
            <p:nvPr/>
          </p:nvSpPr>
          <p:spPr bwMode="auto">
            <a:xfrm>
              <a:off x="240" y="145"/>
              <a:ext cx="960" cy="0"/>
            </a:xfrm>
            <a:prstGeom prst="line">
              <a:avLst/>
            </a:prstGeom>
            <a:noFill/>
            <a:ln w="28575"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lang="zh-CN" altLang="en-US" sz="2400">
                <a:solidFill>
                  <a:srgbClr val="000000"/>
                </a:solidFill>
                <a:ea typeface="Dotum" pitchFamily="34" charset="-127"/>
              </a:endParaRPr>
            </a:p>
          </p:txBody>
        </p:sp>
        <p:grpSp>
          <p:nvGrpSpPr>
            <p:cNvPr id="175113" name="Group 9"/>
            <p:cNvGrpSpPr>
              <a:grpSpLocks/>
            </p:cNvGrpSpPr>
            <p:nvPr/>
          </p:nvGrpSpPr>
          <p:grpSpPr bwMode="auto">
            <a:xfrm>
              <a:off x="994" y="0"/>
              <a:ext cx="432" cy="144"/>
              <a:chOff x="0" y="0"/>
              <a:chExt cx="432" cy="144"/>
            </a:xfrm>
          </p:grpSpPr>
          <p:sp>
            <p:nvSpPr>
              <p:cNvPr id="175114" name="Line 10"/>
              <p:cNvSpPr>
                <a:spLocks noChangeShapeType="1"/>
              </p:cNvSpPr>
              <p:nvPr/>
            </p:nvSpPr>
            <p:spPr bwMode="auto">
              <a:xfrm>
                <a:off x="0" y="4"/>
                <a:ext cx="432" cy="0"/>
              </a:xfrm>
              <a:prstGeom prst="line">
                <a:avLst/>
              </a:prstGeom>
              <a:noFill/>
              <a:ln w="28575"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lang="zh-CN" altLang="en-US" sz="2400">
                  <a:solidFill>
                    <a:srgbClr val="000000"/>
                  </a:solidFill>
                  <a:ea typeface="Dotum" pitchFamily="34" charset="-127"/>
                </a:endParaRPr>
              </a:p>
            </p:txBody>
          </p:sp>
          <p:sp>
            <p:nvSpPr>
              <p:cNvPr id="175115" name="Line 11"/>
              <p:cNvSpPr>
                <a:spLocks noChangeShapeType="1"/>
              </p:cNvSpPr>
              <p:nvPr/>
            </p:nvSpPr>
            <p:spPr bwMode="auto">
              <a:xfrm flipV="1">
                <a:off x="209" y="0"/>
                <a:ext cx="0" cy="144"/>
              </a:xfrm>
              <a:prstGeom prst="line">
                <a:avLst/>
              </a:prstGeom>
              <a:noFill/>
              <a:ln w="28575"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lang="zh-CN" altLang="en-US" sz="2400">
                  <a:solidFill>
                    <a:srgbClr val="000000"/>
                  </a:solidFill>
                  <a:ea typeface="Dotum" pitchFamily="34" charset="-127"/>
                </a:endParaRPr>
              </a:p>
            </p:txBody>
          </p:sp>
        </p:grpSp>
      </p:grpSp>
      <p:sp>
        <p:nvSpPr>
          <p:cNvPr id="175116" name="Text Box 12"/>
          <p:cNvSpPr txBox="1">
            <a:spLocks noChangeArrowheads="1"/>
          </p:cNvSpPr>
          <p:nvPr/>
        </p:nvSpPr>
        <p:spPr bwMode="auto">
          <a:xfrm>
            <a:off x="5232559" y="3056955"/>
            <a:ext cx="13811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zh-CN" altLang="en-US" sz="2000" b="1" dirty="0">
                <a:solidFill>
                  <a:srgbClr val="FF00FF"/>
                </a:solidFill>
                <a:latin typeface="楷体_GB2312" pitchFamily="49" charset="-122"/>
                <a:ea typeface="楷体_GB2312" pitchFamily="49" charset="-122"/>
              </a:rPr>
              <a:t>格式说明</a:t>
            </a:r>
          </a:p>
        </p:txBody>
      </p:sp>
      <p:sp>
        <p:nvSpPr>
          <p:cNvPr id="175117" name="Line 13"/>
          <p:cNvSpPr>
            <a:spLocks noChangeShapeType="1"/>
          </p:cNvSpPr>
          <p:nvPr/>
        </p:nvSpPr>
        <p:spPr bwMode="auto">
          <a:xfrm>
            <a:off x="7435850" y="2923604"/>
            <a:ext cx="685800" cy="0"/>
          </a:xfrm>
          <a:prstGeom prst="line">
            <a:avLst/>
          </a:prstGeom>
          <a:noFill/>
          <a:ln w="28575"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lang="zh-CN" altLang="en-US" sz="2400">
              <a:solidFill>
                <a:srgbClr val="000000"/>
              </a:solidFill>
              <a:ea typeface="Dotum" pitchFamily="34" charset="-127"/>
            </a:endParaRPr>
          </a:p>
        </p:txBody>
      </p:sp>
      <p:sp>
        <p:nvSpPr>
          <p:cNvPr id="175118" name="Text Box 14"/>
          <p:cNvSpPr txBox="1">
            <a:spLocks noChangeArrowheads="1"/>
          </p:cNvSpPr>
          <p:nvPr/>
        </p:nvSpPr>
        <p:spPr bwMode="auto">
          <a:xfrm>
            <a:off x="7340590" y="3022275"/>
            <a:ext cx="12588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zh-CN" altLang="en-US" sz="2000" b="1" dirty="0">
                <a:solidFill>
                  <a:srgbClr val="FF00FF"/>
                </a:solidFill>
                <a:latin typeface="Times New Roman" pitchFamily="18" charset="0"/>
                <a:ea typeface="楷体_GB2312" pitchFamily="49" charset="-122"/>
              </a:rPr>
              <a:t>输出表列</a:t>
            </a:r>
            <a:r>
              <a:rPr lang="zh-CN" altLang="en-US" sz="2000" dirty="0">
                <a:solidFill>
                  <a:srgbClr val="000000"/>
                </a:solidFill>
              </a:rPr>
              <a:t> </a:t>
            </a:r>
          </a:p>
        </p:txBody>
      </p:sp>
      <p:sp>
        <p:nvSpPr>
          <p:cNvPr id="175119" name="Text Box 15"/>
          <p:cNvSpPr txBox="1">
            <a:spLocks noChangeArrowheads="1"/>
          </p:cNvSpPr>
          <p:nvPr/>
        </p:nvSpPr>
        <p:spPr bwMode="auto">
          <a:xfrm>
            <a:off x="2706688" y="1237680"/>
            <a:ext cx="6553200" cy="960263"/>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a:spAutoFit/>
          </a:bodyPr>
          <a:lstStyle/>
          <a:p>
            <a:pPr fontAlgn="base">
              <a:spcBef>
                <a:spcPct val="20000"/>
              </a:spcBef>
              <a:spcAft>
                <a:spcPct val="0"/>
              </a:spcAft>
            </a:pPr>
            <a:r>
              <a:rPr lang="zh-CN" altLang="en-US" sz="2400" b="1">
                <a:solidFill>
                  <a:srgbClr val="000000"/>
                </a:solidFill>
                <a:ea typeface="楷体_GB2312" pitchFamily="49" charset="-122"/>
              </a:rPr>
              <a:t>若此例中</a:t>
            </a:r>
            <a:r>
              <a:rPr lang="zh-CN" altLang="en-US" sz="2400" b="1">
                <a:solidFill>
                  <a:srgbClr val="000000"/>
                </a:solidFill>
                <a:ea typeface="黑体" pitchFamily="49" charset="-122"/>
              </a:rPr>
              <a:t>       </a:t>
            </a:r>
            <a:r>
              <a:rPr lang="zh-CN" altLang="zh-CN" sz="2400" b="1">
                <a:solidFill>
                  <a:srgbClr val="000000"/>
                </a:solidFill>
                <a:ea typeface="黑体" pitchFamily="49" charset="-122"/>
              </a:rPr>
              <a:t>int  a=</a:t>
            </a:r>
            <a:r>
              <a:rPr lang="zh-CN" altLang="zh-CN" sz="2400" b="1">
                <a:solidFill>
                  <a:srgbClr val="000000"/>
                </a:solidFill>
                <a:latin typeface="Arial" pitchFamily="34" charset="0"/>
                <a:ea typeface="黑体" pitchFamily="49" charset="-122"/>
              </a:rPr>
              <a:t>5</a:t>
            </a:r>
            <a:r>
              <a:rPr lang="zh-CN" altLang="zh-CN" sz="2400" b="1">
                <a:solidFill>
                  <a:srgbClr val="000000"/>
                </a:solidFill>
                <a:latin typeface="Times New Roman" pitchFamily="18" charset="0"/>
                <a:ea typeface="黑体" pitchFamily="49" charset="-122"/>
              </a:rPr>
              <a:t>;</a:t>
            </a:r>
            <a:r>
              <a:rPr lang="zh-CN" altLang="zh-CN" sz="2400" b="1">
                <a:solidFill>
                  <a:srgbClr val="000000"/>
                </a:solidFill>
                <a:ea typeface="黑体" pitchFamily="49" charset="-122"/>
              </a:rPr>
              <a:t>  float  b=</a:t>
            </a:r>
            <a:r>
              <a:rPr lang="zh-CN" altLang="zh-CN" sz="2400" b="1">
                <a:solidFill>
                  <a:srgbClr val="000000"/>
                </a:solidFill>
                <a:latin typeface="Arial" pitchFamily="34" charset="0"/>
                <a:ea typeface="黑体" pitchFamily="49" charset="-122"/>
              </a:rPr>
              <a:t>20</a:t>
            </a:r>
            <a:r>
              <a:rPr lang="zh-CN" altLang="zh-CN" sz="2400" b="1">
                <a:solidFill>
                  <a:srgbClr val="000000"/>
                </a:solidFill>
                <a:latin typeface="Times New Roman" pitchFamily="18" charset="0"/>
                <a:ea typeface="黑体" pitchFamily="49" charset="-122"/>
              </a:rPr>
              <a:t>.</a:t>
            </a:r>
            <a:r>
              <a:rPr lang="zh-CN" altLang="zh-CN" sz="2400" b="1">
                <a:solidFill>
                  <a:srgbClr val="000000"/>
                </a:solidFill>
                <a:latin typeface="Arial" pitchFamily="34" charset="0"/>
                <a:ea typeface="黑体" pitchFamily="49" charset="-122"/>
              </a:rPr>
              <a:t>5</a:t>
            </a:r>
            <a:r>
              <a:rPr lang="zh-CN" altLang="zh-CN" sz="2400" b="1">
                <a:solidFill>
                  <a:srgbClr val="000000"/>
                </a:solidFill>
                <a:latin typeface="Times New Roman" pitchFamily="18" charset="0"/>
                <a:ea typeface="黑体" pitchFamily="49" charset="-122"/>
              </a:rPr>
              <a:t>;</a:t>
            </a:r>
          </a:p>
          <a:p>
            <a:pPr fontAlgn="base">
              <a:spcBef>
                <a:spcPct val="35000"/>
              </a:spcBef>
              <a:spcAft>
                <a:spcPct val="0"/>
              </a:spcAft>
            </a:pPr>
            <a:r>
              <a:rPr lang="zh-CN" altLang="en-US" sz="2400" b="1">
                <a:solidFill>
                  <a:srgbClr val="000000"/>
                </a:solidFill>
                <a:latin typeface="楷体_GB2312" pitchFamily="49" charset="-122"/>
                <a:ea typeface="楷体_GB2312" pitchFamily="49" charset="-122"/>
              </a:rPr>
              <a:t>输出结果</a:t>
            </a:r>
            <a:r>
              <a:rPr lang="zh-CN" altLang="zh-CN" sz="2400" b="1">
                <a:solidFill>
                  <a:srgbClr val="000000"/>
                </a:solidFill>
                <a:latin typeface="楷体_GB2312" pitchFamily="49" charset="-122"/>
                <a:ea typeface="楷体_GB2312" pitchFamily="49" charset="-122"/>
              </a:rPr>
              <a:t>:</a:t>
            </a:r>
            <a:r>
              <a:rPr lang="zh-CN" altLang="zh-CN" sz="2400" b="1">
                <a:solidFill>
                  <a:srgbClr val="000000"/>
                </a:solidFill>
                <a:ea typeface="黑体" pitchFamily="49" charset="-122"/>
              </a:rPr>
              <a:t>     </a:t>
            </a:r>
            <a:r>
              <a:rPr lang="zh-CN" altLang="zh-CN" sz="2400" b="1">
                <a:solidFill>
                  <a:srgbClr val="002BB4"/>
                </a:solidFill>
                <a:ea typeface="黑体" pitchFamily="49" charset="-122"/>
              </a:rPr>
              <a:t>a=</a:t>
            </a:r>
            <a:r>
              <a:rPr lang="zh-CN" altLang="zh-CN" sz="2400" b="1">
                <a:solidFill>
                  <a:srgbClr val="000000"/>
                </a:solidFill>
                <a:latin typeface="Arial" pitchFamily="34" charset="0"/>
                <a:ea typeface="黑体" pitchFamily="49" charset="-122"/>
              </a:rPr>
              <a:t>5</a:t>
            </a:r>
            <a:r>
              <a:rPr lang="zh-CN" altLang="zh-CN" sz="2400" b="1">
                <a:solidFill>
                  <a:srgbClr val="000000"/>
                </a:solidFill>
                <a:ea typeface="黑体" pitchFamily="49" charset="-122"/>
              </a:rPr>
              <a:t>      </a:t>
            </a:r>
            <a:r>
              <a:rPr lang="zh-CN" altLang="zh-CN" sz="2400" b="1">
                <a:solidFill>
                  <a:srgbClr val="002BB4"/>
                </a:solidFill>
                <a:ea typeface="黑体" pitchFamily="49" charset="-122"/>
              </a:rPr>
              <a:t>b=</a:t>
            </a:r>
            <a:r>
              <a:rPr lang="zh-CN" altLang="zh-CN" sz="2400" b="1">
                <a:solidFill>
                  <a:srgbClr val="000000"/>
                </a:solidFill>
                <a:latin typeface="Arial" pitchFamily="34" charset="0"/>
                <a:ea typeface="黑体" pitchFamily="49" charset="-122"/>
              </a:rPr>
              <a:t>20</a:t>
            </a:r>
            <a:r>
              <a:rPr lang="zh-CN" altLang="zh-CN" sz="2400" b="1">
                <a:solidFill>
                  <a:srgbClr val="000000"/>
                </a:solidFill>
                <a:latin typeface="Times New Roman" pitchFamily="18" charset="0"/>
                <a:ea typeface="黑体" pitchFamily="49" charset="-122"/>
              </a:rPr>
              <a:t>.</a:t>
            </a:r>
            <a:r>
              <a:rPr lang="zh-CN" altLang="zh-CN" sz="2400" b="1">
                <a:solidFill>
                  <a:srgbClr val="000000"/>
                </a:solidFill>
                <a:latin typeface="Arial" pitchFamily="34" charset="0"/>
                <a:ea typeface="黑体" pitchFamily="49" charset="-122"/>
              </a:rPr>
              <a:t>500000</a:t>
            </a:r>
          </a:p>
        </p:txBody>
      </p:sp>
      <p:sp>
        <p:nvSpPr>
          <p:cNvPr id="175120" name="Text Box 16">
            <a:hlinkClick r:id="rId3" action="ppaction://hlinksldjump"/>
          </p:cNvPr>
          <p:cNvSpPr txBox="1">
            <a:spLocks noChangeArrowheads="1"/>
          </p:cNvSpPr>
          <p:nvPr/>
        </p:nvSpPr>
        <p:spPr bwMode="auto">
          <a:xfrm>
            <a:off x="9829800" y="7628954"/>
            <a:ext cx="838200" cy="336550"/>
          </a:xfrm>
          <a:prstGeom prst="rect">
            <a:avLst/>
          </a:prstGeom>
          <a:solidFill>
            <a:srgbClr val="CC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zh-CN" altLang="en-US" sz="1600" i="1">
                <a:solidFill>
                  <a:srgbClr val="006600"/>
                </a:solidFill>
                <a:latin typeface="华文新魏" pitchFamily="2" charset="-122"/>
                <a:ea typeface="华文新魏" pitchFamily="2" charset="-122"/>
              </a:rPr>
              <a:t>继 续</a:t>
            </a:r>
          </a:p>
        </p:txBody>
      </p:sp>
    </p:spTree>
    <p:extLst>
      <p:ext uri="{BB962C8B-B14F-4D97-AF65-F5344CB8AC3E}">
        <p14:creationId xmlns:p14="http://schemas.microsoft.com/office/powerpoint/2010/main" val="29079292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75109"/>
                                        </p:tgtEl>
                                        <p:attrNameLst>
                                          <p:attrName>style.visibility</p:attrName>
                                        </p:attrNameLst>
                                      </p:cBhvr>
                                      <p:to>
                                        <p:strVal val="visible"/>
                                      </p:to>
                                    </p:set>
                                  </p:childTnLst>
                                </p:cTn>
                              </p:par>
                            </p:childTnLst>
                          </p:cTn>
                        </p:par>
                        <p:par>
                          <p:cTn id="7" fill="hold" nodeType="afterGroup">
                            <p:stCondLst>
                              <p:cond delay="500"/>
                            </p:stCondLst>
                            <p:childTnLst>
                              <p:par>
                                <p:cTn id="8" presetID="9" presetClass="entr" presetSubtype="0" fill="hold" grpId="0" nodeType="afterEffect">
                                  <p:stCondLst>
                                    <p:cond delay="0"/>
                                  </p:stCondLst>
                                  <p:childTnLst>
                                    <p:set>
                                      <p:cBhvr>
                                        <p:cTn id="9" dur="1" fill="hold">
                                          <p:stCondLst>
                                            <p:cond delay="0"/>
                                          </p:stCondLst>
                                        </p:cTn>
                                        <p:tgtEl>
                                          <p:spTgt spid="175116"/>
                                        </p:tgtEl>
                                        <p:attrNameLst>
                                          <p:attrName>style.visibility</p:attrName>
                                        </p:attrNameLst>
                                      </p:cBhvr>
                                      <p:to>
                                        <p:strVal val="visible"/>
                                      </p:to>
                                    </p:set>
                                    <p:animEffect transition="in" filter="dissolve">
                                      <p:cBhvr>
                                        <p:cTn id="10" dur="500"/>
                                        <p:tgtEl>
                                          <p:spTgt spid="175116"/>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75117"/>
                                        </p:tgtEl>
                                        <p:attrNameLst>
                                          <p:attrName>style.visibility</p:attrName>
                                        </p:attrNameLst>
                                      </p:cBhvr>
                                      <p:to>
                                        <p:strVal val="visible"/>
                                      </p:to>
                                    </p:set>
                                    <p:animEffect transition="in" filter="wipe(left)">
                                      <p:cBhvr>
                                        <p:cTn id="15" dur="500"/>
                                        <p:tgtEl>
                                          <p:spTgt spid="175117"/>
                                        </p:tgtEl>
                                      </p:cBhvr>
                                    </p:animEffect>
                                  </p:childTnLst>
                                </p:cTn>
                              </p:par>
                            </p:childTnLst>
                          </p:cTn>
                        </p:par>
                        <p:par>
                          <p:cTn id="16" fill="hold" nodeType="afterGroup">
                            <p:stCondLst>
                              <p:cond delay="500"/>
                            </p:stCondLst>
                            <p:childTnLst>
                              <p:par>
                                <p:cTn id="17" presetID="9" presetClass="entr" presetSubtype="0" fill="hold" grpId="0" nodeType="afterEffect">
                                  <p:stCondLst>
                                    <p:cond delay="0"/>
                                  </p:stCondLst>
                                  <p:childTnLst>
                                    <p:set>
                                      <p:cBhvr>
                                        <p:cTn id="18" dur="1" fill="hold">
                                          <p:stCondLst>
                                            <p:cond delay="0"/>
                                          </p:stCondLst>
                                        </p:cTn>
                                        <p:tgtEl>
                                          <p:spTgt spid="175118"/>
                                        </p:tgtEl>
                                        <p:attrNameLst>
                                          <p:attrName>style.visibility</p:attrName>
                                        </p:attrNameLst>
                                      </p:cBhvr>
                                      <p:to>
                                        <p:strVal val="visible"/>
                                      </p:to>
                                    </p:set>
                                    <p:animEffect transition="in" filter="dissolve">
                                      <p:cBhvr>
                                        <p:cTn id="19" dur="500"/>
                                        <p:tgtEl>
                                          <p:spTgt spid="175118"/>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175119">
                                            <p:bg/>
                                          </p:spTgt>
                                        </p:tgtEl>
                                        <p:attrNameLst>
                                          <p:attrName>style.visibility</p:attrName>
                                        </p:attrNameLst>
                                      </p:cBhvr>
                                      <p:to>
                                        <p:strVal val="visible"/>
                                      </p:to>
                                    </p:set>
                                    <p:animEffect transition="in" filter="dissolve">
                                      <p:cBhvr>
                                        <p:cTn id="24" dur="500"/>
                                        <p:tgtEl>
                                          <p:spTgt spid="175119">
                                            <p:bg/>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175119">
                                            <p:txEl>
                                              <p:pRg st="0" end="0"/>
                                            </p:txEl>
                                          </p:spTgt>
                                        </p:tgtEl>
                                        <p:attrNameLst>
                                          <p:attrName>style.visibility</p:attrName>
                                        </p:attrNameLst>
                                      </p:cBhvr>
                                      <p:to>
                                        <p:strVal val="visible"/>
                                      </p:to>
                                    </p:set>
                                    <p:animEffect transition="in" filter="dissolve">
                                      <p:cBhvr>
                                        <p:cTn id="29" dur="500"/>
                                        <p:tgtEl>
                                          <p:spTgt spid="175119">
                                            <p:txEl>
                                              <p:pRg st="0" end="0"/>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175119">
                                            <p:txEl>
                                              <p:pRg st="1" end="1"/>
                                            </p:txEl>
                                          </p:spTgt>
                                        </p:tgtEl>
                                        <p:attrNameLst>
                                          <p:attrName>style.visibility</p:attrName>
                                        </p:attrNameLst>
                                      </p:cBhvr>
                                      <p:to>
                                        <p:strVal val="visible"/>
                                      </p:to>
                                    </p:set>
                                    <p:animEffect transition="in" filter="dissolve">
                                      <p:cBhvr>
                                        <p:cTn id="34" dur="500"/>
                                        <p:tgtEl>
                                          <p:spTgt spid="17511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116" grpId="0" autoUpdateAnimBg="0"/>
      <p:bldP spid="175117" grpId="0" animBg="1"/>
      <p:bldP spid="175118" grpId="0" autoUpdateAnimBg="0"/>
      <p:bldP spid="175119" grpId="0" build="p" animBg="1"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ChangeArrowheads="1"/>
          </p:cNvSpPr>
          <p:nvPr>
            <p:ph type="title"/>
          </p:nvPr>
        </p:nvSpPr>
        <p:spPr>
          <a:xfrm>
            <a:off x="3432175" y="82551"/>
            <a:ext cx="5994400" cy="790575"/>
          </a:xfrm>
        </p:spPr>
        <p:txBody>
          <a:bodyPr/>
          <a:lstStyle/>
          <a:p>
            <a:r>
              <a:rPr lang="zh-CN" altLang="en-US" sz="3200" b="1">
                <a:solidFill>
                  <a:schemeClr val="tx1"/>
                </a:solidFill>
                <a:latin typeface="楷体_GB2312" pitchFamily="49" charset="-122"/>
                <a:ea typeface="楷体_GB2312" pitchFamily="49" charset="-122"/>
              </a:rPr>
              <a:t>表</a:t>
            </a:r>
            <a:r>
              <a:rPr lang="zh-CN" altLang="zh-CN" sz="3200" b="1">
                <a:solidFill>
                  <a:schemeClr val="tx1"/>
                </a:solidFill>
                <a:latin typeface="楷体_GB2312" pitchFamily="49" charset="-122"/>
                <a:ea typeface="楷体_GB2312" pitchFamily="49" charset="-122"/>
              </a:rPr>
              <a:t>3.2 </a:t>
            </a:r>
            <a:r>
              <a:rPr lang="zh-CN" altLang="en-US" sz="3200" b="1">
                <a:solidFill>
                  <a:schemeClr val="tx1"/>
                </a:solidFill>
                <a:latin typeface="楷体_GB2312" pitchFamily="49" charset="-122"/>
                <a:ea typeface="楷体_GB2312" pitchFamily="49" charset="-122"/>
              </a:rPr>
              <a:t>用于输出的格式字符</a:t>
            </a:r>
          </a:p>
        </p:txBody>
      </p:sp>
      <p:graphicFrame>
        <p:nvGraphicFramePr>
          <p:cNvPr id="177155" name="Object 3"/>
          <p:cNvGraphicFramePr>
            <a:graphicFrameLocks noChangeAspect="1"/>
          </p:cNvGraphicFramePr>
          <p:nvPr>
            <p:extLst>
              <p:ext uri="{D42A27DB-BD31-4B8C-83A1-F6EECF244321}">
                <p14:modId xmlns:p14="http://schemas.microsoft.com/office/powerpoint/2010/main" val="789988090"/>
              </p:ext>
            </p:extLst>
          </p:nvPr>
        </p:nvGraphicFramePr>
        <p:xfrm>
          <a:off x="2855640" y="2132856"/>
          <a:ext cx="6245225" cy="3076575"/>
        </p:xfrm>
        <a:graphic>
          <a:graphicData uri="http://schemas.openxmlformats.org/presentationml/2006/ole">
            <mc:AlternateContent xmlns:mc="http://schemas.openxmlformats.org/markup-compatibility/2006">
              <mc:Choice xmlns:v="urn:schemas-microsoft-com:vml" Requires="v">
                <p:oleObj spid="_x0000_s1050" name="工作表" r:id="rId3" imgW="2619435" imgH="1219080" progId="Excel.Sheet.8">
                  <p:embed/>
                </p:oleObj>
              </mc:Choice>
              <mc:Fallback>
                <p:oleObj name="工作表" r:id="rId3" imgW="2619435" imgH="1219080" progId="Excel.Sheet.8">
                  <p:embed/>
                  <p:pic>
                    <p:nvPicPr>
                      <p:cNvPr id="0" name=""/>
                      <p:cNvPicPr>
                        <a:picLocks noChangeAspect="1" noChangeArrowheads="1"/>
                      </p:cNvPicPr>
                      <p:nvPr/>
                    </p:nvPicPr>
                    <p:blipFill>
                      <a:blip r:embed="rId4"/>
                      <a:srcRect/>
                      <a:stretch>
                        <a:fillRect/>
                      </a:stretch>
                    </p:blipFill>
                    <p:spPr bwMode="auto">
                      <a:xfrm>
                        <a:off x="2855640" y="2132856"/>
                        <a:ext cx="6245225" cy="3076575"/>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540415966"/>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ChangeArrowheads="1"/>
          </p:cNvSpPr>
          <p:nvPr>
            <p:ph type="title"/>
          </p:nvPr>
        </p:nvSpPr>
        <p:spPr>
          <a:xfrm>
            <a:off x="3432175" y="82551"/>
            <a:ext cx="5994400" cy="790575"/>
          </a:xfrm>
        </p:spPr>
        <p:txBody>
          <a:bodyPr/>
          <a:lstStyle/>
          <a:p>
            <a:r>
              <a:rPr lang="zh-CN" altLang="en-US" sz="3200" b="1">
                <a:solidFill>
                  <a:schemeClr val="tx1"/>
                </a:solidFill>
                <a:latin typeface="楷体_GB2312" pitchFamily="49" charset="-122"/>
                <a:ea typeface="楷体_GB2312" pitchFamily="49" charset="-122"/>
              </a:rPr>
              <a:t>表</a:t>
            </a:r>
            <a:r>
              <a:rPr lang="zh-CN" altLang="zh-CN" sz="3200" b="1">
                <a:solidFill>
                  <a:schemeClr val="tx1"/>
                </a:solidFill>
                <a:latin typeface="楷体_GB2312" pitchFamily="49" charset="-122"/>
                <a:ea typeface="楷体_GB2312" pitchFamily="49" charset="-122"/>
              </a:rPr>
              <a:t>3.2 </a:t>
            </a:r>
            <a:r>
              <a:rPr lang="zh-CN" altLang="en-US" sz="3200" b="1">
                <a:solidFill>
                  <a:schemeClr val="tx1"/>
                </a:solidFill>
                <a:latin typeface="楷体_GB2312" pitchFamily="49" charset="-122"/>
                <a:ea typeface="楷体_GB2312" pitchFamily="49" charset="-122"/>
              </a:rPr>
              <a:t>用于输出的格式字符</a:t>
            </a:r>
          </a:p>
        </p:txBody>
      </p:sp>
      <p:graphicFrame>
        <p:nvGraphicFramePr>
          <p:cNvPr id="177155" name="Object 3"/>
          <p:cNvGraphicFramePr>
            <a:graphicFrameLocks noChangeAspect="1"/>
          </p:cNvGraphicFramePr>
          <p:nvPr>
            <p:extLst>
              <p:ext uri="{D42A27DB-BD31-4B8C-83A1-F6EECF244321}">
                <p14:modId xmlns:p14="http://schemas.microsoft.com/office/powerpoint/2010/main" val="2402933067"/>
              </p:ext>
            </p:extLst>
          </p:nvPr>
        </p:nvGraphicFramePr>
        <p:xfrm>
          <a:off x="2567608" y="2204864"/>
          <a:ext cx="6246813" cy="2644775"/>
        </p:xfrm>
        <a:graphic>
          <a:graphicData uri="http://schemas.openxmlformats.org/presentationml/2006/ole">
            <mc:AlternateContent xmlns:mc="http://schemas.openxmlformats.org/markup-compatibility/2006">
              <mc:Choice xmlns:v="urn:schemas-microsoft-com:vml" Requires="v">
                <p:oleObj spid="_x0000_s4101" name="工作表" r:id="rId3" imgW="2619435" imgH="1047911" progId="Excel.Sheet.8">
                  <p:embed/>
                </p:oleObj>
              </mc:Choice>
              <mc:Fallback>
                <p:oleObj name="工作表" r:id="rId3" imgW="2619435" imgH="1047911" progId="Excel.Sheet.8">
                  <p:embed/>
                  <p:pic>
                    <p:nvPicPr>
                      <p:cNvPr id="177155" name="Object 3"/>
                      <p:cNvPicPr>
                        <a:picLocks noChangeAspect="1" noChangeArrowheads="1"/>
                      </p:cNvPicPr>
                      <p:nvPr/>
                    </p:nvPicPr>
                    <p:blipFill>
                      <a:blip r:embed="rId4"/>
                      <a:srcRect/>
                      <a:stretch>
                        <a:fillRect/>
                      </a:stretch>
                    </p:blipFill>
                    <p:spPr bwMode="auto">
                      <a:xfrm>
                        <a:off x="2567608" y="2204864"/>
                        <a:ext cx="6246813" cy="2644775"/>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647685487"/>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type="title"/>
          </p:nvPr>
        </p:nvSpPr>
        <p:spPr>
          <a:xfrm>
            <a:off x="3648075" y="260351"/>
            <a:ext cx="6408738" cy="665163"/>
          </a:xfrm>
        </p:spPr>
        <p:txBody>
          <a:bodyPr/>
          <a:lstStyle/>
          <a:p>
            <a:r>
              <a:rPr lang="zh-CN" altLang="en-US" sz="3200" b="1" dirty="0">
                <a:solidFill>
                  <a:schemeClr val="tx1"/>
                </a:solidFill>
                <a:latin typeface="楷体_GB2312" pitchFamily="49" charset="-122"/>
                <a:ea typeface="楷体_GB2312" pitchFamily="49" charset="-122"/>
              </a:rPr>
              <a:t>用于输出的修饰符</a:t>
            </a:r>
          </a:p>
        </p:txBody>
      </p:sp>
      <p:graphicFrame>
        <p:nvGraphicFramePr>
          <p:cNvPr id="176132" name="Group 4"/>
          <p:cNvGraphicFramePr>
            <a:graphicFrameLocks noGrp="1"/>
          </p:cNvGraphicFramePr>
          <p:nvPr>
            <p:ph idx="1"/>
            <p:extLst>
              <p:ext uri="{D42A27DB-BD31-4B8C-83A1-F6EECF244321}">
                <p14:modId xmlns:p14="http://schemas.microsoft.com/office/powerpoint/2010/main" val="2151793140"/>
              </p:ext>
            </p:extLst>
          </p:nvPr>
        </p:nvGraphicFramePr>
        <p:xfrm>
          <a:off x="2209800" y="1196752"/>
          <a:ext cx="8854752" cy="5559276"/>
        </p:xfrm>
        <a:graphic>
          <a:graphicData uri="http://schemas.openxmlformats.org/drawingml/2006/table">
            <a:tbl>
              <a:tblPr/>
              <a:tblGrid>
                <a:gridCol w="1581944">
                  <a:extLst>
                    <a:ext uri="{9D8B030D-6E8A-4147-A177-3AD203B41FA5}">
                      <a16:colId xmlns:a16="http://schemas.microsoft.com/office/drawing/2014/main" val="20000"/>
                    </a:ext>
                  </a:extLst>
                </a:gridCol>
                <a:gridCol w="7272808">
                  <a:extLst>
                    <a:ext uri="{9D8B030D-6E8A-4147-A177-3AD203B41FA5}">
                      <a16:colId xmlns:a16="http://schemas.microsoft.com/office/drawing/2014/main" val="20001"/>
                    </a:ext>
                  </a:extLst>
                </a:gridCol>
              </a:tblGrid>
              <a:tr h="50026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800" b="1" i="0" u="none" strike="noStrike" cap="none" normalizeH="0" baseline="0" dirty="0">
                          <a:ln>
                            <a:noFill/>
                          </a:ln>
                          <a:solidFill>
                            <a:schemeClr val="tx1"/>
                          </a:solidFill>
                          <a:effectLst/>
                          <a:latin typeface="黑体" pitchFamily="49" charset="-122"/>
                          <a:ea typeface="黑体" pitchFamily="49" charset="-122"/>
                        </a:rPr>
                        <a:t>修饰符</a:t>
                      </a:r>
                      <a:endParaRPr kumimoji="0" lang="zh-CN" sz="2800" b="0" i="0" u="none" strike="noStrike" cap="none" normalizeH="0" baseline="0" dirty="0">
                        <a:ln>
                          <a:noFill/>
                        </a:ln>
                        <a:solidFill>
                          <a:schemeClr val="tx1"/>
                        </a:solidFill>
                        <a:effectLst/>
                        <a:latin typeface="黑体" pitchFamily="49" charset="-122"/>
                        <a:ea typeface="黑体" pitchFamily="49"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AEEE5"/>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800" b="1" i="0" u="none" strike="noStrike" cap="none" normalizeH="0" baseline="0">
                          <a:ln>
                            <a:noFill/>
                          </a:ln>
                          <a:solidFill>
                            <a:schemeClr val="tx1"/>
                          </a:solidFill>
                          <a:effectLst/>
                          <a:latin typeface="黑体" pitchFamily="49" charset="-122"/>
                          <a:ea typeface="黑体" pitchFamily="49" charset="-122"/>
                        </a:rPr>
                        <a:t>意          义</a:t>
                      </a:r>
                      <a:endParaRPr kumimoji="0" lang="zh-CN" sz="2800" b="0" i="0" u="none" strike="noStrike" cap="none" normalizeH="0" baseline="0">
                        <a:ln>
                          <a:noFill/>
                        </a:ln>
                        <a:solidFill>
                          <a:schemeClr val="tx1"/>
                        </a:solidFill>
                        <a:effectLst/>
                        <a:latin typeface="黑体" pitchFamily="49" charset="-122"/>
                        <a:ea typeface="黑体" pitchFamily="49"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AEEE5"/>
                    </a:solidFill>
                  </a:tcPr>
                </a:tc>
                <a:extLst>
                  <a:ext uri="{0D108BD9-81ED-4DB2-BD59-A6C34878D82A}">
                    <a16:rowId xmlns:a16="http://schemas.microsoft.com/office/drawing/2014/main" val="10000"/>
                  </a:ext>
                </a:extLst>
              </a:tr>
              <a:tr h="81677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1" i="0" u="none" strike="noStrike" cap="none" normalizeH="0" baseline="0">
                          <a:ln>
                            <a:noFill/>
                          </a:ln>
                          <a:solidFill>
                            <a:schemeClr val="tx1"/>
                          </a:solidFill>
                          <a:effectLst/>
                          <a:latin typeface="Tahoma" pitchFamily="34" charset="0"/>
                          <a:ea typeface="宋体" pitchFamily="2" charset="-122"/>
                        </a:rPr>
                        <a:t>l</a:t>
                      </a:r>
                      <a:endParaRPr kumimoji="0" lang="zh-CN" altLang="zh-CN" sz="3200" b="0" i="0" u="none" strike="noStrike" cap="none" normalizeH="0" baseline="0">
                        <a:ln>
                          <a:noFill/>
                        </a:ln>
                        <a:solidFill>
                          <a:schemeClr val="tx1"/>
                        </a:solidFill>
                        <a:effectLst/>
                        <a:latin typeface="Tahoma" pitchFamily="34" charset="0"/>
                        <a:ea typeface="Dotum" pitchFamily="34" charset="-127"/>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2400" b="1" i="0" u="none" strike="noStrike" cap="none" normalizeH="0" baseline="0" dirty="0">
                          <a:ln>
                            <a:noFill/>
                          </a:ln>
                          <a:solidFill>
                            <a:schemeClr val="tx1"/>
                          </a:solidFill>
                          <a:effectLst/>
                          <a:latin typeface="Tahoma" pitchFamily="34" charset="0"/>
                          <a:ea typeface="黑体" pitchFamily="49" charset="-122"/>
                        </a:rPr>
                        <a:t>用于长整型和双精度实型数据，可加在格式字符 </a:t>
                      </a:r>
                      <a:r>
                        <a:rPr kumimoji="0" lang="zh-CN" altLang="zh-CN" sz="2400" b="1" i="0" u="none" strike="noStrike" cap="none" normalizeH="0" baseline="0" dirty="0">
                          <a:ln>
                            <a:noFill/>
                          </a:ln>
                          <a:solidFill>
                            <a:schemeClr val="tx1"/>
                          </a:solidFill>
                          <a:effectLst/>
                          <a:latin typeface="Tahoma" pitchFamily="34" charset="0"/>
                          <a:ea typeface="黑体" pitchFamily="49" charset="-122"/>
                        </a:rPr>
                        <a:t>d</a:t>
                      </a:r>
                      <a:r>
                        <a:rPr kumimoji="0" lang="zh-CN" sz="2400" b="1" i="0" u="none" strike="noStrike" cap="none" normalizeH="0" baseline="0" dirty="0">
                          <a:ln>
                            <a:noFill/>
                          </a:ln>
                          <a:solidFill>
                            <a:schemeClr val="tx1"/>
                          </a:solidFill>
                          <a:effectLst/>
                          <a:latin typeface="Tahoma" pitchFamily="34" charset="0"/>
                          <a:ea typeface="黑体" pitchFamily="49" charset="-122"/>
                        </a:rPr>
                        <a:t>、</a:t>
                      </a:r>
                      <a:r>
                        <a:rPr kumimoji="0" lang="zh-CN" altLang="zh-CN" sz="2400" b="1" i="0" u="none" strike="noStrike" cap="none" normalizeH="0" baseline="0" dirty="0">
                          <a:ln>
                            <a:noFill/>
                          </a:ln>
                          <a:solidFill>
                            <a:schemeClr val="tx1"/>
                          </a:solidFill>
                          <a:effectLst/>
                          <a:latin typeface="Tahoma" pitchFamily="34" charset="0"/>
                          <a:ea typeface="黑体" pitchFamily="49" charset="-122"/>
                        </a:rPr>
                        <a:t>o</a:t>
                      </a:r>
                      <a:r>
                        <a:rPr kumimoji="0" lang="zh-CN" sz="2400" b="1" i="0" u="none" strike="noStrike" cap="none" normalizeH="0" baseline="0" dirty="0">
                          <a:ln>
                            <a:noFill/>
                          </a:ln>
                          <a:solidFill>
                            <a:schemeClr val="tx1"/>
                          </a:solidFill>
                          <a:effectLst/>
                          <a:latin typeface="Tahoma" pitchFamily="34" charset="0"/>
                          <a:ea typeface="黑体" pitchFamily="49" charset="-122"/>
                        </a:rPr>
                        <a:t>、</a:t>
                      </a:r>
                      <a:r>
                        <a:rPr kumimoji="0" lang="zh-CN" altLang="zh-CN" sz="2400" b="1" i="0" u="none" strike="noStrike" cap="none" normalizeH="0" baseline="0" dirty="0">
                          <a:ln>
                            <a:noFill/>
                          </a:ln>
                          <a:solidFill>
                            <a:schemeClr val="tx1"/>
                          </a:solidFill>
                          <a:effectLst/>
                          <a:latin typeface="Tahoma" pitchFamily="34" charset="0"/>
                          <a:ea typeface="黑体" pitchFamily="49" charset="-122"/>
                        </a:rPr>
                        <a:t>x</a:t>
                      </a:r>
                      <a:r>
                        <a:rPr kumimoji="0" lang="zh-CN" sz="2400" b="1" i="0" u="none" strike="noStrike" cap="none" normalizeH="0" baseline="0" dirty="0">
                          <a:ln>
                            <a:noFill/>
                          </a:ln>
                          <a:solidFill>
                            <a:schemeClr val="tx1"/>
                          </a:solidFill>
                          <a:effectLst/>
                          <a:latin typeface="Tahoma" pitchFamily="34" charset="0"/>
                          <a:ea typeface="黑体" pitchFamily="49" charset="-122"/>
                        </a:rPr>
                        <a:t>、</a:t>
                      </a:r>
                      <a:r>
                        <a:rPr kumimoji="0" lang="zh-CN" altLang="zh-CN" sz="2400" b="1" i="0" u="none" strike="noStrike" cap="none" normalizeH="0" baseline="0" dirty="0">
                          <a:ln>
                            <a:noFill/>
                          </a:ln>
                          <a:solidFill>
                            <a:schemeClr val="tx1"/>
                          </a:solidFill>
                          <a:effectLst/>
                          <a:latin typeface="Tahoma" pitchFamily="34" charset="0"/>
                          <a:ea typeface="黑体" pitchFamily="49" charset="-122"/>
                        </a:rPr>
                        <a:t>u</a:t>
                      </a:r>
                      <a:r>
                        <a:rPr kumimoji="0" lang="zh-CN" sz="2400" b="1" i="0" u="none" strike="noStrike" cap="none" normalizeH="0" baseline="0" dirty="0">
                          <a:ln>
                            <a:noFill/>
                          </a:ln>
                          <a:solidFill>
                            <a:schemeClr val="tx1"/>
                          </a:solidFill>
                          <a:effectLst/>
                          <a:latin typeface="Tahoma" pitchFamily="34" charset="0"/>
                          <a:ea typeface="黑体" pitchFamily="49" charset="-122"/>
                        </a:rPr>
                        <a:t>、</a:t>
                      </a:r>
                      <a:r>
                        <a:rPr kumimoji="0" lang="zh-CN" altLang="zh-CN" sz="2400" b="1" i="0" u="none" strike="noStrike" cap="none" normalizeH="0" baseline="0" dirty="0">
                          <a:ln>
                            <a:noFill/>
                          </a:ln>
                          <a:solidFill>
                            <a:schemeClr val="tx1"/>
                          </a:solidFill>
                          <a:effectLst/>
                          <a:latin typeface="Tahoma" pitchFamily="34" charset="0"/>
                          <a:ea typeface="黑体" pitchFamily="49" charset="-122"/>
                        </a:rPr>
                        <a:t>f </a:t>
                      </a:r>
                      <a:r>
                        <a:rPr kumimoji="0" lang="zh-CN" sz="2400" b="1" i="0" u="none" strike="noStrike" cap="none" normalizeH="0" baseline="0" dirty="0">
                          <a:ln>
                            <a:noFill/>
                          </a:ln>
                          <a:solidFill>
                            <a:schemeClr val="tx1"/>
                          </a:solidFill>
                          <a:effectLst/>
                          <a:latin typeface="Tahoma" pitchFamily="34" charset="0"/>
                          <a:ea typeface="黑体" pitchFamily="49" charset="-122"/>
                        </a:rPr>
                        <a:t>前面</a:t>
                      </a:r>
                      <a:r>
                        <a:rPr kumimoji="0" lang="zh-CN" altLang="en-US" sz="2400" b="1" i="0" u="none" strike="noStrike" cap="none" normalizeH="0" baseline="0" dirty="0">
                          <a:ln>
                            <a:noFill/>
                          </a:ln>
                          <a:solidFill>
                            <a:schemeClr val="tx1"/>
                          </a:solidFill>
                          <a:effectLst/>
                          <a:latin typeface="Tahoma" pitchFamily="34" charset="0"/>
                          <a:ea typeface="黑体" pitchFamily="49" charset="-122"/>
                        </a:rPr>
                        <a:t>（</a:t>
                      </a:r>
                      <a:r>
                        <a:rPr kumimoji="0" lang="zh-CN" altLang="en-US" sz="2400" b="1" i="0" u="none" strike="noStrike" cap="none" normalizeH="0" baseline="0" dirty="0">
                          <a:ln>
                            <a:noFill/>
                          </a:ln>
                          <a:solidFill>
                            <a:srgbClr val="FF0000"/>
                          </a:solidFill>
                          <a:effectLst>
                            <a:outerShdw blurRad="38100" dist="38100" dir="2700000" algn="tl">
                              <a:srgbClr val="000000">
                                <a:alpha val="43137"/>
                              </a:srgbClr>
                            </a:outerShdw>
                          </a:effectLst>
                          <a:latin typeface="Tahoma" pitchFamily="34" charset="0"/>
                          <a:ea typeface="黑体" pitchFamily="49" charset="-122"/>
                        </a:rPr>
                        <a:t>输出时一般不加</a:t>
                      </a:r>
                      <a:r>
                        <a:rPr kumimoji="0" lang="zh-CN" altLang="en-US" sz="2400" b="1" i="0" u="none" strike="noStrike" cap="none" normalizeH="0" baseline="0" dirty="0">
                          <a:ln>
                            <a:noFill/>
                          </a:ln>
                          <a:solidFill>
                            <a:schemeClr val="tx1"/>
                          </a:solidFill>
                          <a:effectLst/>
                          <a:latin typeface="Tahoma" pitchFamily="34" charset="0"/>
                          <a:ea typeface="黑体" pitchFamily="49" charset="-122"/>
                        </a:rPr>
                        <a:t>）</a:t>
                      </a:r>
                      <a:r>
                        <a:rPr kumimoji="0" lang="zh-CN" sz="2400" b="1" i="0" u="none" strike="noStrike" cap="none" normalizeH="0" baseline="0" dirty="0">
                          <a:ln>
                            <a:noFill/>
                          </a:ln>
                          <a:solidFill>
                            <a:schemeClr val="tx1"/>
                          </a:solidFill>
                          <a:effectLst/>
                          <a:latin typeface="Tahoma" pitchFamily="34" charset="0"/>
                          <a:ea typeface="黑体" pitchFamily="49" charset="-122"/>
                        </a:rPr>
                        <a:t>。</a:t>
                      </a:r>
                      <a:endParaRPr kumimoji="0" lang="zh-CN" sz="3200" b="1" i="0" u="none" strike="noStrike" cap="none" normalizeH="0" baseline="0" dirty="0">
                        <a:ln>
                          <a:noFill/>
                        </a:ln>
                        <a:solidFill>
                          <a:schemeClr val="tx1"/>
                        </a:solidFill>
                        <a:effectLst/>
                        <a:latin typeface="Tahoma" pitchFamily="34" charset="0"/>
                        <a:ea typeface="黑体" pitchFamily="49"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1677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ahoma" pitchFamily="34" charset="0"/>
                          <a:ea typeface="黑体" pitchFamily="49" charset="-122"/>
                        </a:rPr>
                        <a:t>h</a:t>
                      </a:r>
                      <a:endParaRPr kumimoji="0" lang="zh-CN" sz="2400" b="1" i="0" u="none" strike="noStrike" cap="none" normalizeH="0" baseline="0" dirty="0">
                        <a:ln>
                          <a:noFill/>
                        </a:ln>
                        <a:solidFill>
                          <a:schemeClr val="tx1"/>
                        </a:solidFill>
                        <a:effectLst/>
                        <a:latin typeface="Tahoma" pitchFamily="34" charset="0"/>
                        <a:ea typeface="黑体" pitchFamily="49"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ahoma" pitchFamily="34" charset="0"/>
                          <a:ea typeface="黑体" pitchFamily="49" charset="-122"/>
                        </a:rPr>
                        <a:t>用于输出</a:t>
                      </a:r>
                      <a:r>
                        <a:rPr kumimoji="0" lang="zh-CN" altLang="en-US" sz="2400" b="1" i="0" u="none" strike="noStrike" cap="none" normalizeH="0" baseline="0" dirty="0">
                          <a:ln>
                            <a:noFill/>
                          </a:ln>
                          <a:solidFill>
                            <a:srgbClr val="FF0000"/>
                          </a:solidFill>
                          <a:effectLst>
                            <a:outerShdw blurRad="38100" dist="38100" dir="2700000" algn="tl">
                              <a:srgbClr val="000000">
                                <a:alpha val="43137"/>
                              </a:srgbClr>
                            </a:outerShdw>
                          </a:effectLst>
                          <a:latin typeface="Tahoma" pitchFamily="34" charset="0"/>
                          <a:ea typeface="黑体" pitchFamily="49" charset="-122"/>
                        </a:rPr>
                        <a:t>短整数</a:t>
                      </a:r>
                      <a:r>
                        <a:rPr kumimoji="0" lang="zh-CN" altLang="en-US" sz="2400" b="1" i="0" u="none" strike="noStrike" cap="none" normalizeH="0" baseline="0" dirty="0">
                          <a:ln>
                            <a:noFill/>
                          </a:ln>
                          <a:solidFill>
                            <a:schemeClr val="tx1"/>
                          </a:solidFill>
                          <a:effectLst/>
                          <a:latin typeface="Tahoma" pitchFamily="34" charset="0"/>
                          <a:ea typeface="黑体" pitchFamily="49" charset="-122"/>
                        </a:rPr>
                        <a:t>，</a:t>
                      </a:r>
                      <a:r>
                        <a:rPr kumimoji="0" lang="zh-CN" altLang="zh-CN" sz="2400" b="1" i="0" u="none" strike="noStrike" cap="none" normalizeH="0" baseline="0" dirty="0">
                          <a:ln>
                            <a:noFill/>
                          </a:ln>
                          <a:solidFill>
                            <a:schemeClr val="tx1"/>
                          </a:solidFill>
                          <a:effectLst/>
                          <a:latin typeface="Tahoma" pitchFamily="34" charset="0"/>
                          <a:ea typeface="黑体" pitchFamily="49" charset="-122"/>
                        </a:rPr>
                        <a:t>可加在格式字符 d、o、x、u</a:t>
                      </a:r>
                      <a:endParaRPr kumimoji="0" lang="zh-CN" sz="2400" b="1" i="0" u="none" strike="noStrike" cap="none" normalizeH="0" baseline="0" dirty="0">
                        <a:ln>
                          <a:noFill/>
                        </a:ln>
                        <a:solidFill>
                          <a:schemeClr val="tx1"/>
                        </a:solidFill>
                        <a:effectLst/>
                        <a:latin typeface="Tahoma" pitchFamily="34" charset="0"/>
                        <a:ea typeface="黑体" pitchFamily="49"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1677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1" i="0" u="none" strike="noStrike" cap="none" normalizeH="0" baseline="0">
                          <a:ln>
                            <a:noFill/>
                          </a:ln>
                          <a:solidFill>
                            <a:schemeClr val="tx1"/>
                          </a:solidFill>
                          <a:effectLst/>
                          <a:latin typeface="Times New Roman" pitchFamily="18" charset="0"/>
                          <a:ea typeface="宋体" pitchFamily="2" charset="-122"/>
                        </a:rPr>
                        <a:t>m</a:t>
                      </a:r>
                      <a:r>
                        <a:rPr kumimoji="0" lang="zh-CN" altLang="zh-CN" sz="2400" b="1" i="0" u="none" strike="noStrike" cap="none" normalizeH="0" baseline="0">
                          <a:ln>
                            <a:noFill/>
                          </a:ln>
                          <a:solidFill>
                            <a:schemeClr val="tx1"/>
                          </a:solidFill>
                          <a:effectLst/>
                          <a:latin typeface="Times New Roman" pitchFamily="18" charset="0"/>
                          <a:ea typeface="黑体" pitchFamily="49" charset="-122"/>
                        </a:rPr>
                        <a:t>(</a:t>
                      </a:r>
                      <a:r>
                        <a:rPr kumimoji="0" lang="zh-CN" sz="2400" b="1" i="0" u="none" strike="noStrike" cap="none" normalizeH="0" baseline="0">
                          <a:ln>
                            <a:noFill/>
                          </a:ln>
                          <a:solidFill>
                            <a:srgbClr val="FF0000"/>
                          </a:solidFill>
                          <a:effectLst>
                            <a:outerShdw blurRad="38100" dist="38100" dir="2700000" algn="tl">
                              <a:srgbClr val="000000">
                                <a:alpha val="43137"/>
                              </a:srgbClr>
                            </a:outerShdw>
                          </a:effectLst>
                          <a:latin typeface="Tahoma" pitchFamily="34" charset="0"/>
                          <a:ea typeface="黑体" pitchFamily="49" charset="-122"/>
                        </a:rPr>
                        <a:t>正整数</a:t>
                      </a:r>
                      <a:r>
                        <a:rPr kumimoji="0" lang="zh-CN" sz="2400" b="1" i="0" u="none" strike="noStrike" cap="none" normalizeH="0" baseline="0">
                          <a:ln>
                            <a:noFill/>
                          </a:ln>
                          <a:solidFill>
                            <a:schemeClr val="tx1"/>
                          </a:solidFill>
                          <a:effectLst/>
                          <a:latin typeface="Tahoma" pitchFamily="34" charset="0"/>
                          <a:ea typeface="黑体" pitchFamily="49" charset="-122"/>
                        </a:rPr>
                        <a:t>）</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2400" b="1" i="0" u="none" strike="noStrike" cap="none" normalizeH="0" baseline="0" dirty="0">
                          <a:ln>
                            <a:noFill/>
                          </a:ln>
                          <a:solidFill>
                            <a:schemeClr val="tx1"/>
                          </a:solidFill>
                          <a:effectLst/>
                          <a:latin typeface="Times New Roman" pitchFamily="18" charset="0"/>
                          <a:ea typeface="宋体" pitchFamily="2" charset="-122"/>
                        </a:rPr>
                        <a:t> </a:t>
                      </a:r>
                      <a:r>
                        <a:rPr kumimoji="0" lang="zh-CN" sz="2400" b="1" i="0" u="none" strike="noStrike" cap="none" normalizeH="0" baseline="0" dirty="0">
                          <a:ln>
                            <a:noFill/>
                          </a:ln>
                          <a:solidFill>
                            <a:schemeClr val="tx1"/>
                          </a:solidFill>
                          <a:effectLst/>
                          <a:latin typeface="Tahoma" pitchFamily="34" charset="0"/>
                          <a:ea typeface="黑体" pitchFamily="49" charset="-122"/>
                        </a:rPr>
                        <a:t>数据</a:t>
                      </a:r>
                      <a:r>
                        <a:rPr kumimoji="0" lang="zh-CN" altLang="en-US" sz="2400" b="1" i="0" u="none" strike="noStrike" cap="none" normalizeH="0" baseline="0" dirty="0">
                          <a:ln>
                            <a:noFill/>
                          </a:ln>
                          <a:solidFill>
                            <a:schemeClr val="tx1"/>
                          </a:solidFill>
                          <a:effectLst/>
                          <a:latin typeface="Tahoma" pitchFamily="34" charset="0"/>
                          <a:ea typeface="黑体" pitchFamily="49" charset="-122"/>
                        </a:rPr>
                        <a:t>输出</a:t>
                      </a:r>
                      <a:r>
                        <a:rPr kumimoji="0" lang="zh-CN" sz="2400" b="1" i="0" u="none" strike="noStrike" cap="none" normalizeH="0" baseline="0" dirty="0">
                          <a:ln>
                            <a:noFill/>
                          </a:ln>
                          <a:solidFill>
                            <a:schemeClr val="tx1"/>
                          </a:solidFill>
                          <a:effectLst/>
                          <a:latin typeface="Tahoma" pitchFamily="34" charset="0"/>
                          <a:ea typeface="黑体" pitchFamily="49" charset="-122"/>
                        </a:rPr>
                        <a:t>宽度</a:t>
                      </a:r>
                      <a:r>
                        <a:rPr kumimoji="0" lang="zh-CN" altLang="en-US" sz="2400" b="1" i="0" u="none" strike="noStrike" cap="none" normalizeH="0" baseline="0" dirty="0">
                          <a:ln>
                            <a:noFill/>
                          </a:ln>
                          <a:solidFill>
                            <a:schemeClr val="tx1"/>
                          </a:solidFill>
                          <a:effectLst/>
                          <a:latin typeface="Tahoma" pitchFamily="34" charset="0"/>
                          <a:ea typeface="黑体" pitchFamily="49" charset="-122"/>
                        </a:rPr>
                        <a:t>（称</a:t>
                      </a:r>
                      <a:r>
                        <a:rPr kumimoji="0" lang="zh-CN" altLang="en-US" sz="2400" b="1" i="0" u="none" strike="noStrike" cap="none" normalizeH="0" baseline="0" dirty="0">
                          <a:ln>
                            <a:noFill/>
                          </a:ln>
                          <a:solidFill>
                            <a:srgbClr val="FF0000"/>
                          </a:solidFill>
                          <a:effectLst>
                            <a:outerShdw blurRad="38100" dist="38100" dir="2700000" algn="tl">
                              <a:srgbClr val="000000">
                                <a:alpha val="43137"/>
                              </a:srgbClr>
                            </a:outerShdw>
                          </a:effectLst>
                          <a:latin typeface="Tahoma" pitchFamily="34" charset="0"/>
                          <a:ea typeface="黑体" pitchFamily="49" charset="-122"/>
                        </a:rPr>
                        <a:t>域宽、场宽</a:t>
                      </a:r>
                      <a:r>
                        <a:rPr kumimoji="0" lang="zh-CN" altLang="en-US" sz="2400" b="1" i="0" u="none" strike="noStrike" cap="none" normalizeH="0" baseline="0" dirty="0">
                          <a:ln>
                            <a:noFill/>
                          </a:ln>
                          <a:solidFill>
                            <a:schemeClr val="tx1"/>
                          </a:solidFill>
                          <a:effectLst/>
                          <a:latin typeface="Tahoma" pitchFamily="34" charset="0"/>
                          <a:ea typeface="黑体" pitchFamily="49" charset="-122"/>
                        </a:rPr>
                        <a:t>）</a:t>
                      </a:r>
                      <a:endParaRPr kumimoji="0" lang="zh-CN" sz="2400" b="1" i="0" u="none" strike="noStrike" cap="none" normalizeH="0" baseline="0" dirty="0">
                        <a:ln>
                          <a:noFill/>
                        </a:ln>
                        <a:solidFill>
                          <a:schemeClr val="tx1"/>
                        </a:solidFill>
                        <a:effectLst/>
                        <a:latin typeface="Tahoma" pitchFamily="34" charset="0"/>
                        <a:ea typeface="黑体" pitchFamily="49"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81677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2400" b="1" i="0" u="none" strike="noStrike" cap="none" normalizeH="0" baseline="0">
                          <a:ln>
                            <a:noFill/>
                          </a:ln>
                          <a:solidFill>
                            <a:schemeClr val="tx1"/>
                          </a:solidFill>
                          <a:effectLst/>
                          <a:latin typeface="Tahoma" pitchFamily="34" charset="0"/>
                          <a:ea typeface="黑体" pitchFamily="49" charset="-122"/>
                        </a:rPr>
                        <a:t> n</a:t>
                      </a:r>
                      <a:r>
                        <a:rPr kumimoji="0" lang="zh-CN" altLang="zh-CN" sz="2400" b="1" i="0" u="none" strike="noStrike" cap="none" normalizeH="0" baseline="0">
                          <a:ln>
                            <a:noFill/>
                          </a:ln>
                          <a:solidFill>
                            <a:schemeClr val="tx1"/>
                          </a:solidFill>
                          <a:effectLst/>
                          <a:latin typeface="Times New Roman" pitchFamily="18" charset="0"/>
                          <a:ea typeface="黑体" pitchFamily="49" charset="-122"/>
                        </a:rPr>
                        <a:t>(</a:t>
                      </a:r>
                      <a:r>
                        <a:rPr kumimoji="0" lang="zh-CN" sz="2400" b="1" i="0" u="none" strike="noStrike" cap="none" normalizeH="0" baseline="0">
                          <a:ln>
                            <a:noFill/>
                          </a:ln>
                          <a:solidFill>
                            <a:schemeClr val="tx1"/>
                          </a:solidFill>
                          <a:effectLst/>
                          <a:latin typeface="Tahoma" pitchFamily="34" charset="0"/>
                          <a:ea typeface="黑体" pitchFamily="49" charset="-122"/>
                        </a:rPr>
                        <a:t>正整数</a:t>
                      </a:r>
                      <a:r>
                        <a:rPr kumimoji="0" lang="zh-CN" altLang="zh-CN" sz="2400" b="1" i="0" u="none" strike="noStrike" cap="none" normalizeH="0" baseline="0">
                          <a:ln>
                            <a:noFill/>
                          </a:ln>
                          <a:solidFill>
                            <a:schemeClr val="tx1"/>
                          </a:solidFill>
                          <a:effectLst/>
                          <a:latin typeface="Times New Roman" pitchFamily="18" charset="0"/>
                          <a:ea typeface="黑体" pitchFamily="49" charset="-122"/>
                        </a:rPr>
                        <a:t>)</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2400" b="1" i="0" u="none" strike="noStrike" cap="none" normalizeH="0" baseline="0" dirty="0">
                          <a:ln>
                            <a:noFill/>
                          </a:ln>
                          <a:solidFill>
                            <a:schemeClr val="tx1"/>
                          </a:solidFill>
                          <a:effectLst/>
                          <a:latin typeface="Tahoma" pitchFamily="34" charset="0"/>
                          <a:ea typeface="黑体" pitchFamily="49" charset="-122"/>
                        </a:rPr>
                        <a:t>对于实数，表示输出</a:t>
                      </a:r>
                      <a:r>
                        <a:rPr kumimoji="0" lang="zh-CN" altLang="zh-CN" sz="2400" b="1" i="0" u="none" strike="noStrike" cap="none" normalizeH="0" baseline="0" dirty="0">
                          <a:ln>
                            <a:noFill/>
                          </a:ln>
                          <a:solidFill>
                            <a:schemeClr val="tx1"/>
                          </a:solidFill>
                          <a:effectLst/>
                          <a:latin typeface="Tahoma" pitchFamily="34" charset="0"/>
                          <a:ea typeface="黑体" pitchFamily="49" charset="-122"/>
                        </a:rPr>
                        <a:t>n</a:t>
                      </a:r>
                      <a:r>
                        <a:rPr kumimoji="0" lang="zh-CN" sz="2400" b="1" i="0" u="none" strike="noStrike" cap="none" normalizeH="0" baseline="0" dirty="0">
                          <a:ln>
                            <a:noFill/>
                          </a:ln>
                          <a:solidFill>
                            <a:schemeClr val="tx1"/>
                          </a:solidFill>
                          <a:effectLst/>
                          <a:latin typeface="Tahoma" pitchFamily="34" charset="0"/>
                          <a:ea typeface="黑体" pitchFamily="49" charset="-122"/>
                        </a:rPr>
                        <a:t>位小数</a:t>
                      </a:r>
                      <a:r>
                        <a:rPr kumimoji="0" lang="zh-CN" altLang="en-US" sz="2400" b="1" i="0" u="none" strike="noStrike" cap="none" normalizeH="0" baseline="0" dirty="0">
                          <a:ln>
                            <a:noFill/>
                          </a:ln>
                          <a:solidFill>
                            <a:schemeClr val="tx1"/>
                          </a:solidFill>
                          <a:effectLst/>
                          <a:latin typeface="Tahoma" pitchFamily="34" charset="0"/>
                          <a:ea typeface="黑体" pitchFamily="49" charset="-122"/>
                        </a:rPr>
                        <a:t>（称</a:t>
                      </a:r>
                      <a:r>
                        <a:rPr kumimoji="0" lang="zh-CN" altLang="en-US" sz="2400" b="1" i="0" u="none" strike="noStrike" cap="none" normalizeH="0" baseline="0" dirty="0">
                          <a:ln>
                            <a:noFill/>
                          </a:ln>
                          <a:solidFill>
                            <a:srgbClr val="FF0000"/>
                          </a:solidFill>
                          <a:effectLst>
                            <a:outerShdw blurRad="38100" dist="38100" dir="2700000" algn="tl">
                              <a:srgbClr val="000000">
                                <a:alpha val="43137"/>
                              </a:srgbClr>
                            </a:outerShdw>
                          </a:effectLst>
                          <a:latin typeface="Tahoma" pitchFamily="34" charset="0"/>
                          <a:ea typeface="黑体" pitchFamily="49" charset="-122"/>
                        </a:rPr>
                        <a:t>精度</a:t>
                      </a:r>
                      <a:r>
                        <a:rPr kumimoji="0" lang="zh-CN" altLang="en-US" sz="2400" b="1" i="0" u="none" strike="noStrike" cap="none" normalizeH="0" baseline="0" dirty="0">
                          <a:ln>
                            <a:noFill/>
                          </a:ln>
                          <a:solidFill>
                            <a:schemeClr val="tx1"/>
                          </a:solidFill>
                          <a:effectLst/>
                          <a:latin typeface="Tahoma" pitchFamily="34" charset="0"/>
                          <a:ea typeface="黑体" pitchFamily="49" charset="-122"/>
                        </a:rPr>
                        <a:t>）</a:t>
                      </a:r>
                      <a:r>
                        <a:rPr kumimoji="0" lang="zh-CN" sz="2400" b="1" i="0" u="none" strike="noStrike" cap="none" normalizeH="0" baseline="0" dirty="0">
                          <a:ln>
                            <a:noFill/>
                          </a:ln>
                          <a:solidFill>
                            <a:schemeClr val="tx1"/>
                          </a:solidFill>
                          <a:effectLst/>
                          <a:latin typeface="Tahoma" pitchFamily="34" charset="0"/>
                          <a:ea typeface="黑体" pitchFamily="49" charset="-122"/>
                        </a:rPr>
                        <a:t>；</a:t>
                      </a:r>
                    </a:p>
                    <a:p>
                      <a:pPr marL="0" marR="0" lvl="0" indent="0" algn="l" defTabSz="914400" rtl="0" eaLnBrk="1" fontAlgn="base" latinLnBrk="0" hangingPunct="1">
                        <a:lnSpc>
                          <a:spcPct val="100000"/>
                        </a:lnSpc>
                        <a:spcBef>
                          <a:spcPct val="0"/>
                        </a:spcBef>
                        <a:spcAft>
                          <a:spcPct val="0"/>
                        </a:spcAft>
                        <a:buClrTx/>
                        <a:buSzTx/>
                        <a:buFontTx/>
                        <a:buNone/>
                        <a:tabLst/>
                      </a:pPr>
                      <a:r>
                        <a:rPr kumimoji="0" lang="zh-CN" sz="2400" b="1" i="0" u="none" strike="noStrike" cap="none" normalizeH="0" baseline="0" dirty="0">
                          <a:ln>
                            <a:noFill/>
                          </a:ln>
                          <a:solidFill>
                            <a:schemeClr val="tx1"/>
                          </a:solidFill>
                          <a:effectLst/>
                          <a:latin typeface="Tahoma" pitchFamily="34" charset="0"/>
                          <a:ea typeface="黑体" pitchFamily="49" charset="-122"/>
                        </a:rPr>
                        <a:t>对于字符串，表示截取的字符个数。</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81677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1" i="0" u="none" strike="noStrike" cap="none" normalizeH="0" baseline="0">
                          <a:ln>
                            <a:noFill/>
                          </a:ln>
                          <a:solidFill>
                            <a:schemeClr val="tx1"/>
                          </a:solidFill>
                          <a:effectLst/>
                          <a:latin typeface="Tahoma" pitchFamily="34" charset="0"/>
                          <a:ea typeface="宋体" pitchFamily="2" charset="-122"/>
                        </a:rPr>
                        <a:t>-</a:t>
                      </a:r>
                      <a:endParaRPr kumimoji="0" lang="zh-CN" altLang="zh-CN" sz="3200" b="0" i="0" u="none" strike="noStrike" cap="none" normalizeH="0" baseline="0">
                        <a:ln>
                          <a:noFill/>
                        </a:ln>
                        <a:solidFill>
                          <a:schemeClr val="tx1"/>
                        </a:solidFill>
                        <a:effectLst/>
                        <a:latin typeface="Tahoma" pitchFamily="34" charset="0"/>
                        <a:ea typeface="Dotum" pitchFamily="34" charset="-127"/>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2400" b="1" i="0" u="none" strike="noStrike" cap="none" normalizeH="0" baseline="0">
                          <a:ln>
                            <a:noFill/>
                          </a:ln>
                          <a:solidFill>
                            <a:schemeClr val="tx1"/>
                          </a:solidFill>
                          <a:effectLst/>
                          <a:latin typeface="Tahoma" pitchFamily="34" charset="0"/>
                          <a:ea typeface="黑体" pitchFamily="49" charset="-122"/>
                        </a:rPr>
                        <a:t>输出的数字或字符在域内向左靠，右边填空格。</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81677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1" i="0" u="none" strike="noStrike" cap="none" normalizeH="0" baseline="0">
                          <a:ln>
                            <a:noFill/>
                          </a:ln>
                          <a:solidFill>
                            <a:schemeClr val="tx1"/>
                          </a:solidFill>
                          <a:effectLst/>
                          <a:latin typeface="Tahoma" pitchFamily="34" charset="0"/>
                          <a:ea typeface="黑体" pitchFamily="49" charset="-122"/>
                        </a:rPr>
                        <a:t>#</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5CD9D6"/>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2400" b="1" i="0" u="none" strike="noStrike" cap="none" normalizeH="0" baseline="0" dirty="0">
                          <a:ln>
                            <a:noFill/>
                          </a:ln>
                          <a:solidFill>
                            <a:schemeClr val="tx1"/>
                          </a:solidFill>
                          <a:effectLst/>
                          <a:latin typeface="Tahoma" pitchFamily="34" charset="0"/>
                          <a:ea typeface="黑体" pitchFamily="49" charset="-122"/>
                        </a:rPr>
                        <a:t>当整数以八进制或十六进制形式输出时，输出前缀。</a:t>
                      </a:r>
                    </a:p>
                    <a:p>
                      <a:pPr marL="0" marR="0" lvl="0" indent="0" algn="l" defTabSz="914400" rtl="0" eaLnBrk="1" fontAlgn="base" latinLnBrk="0" hangingPunct="1">
                        <a:lnSpc>
                          <a:spcPct val="100000"/>
                        </a:lnSpc>
                        <a:spcBef>
                          <a:spcPct val="0"/>
                        </a:spcBef>
                        <a:spcAft>
                          <a:spcPct val="0"/>
                        </a:spcAft>
                        <a:buClrTx/>
                        <a:buSzTx/>
                        <a:buFontTx/>
                        <a:buNone/>
                        <a:tabLst/>
                      </a:pPr>
                      <a:r>
                        <a:rPr kumimoji="0" lang="zh-CN" sz="2400" b="1" i="0" u="none" strike="noStrike" cap="none" normalizeH="0" baseline="0" dirty="0">
                          <a:ln>
                            <a:noFill/>
                          </a:ln>
                          <a:solidFill>
                            <a:schemeClr val="tx1"/>
                          </a:solidFill>
                          <a:effectLst/>
                          <a:latin typeface="Tahoma" pitchFamily="34" charset="0"/>
                          <a:ea typeface="黑体" pitchFamily="49" charset="-122"/>
                        </a:rPr>
                        <a:t>可加在格式字符</a:t>
                      </a:r>
                      <a:r>
                        <a:rPr kumimoji="0" lang="zh-CN" altLang="zh-CN" sz="3200" b="1" i="0" u="none" strike="noStrike" cap="none" normalizeH="0" baseline="0" dirty="0">
                          <a:ln>
                            <a:noFill/>
                          </a:ln>
                          <a:solidFill>
                            <a:srgbClr val="FF0000"/>
                          </a:solidFill>
                          <a:effectLst>
                            <a:outerShdw blurRad="38100" dist="38100" dir="2700000" algn="tl">
                              <a:srgbClr val="000000">
                                <a:alpha val="43137"/>
                              </a:srgbClr>
                            </a:outerShdw>
                          </a:effectLst>
                          <a:latin typeface="Tahoma" pitchFamily="34" charset="0"/>
                          <a:ea typeface="黑体" pitchFamily="49" charset="-122"/>
                        </a:rPr>
                        <a:t>o</a:t>
                      </a:r>
                      <a:r>
                        <a:rPr kumimoji="0" lang="zh-CN" sz="3200" b="1" i="0" u="none" strike="noStrike" cap="none" normalizeH="0" baseline="0" dirty="0">
                          <a:ln>
                            <a:noFill/>
                          </a:ln>
                          <a:solidFill>
                            <a:srgbClr val="FF0000"/>
                          </a:solidFill>
                          <a:effectLst>
                            <a:outerShdw blurRad="38100" dist="38100" dir="2700000" algn="tl">
                              <a:srgbClr val="000000">
                                <a:alpha val="43137"/>
                              </a:srgbClr>
                            </a:outerShdw>
                          </a:effectLst>
                          <a:latin typeface="Tahoma" pitchFamily="34" charset="0"/>
                          <a:ea typeface="黑体" pitchFamily="49" charset="-122"/>
                        </a:rPr>
                        <a:t>、</a:t>
                      </a:r>
                      <a:r>
                        <a:rPr kumimoji="0" lang="zh-CN" altLang="zh-CN" sz="3200" b="1" i="0" u="none" strike="noStrike" cap="none" normalizeH="0" baseline="0" dirty="0">
                          <a:ln>
                            <a:noFill/>
                          </a:ln>
                          <a:solidFill>
                            <a:srgbClr val="FF0000"/>
                          </a:solidFill>
                          <a:effectLst>
                            <a:outerShdw blurRad="38100" dist="38100" dir="2700000" algn="tl">
                              <a:srgbClr val="000000">
                                <a:alpha val="43137"/>
                              </a:srgbClr>
                            </a:outerShdw>
                          </a:effectLst>
                          <a:latin typeface="Tahoma" pitchFamily="34" charset="0"/>
                          <a:ea typeface="黑体" pitchFamily="49" charset="-122"/>
                        </a:rPr>
                        <a:t>x</a:t>
                      </a:r>
                      <a:r>
                        <a:rPr kumimoji="0" lang="zh-CN" sz="2400" b="1" i="0" u="none" strike="noStrike" cap="none" normalizeH="0" baseline="0" dirty="0">
                          <a:ln>
                            <a:noFill/>
                          </a:ln>
                          <a:solidFill>
                            <a:schemeClr val="tx1"/>
                          </a:solidFill>
                          <a:effectLst/>
                          <a:latin typeface="Tahoma" pitchFamily="34" charset="0"/>
                          <a:ea typeface="黑体" pitchFamily="49" charset="-122"/>
                        </a:rPr>
                        <a:t>前面。</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5CD9D6"/>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950505126"/>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p:cNvSpPr>
            <a:spLocks noGrp="1" noChangeArrowheads="1"/>
          </p:cNvSpPr>
          <p:nvPr>
            <p:ph type="title"/>
          </p:nvPr>
        </p:nvSpPr>
        <p:spPr>
          <a:xfrm>
            <a:off x="2279576" y="116632"/>
            <a:ext cx="5638800" cy="696912"/>
          </a:xfrm>
        </p:spPr>
        <p:txBody>
          <a:bodyPr/>
          <a:lstStyle/>
          <a:p>
            <a:r>
              <a:rPr lang="zh-CN" altLang="zh-CN" sz="2800" dirty="0">
                <a:solidFill>
                  <a:schemeClr val="tx1"/>
                </a:solidFill>
                <a:latin typeface="黑体" pitchFamily="49" charset="-122"/>
                <a:ea typeface="黑体" pitchFamily="49" charset="-122"/>
              </a:rPr>
              <a:t>1)</a:t>
            </a:r>
            <a:r>
              <a:rPr lang="zh-CN" altLang="zh-CN" sz="2800" dirty="0">
                <a:solidFill>
                  <a:schemeClr val="tx1"/>
                </a:solidFill>
                <a:latin typeface="Arial" pitchFamily="34" charset="0"/>
              </a:rPr>
              <a:t>d</a:t>
            </a:r>
            <a:r>
              <a:rPr lang="zh-CN" altLang="zh-CN" sz="2800" dirty="0">
                <a:solidFill>
                  <a:schemeClr val="tx1"/>
                </a:solidFill>
              </a:rPr>
              <a:t> </a:t>
            </a:r>
            <a:r>
              <a:rPr lang="zh-CN" altLang="en-US" sz="2800" dirty="0">
                <a:solidFill>
                  <a:schemeClr val="tx1"/>
                </a:solidFill>
                <a:ea typeface="黑体" pitchFamily="49" charset="-122"/>
              </a:rPr>
              <a:t>格式符</a:t>
            </a:r>
          </a:p>
        </p:txBody>
      </p:sp>
      <p:sp>
        <p:nvSpPr>
          <p:cNvPr id="179203" name="Rectangle 3"/>
          <p:cNvSpPr>
            <a:spLocks noGrp="1" noChangeArrowheads="1"/>
          </p:cNvSpPr>
          <p:nvPr>
            <p:ph type="body" idx="1"/>
          </p:nvPr>
        </p:nvSpPr>
        <p:spPr>
          <a:xfrm>
            <a:off x="2139950" y="1227139"/>
            <a:ext cx="8205788" cy="4651375"/>
          </a:xfrm>
          <a:noFill/>
        </p:spPr>
        <p:txBody>
          <a:bodyPr/>
          <a:lstStyle/>
          <a:p>
            <a:pPr marL="271463" indent="-271463"/>
            <a:r>
              <a:rPr lang="zh-CN" altLang="en-US" sz="2400" b="1" dirty="0">
                <a:latin typeface="黑体" pitchFamily="49" charset="-122"/>
              </a:rPr>
              <a:t>作用</a:t>
            </a:r>
            <a:r>
              <a:rPr lang="zh-CN" altLang="zh-CN" sz="2400" b="1" dirty="0">
                <a:latin typeface="Times New Roman" pitchFamily="18" charset="0"/>
              </a:rPr>
              <a:t>:  </a:t>
            </a:r>
            <a:r>
              <a:rPr lang="zh-CN" altLang="en-US" sz="2400" b="1" dirty="0">
                <a:latin typeface="黑体" pitchFamily="49" charset="-122"/>
              </a:rPr>
              <a:t>输出一个带符号的</a:t>
            </a:r>
            <a:r>
              <a:rPr lang="zh-CN" altLang="en-US" sz="2400" b="1" dirty="0">
                <a:latin typeface="Times New Roman" pitchFamily="18" charset="0"/>
              </a:rPr>
              <a:t>十进制</a:t>
            </a:r>
            <a:r>
              <a:rPr lang="zh-CN" altLang="en-US" sz="2400" b="1" dirty="0">
                <a:latin typeface="黑体" pitchFamily="49" charset="-122"/>
              </a:rPr>
              <a:t>整数</a:t>
            </a:r>
            <a:r>
              <a:rPr lang="zh-CN" altLang="en-US" sz="2400" b="1" dirty="0">
                <a:ea typeface="楷体_GB2312" pitchFamily="49" charset="-122"/>
              </a:rPr>
              <a:t>（正数不输出符号）</a:t>
            </a:r>
            <a:endParaRPr lang="zh-CN" altLang="en-US" sz="2400" b="1" dirty="0">
              <a:latin typeface="黑体" pitchFamily="49" charset="-122"/>
              <a:ea typeface="楷体_GB2312" pitchFamily="49" charset="-122"/>
            </a:endParaRPr>
          </a:p>
          <a:p>
            <a:pPr marL="271463" indent="-271463">
              <a:lnSpc>
                <a:spcPct val="120000"/>
              </a:lnSpc>
              <a:spcBef>
                <a:spcPct val="80000"/>
              </a:spcBef>
            </a:pPr>
            <a:r>
              <a:rPr lang="zh-CN" altLang="en-US" sz="2400" b="1" dirty="0">
                <a:latin typeface="黑体" pitchFamily="49" charset="-122"/>
              </a:rPr>
              <a:t>格式</a:t>
            </a:r>
            <a:r>
              <a:rPr lang="zh-CN" altLang="zh-CN" sz="2400" b="1" dirty="0">
                <a:latin typeface="Times New Roman" pitchFamily="18" charset="0"/>
              </a:rPr>
              <a:t>:</a:t>
            </a:r>
            <a:r>
              <a:rPr lang="zh-CN" altLang="zh-CN" sz="2400" b="1" dirty="0">
                <a:solidFill>
                  <a:srgbClr val="FF3300"/>
                </a:solidFill>
                <a:latin typeface="宋体" pitchFamily="2" charset="-122"/>
              </a:rPr>
              <a:t>        </a:t>
            </a:r>
            <a:r>
              <a:rPr lang="zh-CN" altLang="zh-CN" sz="1400" b="1" dirty="0">
                <a:solidFill>
                  <a:srgbClr val="FF3300"/>
                </a:solidFill>
                <a:latin typeface="宋体" pitchFamily="2" charset="-122"/>
              </a:rPr>
              <a:t> </a:t>
            </a:r>
            <a:r>
              <a:rPr lang="zh-CN" altLang="zh-CN" sz="2400" b="1" dirty="0">
                <a:solidFill>
                  <a:schemeClr val="hlink"/>
                </a:solidFill>
                <a:latin typeface="宋体" pitchFamily="2" charset="-122"/>
              </a:rPr>
              <a:t>①  </a:t>
            </a:r>
            <a:r>
              <a:rPr lang="zh-CN" altLang="zh-CN" sz="2400" b="1" dirty="0">
                <a:solidFill>
                  <a:schemeClr val="hlink"/>
                </a:solidFill>
              </a:rPr>
              <a:t>%</a:t>
            </a:r>
            <a:r>
              <a:rPr lang="zh-CN" altLang="zh-CN" sz="2400" b="1" dirty="0">
                <a:solidFill>
                  <a:schemeClr val="hlink"/>
                </a:solidFill>
                <a:latin typeface="Arial" pitchFamily="34" charset="0"/>
              </a:rPr>
              <a:t>d</a:t>
            </a:r>
            <a:r>
              <a:rPr lang="zh-CN" altLang="zh-CN" sz="2400" b="1" dirty="0">
                <a:solidFill>
                  <a:schemeClr val="hlink"/>
                </a:solidFill>
              </a:rPr>
              <a:t> </a:t>
            </a:r>
          </a:p>
          <a:p>
            <a:pPr marL="271463" indent="-271463">
              <a:lnSpc>
                <a:spcPct val="105000"/>
              </a:lnSpc>
              <a:buNone/>
            </a:pPr>
            <a:r>
              <a:rPr lang="zh-CN" altLang="zh-CN" sz="2400" b="1" dirty="0">
                <a:solidFill>
                  <a:schemeClr val="hlink"/>
                </a:solidFill>
                <a:latin typeface="宋体" pitchFamily="2" charset="-122"/>
              </a:rPr>
              <a:t>               ②  </a:t>
            </a:r>
            <a:r>
              <a:rPr lang="zh-CN" altLang="zh-CN" sz="2400" b="1" dirty="0">
                <a:solidFill>
                  <a:schemeClr val="hlink"/>
                </a:solidFill>
              </a:rPr>
              <a:t>%</a:t>
            </a:r>
            <a:r>
              <a:rPr lang="zh-CN" altLang="zh-CN" sz="2400" b="1" dirty="0">
                <a:solidFill>
                  <a:schemeClr val="hlink"/>
                </a:solidFill>
                <a:latin typeface="Arial" pitchFamily="34" charset="0"/>
              </a:rPr>
              <a:t>md</a:t>
            </a:r>
          </a:p>
          <a:p>
            <a:pPr marL="271463" indent="-271463">
              <a:lnSpc>
                <a:spcPct val="105000"/>
              </a:lnSpc>
              <a:buNone/>
            </a:pPr>
            <a:r>
              <a:rPr lang="zh-CN" altLang="zh-CN" sz="2400" b="1" dirty="0">
                <a:solidFill>
                  <a:schemeClr val="hlink"/>
                </a:solidFill>
              </a:rPr>
              <a:t>                          ③   %</a:t>
            </a:r>
            <a:r>
              <a:rPr lang="zh-CN" altLang="zh-CN" sz="2400" b="1" dirty="0">
                <a:solidFill>
                  <a:schemeClr val="hlink"/>
                </a:solidFill>
                <a:latin typeface="Arial" pitchFamily="34" charset="0"/>
              </a:rPr>
              <a:t>ld</a:t>
            </a:r>
            <a:r>
              <a:rPr lang="en-US" altLang="zh-CN" sz="2400" b="1" dirty="0">
                <a:solidFill>
                  <a:schemeClr val="hlink"/>
                </a:solidFill>
                <a:latin typeface="Arial" pitchFamily="34" charset="0"/>
              </a:rPr>
              <a:t>(</a:t>
            </a:r>
            <a:r>
              <a:rPr lang="zh-CN" altLang="en-US" sz="2400" b="1" dirty="0">
                <a:solidFill>
                  <a:srgbClr val="0070C0"/>
                </a:solidFill>
                <a:latin typeface="Arial" pitchFamily="34" charset="0"/>
              </a:rPr>
              <a:t>长整数</a:t>
            </a:r>
            <a:r>
              <a:rPr lang="en-US" altLang="zh-CN" sz="2400" b="1" dirty="0">
                <a:solidFill>
                  <a:schemeClr val="hlink"/>
                </a:solidFill>
                <a:latin typeface="Arial" pitchFamily="34" charset="0"/>
              </a:rPr>
              <a:t>) %</a:t>
            </a:r>
            <a:r>
              <a:rPr lang="en-US" altLang="zh-CN" sz="2400" b="1" dirty="0" err="1">
                <a:solidFill>
                  <a:schemeClr val="hlink"/>
                </a:solidFill>
                <a:latin typeface="Arial" pitchFamily="34" charset="0"/>
              </a:rPr>
              <a:t>hd</a:t>
            </a:r>
            <a:r>
              <a:rPr lang="en-US" altLang="zh-CN" sz="2400" b="1" dirty="0">
                <a:solidFill>
                  <a:schemeClr val="hlink"/>
                </a:solidFill>
                <a:latin typeface="Arial" pitchFamily="34" charset="0"/>
              </a:rPr>
              <a:t>(</a:t>
            </a:r>
            <a:r>
              <a:rPr lang="zh-CN" altLang="en-US" sz="2400" b="1" dirty="0">
                <a:solidFill>
                  <a:srgbClr val="0070C0"/>
                </a:solidFill>
                <a:latin typeface="Arial" pitchFamily="34" charset="0"/>
              </a:rPr>
              <a:t>短整数</a:t>
            </a:r>
            <a:r>
              <a:rPr lang="en-US" altLang="zh-CN" sz="2400" b="1" dirty="0">
                <a:solidFill>
                  <a:schemeClr val="hlink"/>
                </a:solidFill>
                <a:latin typeface="Arial" pitchFamily="34" charset="0"/>
              </a:rPr>
              <a:t>)</a:t>
            </a:r>
            <a:endParaRPr lang="zh-CN" altLang="zh-CN" sz="2400" b="1" dirty="0">
              <a:solidFill>
                <a:schemeClr val="hlink"/>
              </a:solidFill>
              <a:latin typeface="Arial" pitchFamily="34" charset="0"/>
            </a:endParaRPr>
          </a:p>
          <a:p>
            <a:pPr marL="271463" indent="-271463">
              <a:lnSpc>
                <a:spcPct val="120000"/>
              </a:lnSpc>
              <a:spcBef>
                <a:spcPct val="80000"/>
              </a:spcBef>
              <a:buNone/>
            </a:pPr>
            <a:r>
              <a:rPr lang="zh-CN" altLang="zh-CN" sz="2400" b="1" dirty="0">
                <a:solidFill>
                  <a:srgbClr val="FF3300"/>
                </a:solidFill>
                <a:latin typeface="黑体" pitchFamily="49" charset="-122"/>
              </a:rPr>
              <a:t>  </a:t>
            </a:r>
            <a:r>
              <a:rPr lang="zh-CN" altLang="en-US" sz="2400" b="1" dirty="0">
                <a:latin typeface="黑体" pitchFamily="49" charset="-122"/>
              </a:rPr>
              <a:t>其中</a:t>
            </a:r>
            <a:r>
              <a:rPr lang="zh-CN" altLang="zh-CN" sz="2400" b="1" dirty="0">
                <a:latin typeface="Times New Roman" pitchFamily="18" charset="0"/>
              </a:rPr>
              <a:t>:     </a:t>
            </a:r>
            <a:r>
              <a:rPr lang="zh-CN" altLang="zh-CN" sz="2400" b="1" dirty="0">
                <a:latin typeface="Arial" pitchFamily="34" charset="0"/>
              </a:rPr>
              <a:t>%</a:t>
            </a:r>
            <a:r>
              <a:rPr lang="zh-CN" altLang="zh-CN" sz="2400" b="1" dirty="0"/>
              <a:t>d</a:t>
            </a:r>
            <a:r>
              <a:rPr lang="zh-CN" altLang="zh-CN" sz="2400" b="1" dirty="0">
                <a:latin typeface="Times New Roman"/>
              </a:rPr>
              <a:t>—</a:t>
            </a:r>
            <a:r>
              <a:rPr lang="zh-CN" altLang="en-US" sz="2400" b="1" dirty="0"/>
              <a:t>按整型数据的实际长度输出</a:t>
            </a:r>
            <a:r>
              <a:rPr lang="zh-CN" altLang="zh-CN" sz="2400" b="1" dirty="0">
                <a:latin typeface="Times New Roman" pitchFamily="18" charset="0"/>
              </a:rPr>
              <a:t>;</a:t>
            </a:r>
          </a:p>
          <a:p>
            <a:pPr marL="271463" indent="-271463">
              <a:lnSpc>
                <a:spcPct val="115000"/>
              </a:lnSpc>
              <a:spcBef>
                <a:spcPct val="30000"/>
              </a:spcBef>
              <a:buNone/>
            </a:pPr>
            <a:r>
              <a:rPr lang="zh-CN" altLang="zh-CN" sz="2400" b="1" dirty="0">
                <a:latin typeface="Times New Roman" pitchFamily="18" charset="0"/>
              </a:rPr>
              <a:t>                   </a:t>
            </a:r>
            <a:r>
              <a:rPr lang="zh-CN" altLang="zh-CN" sz="2400" b="1" dirty="0"/>
              <a:t>m</a:t>
            </a:r>
            <a:r>
              <a:rPr lang="zh-CN" altLang="zh-CN" sz="2400" b="1" dirty="0">
                <a:latin typeface="Times New Roman"/>
              </a:rPr>
              <a:t>—</a:t>
            </a:r>
            <a:r>
              <a:rPr lang="zh-CN" altLang="en-US" sz="2400" b="1" dirty="0">
                <a:latin typeface="黑体" pitchFamily="49" charset="-122"/>
              </a:rPr>
              <a:t>字段宽度</a:t>
            </a:r>
            <a:r>
              <a:rPr lang="en-US" altLang="zh-CN" sz="2400" b="1" dirty="0">
                <a:latin typeface="黑体" pitchFamily="49" charset="-122"/>
              </a:rPr>
              <a:t>(</a:t>
            </a:r>
            <a:r>
              <a:rPr lang="zh-CN" altLang="en-US" sz="2400" b="1" dirty="0">
                <a:latin typeface="黑体" pitchFamily="49" charset="-122"/>
              </a:rPr>
              <a:t>域宽场宽</a:t>
            </a:r>
            <a:r>
              <a:rPr lang="en-US" altLang="zh-CN" sz="2400" b="1" dirty="0">
                <a:latin typeface="黑体" pitchFamily="49" charset="-122"/>
              </a:rPr>
              <a:t>)</a:t>
            </a:r>
            <a:r>
              <a:rPr lang="zh-CN" altLang="zh-CN" sz="2400" b="1" dirty="0">
                <a:latin typeface="Times New Roman" pitchFamily="18" charset="0"/>
              </a:rPr>
              <a:t>;</a:t>
            </a:r>
          </a:p>
          <a:p>
            <a:pPr marL="271463" indent="-271463">
              <a:lnSpc>
                <a:spcPct val="115000"/>
              </a:lnSpc>
              <a:spcBef>
                <a:spcPct val="30000"/>
              </a:spcBef>
              <a:buNone/>
            </a:pPr>
            <a:r>
              <a:rPr lang="zh-CN" altLang="zh-CN" sz="2400" b="1" dirty="0">
                <a:latin typeface="Times New Roman" pitchFamily="18" charset="0"/>
              </a:rPr>
              <a:t>                  </a:t>
            </a:r>
            <a:r>
              <a:rPr lang="zh-CN" altLang="zh-CN" sz="2400" b="1" dirty="0">
                <a:latin typeface="Arial" pitchFamily="34" charset="0"/>
              </a:rPr>
              <a:t>%</a:t>
            </a:r>
            <a:r>
              <a:rPr lang="zh-CN" altLang="zh-CN" sz="2400" b="1" dirty="0">
                <a:solidFill>
                  <a:srgbClr val="FF0000"/>
                </a:solidFill>
                <a:latin typeface="Arial" pitchFamily="34" charset="0"/>
              </a:rPr>
              <a:t>l</a:t>
            </a:r>
            <a:r>
              <a:rPr lang="zh-CN" altLang="zh-CN" sz="2400" b="1" dirty="0">
                <a:latin typeface="Arial" pitchFamily="34" charset="0"/>
              </a:rPr>
              <a:t>d</a:t>
            </a:r>
            <a:r>
              <a:rPr lang="zh-CN" altLang="zh-CN" sz="2400" b="1" dirty="0">
                <a:latin typeface="Times New Roman"/>
              </a:rPr>
              <a:t>—</a:t>
            </a:r>
            <a:r>
              <a:rPr lang="zh-CN" altLang="en-US" sz="2400" b="1" dirty="0">
                <a:latin typeface="黑体" pitchFamily="49" charset="-122"/>
              </a:rPr>
              <a:t>输出长整型</a:t>
            </a:r>
            <a:r>
              <a:rPr lang="zh-CN" altLang="en-US" sz="2400" b="1" dirty="0"/>
              <a:t>数据</a:t>
            </a:r>
            <a:r>
              <a:rPr lang="en-US" altLang="zh-CN" sz="2400" b="1" dirty="0"/>
              <a:t>(32</a:t>
            </a:r>
            <a:r>
              <a:rPr lang="zh-CN" altLang="en-US" sz="2400" b="1" dirty="0"/>
              <a:t>位编译器中</a:t>
            </a:r>
            <a:r>
              <a:rPr lang="zh-CN" altLang="en-US" sz="2400" b="1" dirty="0">
                <a:solidFill>
                  <a:srgbClr val="FF0000"/>
                </a:solidFill>
              </a:rPr>
              <a:t>不用加</a:t>
            </a:r>
            <a:r>
              <a:rPr lang="en-US" altLang="zh-CN" sz="2400" b="1" dirty="0">
                <a:solidFill>
                  <a:srgbClr val="FF0000"/>
                </a:solidFill>
              </a:rPr>
              <a:t>l</a:t>
            </a:r>
            <a:r>
              <a:rPr lang="en-US" altLang="zh-CN" sz="2400" b="1" dirty="0"/>
              <a:t>)</a:t>
            </a:r>
            <a:endParaRPr lang="zh-CN" altLang="en-US" sz="2400" b="1" dirty="0"/>
          </a:p>
          <a:p>
            <a:pPr marL="271463" indent="-271463">
              <a:lnSpc>
                <a:spcPct val="115000"/>
              </a:lnSpc>
              <a:spcBef>
                <a:spcPct val="30000"/>
              </a:spcBef>
              <a:buNone/>
            </a:pPr>
            <a:r>
              <a:rPr lang="zh-CN" altLang="en-US" sz="2400" b="1" dirty="0">
                <a:latin typeface="Arial" pitchFamily="34" charset="0"/>
              </a:rPr>
              <a:t>              </a:t>
            </a:r>
            <a:r>
              <a:rPr lang="zh-CN" altLang="en-US" sz="2000" b="1" dirty="0">
                <a:latin typeface="Arial" pitchFamily="34" charset="0"/>
              </a:rPr>
              <a:t>   </a:t>
            </a:r>
            <a:r>
              <a:rPr lang="zh-CN" altLang="zh-CN" sz="2400" b="1" dirty="0">
                <a:latin typeface="Arial" pitchFamily="34" charset="0"/>
              </a:rPr>
              <a:t>%</a:t>
            </a:r>
            <a:r>
              <a:rPr lang="zh-CN" altLang="zh-CN" sz="2400" b="1" dirty="0">
                <a:solidFill>
                  <a:srgbClr val="FF0000"/>
                </a:solidFill>
                <a:effectLst>
                  <a:outerShdw blurRad="38100" dist="38100" dir="2700000" algn="tl">
                    <a:srgbClr val="000000">
                      <a:alpha val="43137"/>
                    </a:srgbClr>
                  </a:outerShdw>
                </a:effectLst>
                <a:latin typeface="Arial" pitchFamily="34" charset="0"/>
              </a:rPr>
              <a:t>h</a:t>
            </a:r>
            <a:r>
              <a:rPr lang="zh-CN" altLang="zh-CN" sz="2400" b="1" dirty="0">
                <a:latin typeface="Arial" pitchFamily="34" charset="0"/>
              </a:rPr>
              <a:t>d</a:t>
            </a:r>
            <a:r>
              <a:rPr lang="zh-CN" altLang="zh-CN" sz="2400" b="1" dirty="0">
                <a:latin typeface="Times New Roman"/>
              </a:rPr>
              <a:t>—</a:t>
            </a:r>
            <a:r>
              <a:rPr lang="zh-CN" altLang="en-US" sz="2400" b="1" dirty="0">
                <a:latin typeface="黑体" pitchFamily="49" charset="-122"/>
              </a:rPr>
              <a:t>输出短整型</a:t>
            </a:r>
            <a:r>
              <a:rPr lang="zh-CN" altLang="en-US" sz="2400" b="1" dirty="0"/>
              <a:t>数据</a:t>
            </a:r>
          </a:p>
        </p:txBody>
      </p:sp>
      <p:sp>
        <p:nvSpPr>
          <p:cNvPr id="179204" name="Rectangle 4"/>
          <p:cNvSpPr>
            <a:spLocks noChangeArrowheads="1"/>
          </p:cNvSpPr>
          <p:nvPr/>
        </p:nvSpPr>
        <p:spPr bwMode="auto">
          <a:xfrm>
            <a:off x="4137026" y="1947864"/>
            <a:ext cx="4767286" cy="1368425"/>
          </a:xfrm>
          <a:prstGeom prst="rect">
            <a:avLst/>
          </a:prstGeom>
          <a:noFill/>
          <a:ln w="22225" cmpd="sng">
            <a:solidFill>
              <a:srgbClr val="CC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a:solidFill>
                <a:srgbClr val="000000"/>
              </a:solidFill>
              <a:ea typeface="Dotum" pitchFamily="34" charset="-127"/>
            </a:endParaRPr>
          </a:p>
        </p:txBody>
      </p:sp>
    </p:spTree>
    <p:extLst>
      <p:ext uri="{BB962C8B-B14F-4D97-AF65-F5344CB8AC3E}">
        <p14:creationId xmlns:p14="http://schemas.microsoft.com/office/powerpoint/2010/main" val="42892346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3" name="Rectangle 3"/>
          <p:cNvSpPr>
            <a:spLocks noGrp="1" noChangeArrowheads="1"/>
          </p:cNvSpPr>
          <p:nvPr>
            <p:ph type="body" idx="1"/>
          </p:nvPr>
        </p:nvSpPr>
        <p:spPr>
          <a:xfrm>
            <a:off x="1055440" y="1340768"/>
            <a:ext cx="8205788" cy="4651375"/>
          </a:xfrm>
          <a:noFill/>
        </p:spPr>
        <p:txBody>
          <a:bodyPr/>
          <a:lstStyle/>
          <a:p>
            <a:pPr marL="0" indent="0">
              <a:spcBef>
                <a:spcPts val="0"/>
              </a:spcBef>
              <a:buNone/>
            </a:pPr>
            <a:r>
              <a:rPr lang="en-US" altLang="zh-CN" sz="2400" b="1" dirty="0">
                <a:latin typeface="黑体" pitchFamily="49" charset="-122"/>
              </a:rPr>
              <a:t>#</a:t>
            </a:r>
            <a:r>
              <a:rPr lang="en-US" altLang="zh-CN" b="1" dirty="0">
                <a:latin typeface="黑体" pitchFamily="49" charset="-122"/>
              </a:rPr>
              <a:t>include &lt;</a:t>
            </a:r>
            <a:r>
              <a:rPr lang="en-US" altLang="zh-CN" b="1" dirty="0" err="1">
                <a:latin typeface="黑体" pitchFamily="49" charset="-122"/>
              </a:rPr>
              <a:t>stdio.h</a:t>
            </a:r>
            <a:r>
              <a:rPr lang="en-US" altLang="zh-CN" b="1" dirty="0">
                <a:latin typeface="黑体" pitchFamily="49" charset="-122"/>
              </a:rPr>
              <a:t>&gt;</a:t>
            </a:r>
          </a:p>
          <a:p>
            <a:pPr marL="0" indent="0">
              <a:spcBef>
                <a:spcPts val="0"/>
              </a:spcBef>
              <a:buNone/>
            </a:pPr>
            <a:r>
              <a:rPr lang="en-US" altLang="zh-CN" b="1" dirty="0">
                <a:latin typeface="黑体" pitchFamily="49" charset="-122"/>
              </a:rPr>
              <a:t>main()</a:t>
            </a:r>
          </a:p>
          <a:p>
            <a:pPr marL="0" indent="0">
              <a:spcBef>
                <a:spcPts val="0"/>
              </a:spcBef>
              <a:buNone/>
            </a:pPr>
            <a:r>
              <a:rPr lang="en-US" altLang="zh-CN" b="1" dirty="0">
                <a:latin typeface="黑体" pitchFamily="49" charset="-122"/>
              </a:rPr>
              <a:t>{</a:t>
            </a:r>
          </a:p>
          <a:p>
            <a:pPr marL="0" indent="0">
              <a:spcBef>
                <a:spcPts val="0"/>
              </a:spcBef>
              <a:buNone/>
            </a:pPr>
            <a:r>
              <a:rPr lang="en-US" altLang="zh-CN" b="1" dirty="0">
                <a:latin typeface="黑体" pitchFamily="49" charset="-122"/>
              </a:rPr>
              <a:t>	int x=12345;</a:t>
            </a:r>
          </a:p>
          <a:p>
            <a:pPr marL="0" indent="0">
              <a:spcBef>
                <a:spcPts val="0"/>
              </a:spcBef>
              <a:buNone/>
            </a:pPr>
            <a:r>
              <a:rPr lang="en-US" altLang="zh-CN" b="1" dirty="0">
                <a:latin typeface="黑体" pitchFamily="49" charset="-122"/>
              </a:rPr>
              <a:t>	</a:t>
            </a:r>
            <a:r>
              <a:rPr lang="en-US" altLang="zh-CN" b="1" dirty="0" err="1">
                <a:latin typeface="黑体" pitchFamily="49" charset="-122"/>
              </a:rPr>
              <a:t>printf</a:t>
            </a:r>
            <a:r>
              <a:rPr lang="en-US" altLang="zh-CN" b="1" dirty="0">
                <a:latin typeface="黑体" pitchFamily="49" charset="-122"/>
              </a:rPr>
              <a:t>("|%d|\</a:t>
            </a:r>
            <a:r>
              <a:rPr lang="en-US" altLang="zh-CN" b="1" dirty="0" err="1">
                <a:latin typeface="黑体" pitchFamily="49" charset="-122"/>
              </a:rPr>
              <a:t>n",x</a:t>
            </a:r>
            <a:r>
              <a:rPr lang="en-US" altLang="zh-CN" b="1" dirty="0">
                <a:latin typeface="黑体" pitchFamily="49" charset="-122"/>
              </a:rPr>
              <a:t>);	</a:t>
            </a:r>
          </a:p>
          <a:p>
            <a:pPr marL="0" indent="0">
              <a:spcBef>
                <a:spcPts val="0"/>
              </a:spcBef>
              <a:buNone/>
            </a:pPr>
            <a:r>
              <a:rPr lang="en-US" altLang="zh-CN" b="1" dirty="0">
                <a:latin typeface="黑体" pitchFamily="49" charset="-122"/>
              </a:rPr>
              <a:t>	</a:t>
            </a:r>
            <a:r>
              <a:rPr lang="en-US" altLang="zh-CN" b="1" dirty="0" err="1">
                <a:latin typeface="黑体" pitchFamily="49" charset="-122"/>
              </a:rPr>
              <a:t>printf</a:t>
            </a:r>
            <a:r>
              <a:rPr lang="en-US" altLang="zh-CN" b="1" dirty="0">
                <a:latin typeface="黑体" pitchFamily="49" charset="-122"/>
              </a:rPr>
              <a:t>("|%8d|\</a:t>
            </a:r>
            <a:r>
              <a:rPr lang="en-US" altLang="zh-CN" b="1" dirty="0" err="1">
                <a:latin typeface="黑体" pitchFamily="49" charset="-122"/>
              </a:rPr>
              <a:t>n",x</a:t>
            </a:r>
            <a:r>
              <a:rPr lang="en-US" altLang="zh-CN" b="1" dirty="0">
                <a:latin typeface="黑体" pitchFamily="49" charset="-122"/>
              </a:rPr>
              <a:t>);</a:t>
            </a:r>
          </a:p>
          <a:p>
            <a:pPr marL="0" indent="0">
              <a:spcBef>
                <a:spcPts val="0"/>
              </a:spcBef>
              <a:buNone/>
            </a:pPr>
            <a:r>
              <a:rPr lang="en-US" altLang="zh-CN" b="1" dirty="0">
                <a:latin typeface="黑体" pitchFamily="49" charset="-122"/>
              </a:rPr>
              <a:t>	</a:t>
            </a:r>
            <a:r>
              <a:rPr lang="en-US" altLang="zh-CN" b="1" dirty="0" err="1">
                <a:latin typeface="黑体" pitchFamily="49" charset="-122"/>
              </a:rPr>
              <a:t>printf</a:t>
            </a:r>
            <a:r>
              <a:rPr lang="en-US" altLang="zh-CN" b="1" dirty="0">
                <a:latin typeface="黑体" pitchFamily="49" charset="-122"/>
              </a:rPr>
              <a:t>("|%-8d|\</a:t>
            </a:r>
            <a:r>
              <a:rPr lang="en-US" altLang="zh-CN" b="1" dirty="0" err="1">
                <a:latin typeface="黑体" pitchFamily="49" charset="-122"/>
              </a:rPr>
              <a:t>n",x</a:t>
            </a:r>
            <a:r>
              <a:rPr lang="en-US" altLang="zh-CN" b="1" dirty="0">
                <a:latin typeface="黑体" pitchFamily="49" charset="-122"/>
              </a:rPr>
              <a:t>);</a:t>
            </a:r>
          </a:p>
          <a:p>
            <a:pPr marL="0" indent="0">
              <a:spcBef>
                <a:spcPts val="0"/>
              </a:spcBef>
              <a:buNone/>
            </a:pPr>
            <a:r>
              <a:rPr lang="en-US" altLang="zh-CN" b="1" dirty="0">
                <a:latin typeface="黑体" pitchFamily="49" charset="-122"/>
              </a:rPr>
              <a:t>	</a:t>
            </a:r>
            <a:r>
              <a:rPr lang="en-US" altLang="zh-CN" b="1" dirty="0" err="1">
                <a:latin typeface="黑体" pitchFamily="49" charset="-122"/>
              </a:rPr>
              <a:t>printf</a:t>
            </a:r>
            <a:r>
              <a:rPr lang="en-US" altLang="zh-CN" b="1" dirty="0">
                <a:latin typeface="黑体" pitchFamily="49" charset="-122"/>
              </a:rPr>
              <a:t>("|%+8d|%+8d|\</a:t>
            </a:r>
            <a:r>
              <a:rPr lang="en-US" altLang="zh-CN" b="1" dirty="0" err="1">
                <a:latin typeface="黑体" pitchFamily="49" charset="-122"/>
              </a:rPr>
              <a:t>n",x</a:t>
            </a:r>
            <a:r>
              <a:rPr lang="en-US" altLang="zh-CN" b="1" dirty="0">
                <a:latin typeface="黑体" pitchFamily="49" charset="-122"/>
              </a:rPr>
              <a:t>,-x);</a:t>
            </a:r>
          </a:p>
          <a:p>
            <a:pPr marL="0" indent="0">
              <a:spcBef>
                <a:spcPts val="0"/>
              </a:spcBef>
              <a:buNone/>
            </a:pPr>
            <a:r>
              <a:rPr lang="en-US" altLang="zh-CN" b="1" dirty="0">
                <a:latin typeface="黑体" pitchFamily="49" charset="-122"/>
              </a:rPr>
              <a:t>	</a:t>
            </a:r>
            <a:r>
              <a:rPr lang="en-US" altLang="zh-CN" b="1" dirty="0" err="1">
                <a:latin typeface="黑体" pitchFamily="49" charset="-122"/>
              </a:rPr>
              <a:t>printf</a:t>
            </a:r>
            <a:r>
              <a:rPr lang="en-US" altLang="zh-CN" b="1" dirty="0">
                <a:latin typeface="黑体" pitchFamily="49" charset="-122"/>
              </a:rPr>
              <a:t>("|%-8d|%-8d|\</a:t>
            </a:r>
            <a:r>
              <a:rPr lang="en-US" altLang="zh-CN" b="1" dirty="0" err="1">
                <a:latin typeface="黑体" pitchFamily="49" charset="-122"/>
              </a:rPr>
              <a:t>n",x</a:t>
            </a:r>
            <a:r>
              <a:rPr lang="en-US" altLang="zh-CN" b="1" dirty="0">
                <a:latin typeface="黑体" pitchFamily="49" charset="-122"/>
              </a:rPr>
              <a:t>,-x);</a:t>
            </a:r>
          </a:p>
          <a:p>
            <a:pPr marL="0" indent="0">
              <a:spcBef>
                <a:spcPts val="0"/>
              </a:spcBef>
              <a:buNone/>
            </a:pPr>
            <a:r>
              <a:rPr lang="en-US" altLang="zh-CN" b="1" dirty="0">
                <a:latin typeface="黑体" pitchFamily="49" charset="-122"/>
              </a:rPr>
              <a:t>	</a:t>
            </a:r>
            <a:r>
              <a:rPr lang="en-US" altLang="zh-CN" b="1" dirty="0" err="1">
                <a:latin typeface="黑体" pitchFamily="49" charset="-122"/>
              </a:rPr>
              <a:t>printf</a:t>
            </a:r>
            <a:r>
              <a:rPr lang="en-US" altLang="zh-CN" b="1" dirty="0">
                <a:latin typeface="黑体" pitchFamily="49" charset="-122"/>
              </a:rPr>
              <a:t>("|%3d|\</a:t>
            </a:r>
            <a:r>
              <a:rPr lang="en-US" altLang="zh-CN" b="1" dirty="0" err="1">
                <a:latin typeface="黑体" pitchFamily="49" charset="-122"/>
              </a:rPr>
              <a:t>n",x</a:t>
            </a:r>
            <a:r>
              <a:rPr lang="en-US" altLang="zh-CN" b="1" dirty="0">
                <a:latin typeface="黑体" pitchFamily="49" charset="-122"/>
              </a:rPr>
              <a:t>);</a:t>
            </a:r>
          </a:p>
          <a:p>
            <a:pPr marL="0" indent="0">
              <a:spcBef>
                <a:spcPts val="0"/>
              </a:spcBef>
              <a:buNone/>
            </a:pPr>
            <a:r>
              <a:rPr lang="en-US" altLang="zh-CN" b="1" dirty="0">
                <a:latin typeface="黑体" pitchFamily="49" charset="-122"/>
              </a:rPr>
              <a:t>}</a:t>
            </a:r>
            <a:endParaRPr lang="zh-CN" altLang="en-US" b="1" dirty="0"/>
          </a:p>
        </p:txBody>
      </p:sp>
      <p:pic>
        <p:nvPicPr>
          <p:cNvPr id="4" name="图片 3">
            <a:extLst>
              <a:ext uri="{FF2B5EF4-FFF2-40B4-BE49-F238E27FC236}">
                <a16:creationId xmlns:a16="http://schemas.microsoft.com/office/drawing/2014/main" id="{F1E04C78-E790-4302-ADC9-AB5998571C9B}"/>
              </a:ext>
            </a:extLst>
          </p:cNvPr>
          <p:cNvPicPr>
            <a:picLocks noChangeAspect="1"/>
          </p:cNvPicPr>
          <p:nvPr/>
        </p:nvPicPr>
        <p:blipFill>
          <a:blip r:embed="rId2"/>
          <a:stretch>
            <a:fillRect/>
          </a:stretch>
        </p:blipFill>
        <p:spPr>
          <a:xfrm>
            <a:off x="6096000" y="1308160"/>
            <a:ext cx="5822428" cy="3602479"/>
          </a:xfrm>
          <a:prstGeom prst="rect">
            <a:avLst/>
          </a:prstGeom>
        </p:spPr>
      </p:pic>
      <p:sp>
        <p:nvSpPr>
          <p:cNvPr id="8" name="Rectangle 2">
            <a:extLst>
              <a:ext uri="{FF2B5EF4-FFF2-40B4-BE49-F238E27FC236}">
                <a16:creationId xmlns:a16="http://schemas.microsoft.com/office/drawing/2014/main" id="{2A3AF84C-6F13-429F-ACE9-676A8B75352F}"/>
              </a:ext>
            </a:extLst>
          </p:cNvPr>
          <p:cNvSpPr>
            <a:spLocks noGrp="1" noChangeArrowheads="1"/>
          </p:cNvSpPr>
          <p:nvPr>
            <p:ph type="title"/>
          </p:nvPr>
        </p:nvSpPr>
        <p:spPr>
          <a:xfrm>
            <a:off x="2279576" y="116632"/>
            <a:ext cx="5638800" cy="696912"/>
          </a:xfrm>
        </p:spPr>
        <p:txBody>
          <a:bodyPr/>
          <a:lstStyle/>
          <a:p>
            <a:r>
              <a:rPr lang="en-US" altLang="zh-CN" sz="2800" dirty="0">
                <a:solidFill>
                  <a:schemeClr val="tx1"/>
                </a:solidFill>
                <a:latin typeface="黑体" pitchFamily="49" charset="-122"/>
                <a:ea typeface="黑体" pitchFamily="49" charset="-122"/>
              </a:rPr>
              <a:t>M</a:t>
            </a:r>
            <a:r>
              <a:rPr lang="zh-CN" altLang="en-US" sz="2800" dirty="0">
                <a:solidFill>
                  <a:schemeClr val="tx1"/>
                </a:solidFill>
                <a:latin typeface="黑体" pitchFamily="49" charset="-122"/>
                <a:ea typeface="黑体" pitchFamily="49" charset="-122"/>
              </a:rPr>
              <a:t>修饰</a:t>
            </a:r>
            <a:r>
              <a:rPr lang="zh-CN" altLang="en-US" sz="2800" dirty="0">
                <a:solidFill>
                  <a:schemeClr val="tx1"/>
                </a:solidFill>
                <a:ea typeface="黑体" pitchFamily="49" charset="-122"/>
              </a:rPr>
              <a:t>符（域宽、场宽）</a:t>
            </a:r>
          </a:p>
        </p:txBody>
      </p:sp>
    </p:spTree>
    <p:extLst>
      <p:ext uri="{BB962C8B-B14F-4D97-AF65-F5344CB8AC3E}">
        <p14:creationId xmlns:p14="http://schemas.microsoft.com/office/powerpoint/2010/main" val="470154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out)">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p:cNvSpPr>
            <a:spLocks noGrp="1" noChangeArrowheads="1"/>
          </p:cNvSpPr>
          <p:nvPr>
            <p:ph type="body" idx="1"/>
          </p:nvPr>
        </p:nvSpPr>
        <p:spPr>
          <a:xfrm>
            <a:off x="1091444" y="1268412"/>
            <a:ext cx="10009112" cy="4321175"/>
          </a:xfrm>
        </p:spPr>
        <p:txBody>
          <a:bodyPr/>
          <a:lstStyle/>
          <a:p>
            <a:pPr marL="196850" indent="-196850">
              <a:lnSpc>
                <a:spcPct val="105000"/>
              </a:lnSpc>
              <a:spcBef>
                <a:spcPct val="40000"/>
              </a:spcBef>
              <a:buClr>
                <a:srgbClr val="008000"/>
              </a:buClr>
              <a:buSzPct val="50000"/>
              <a:buFont typeface="Wingdings" pitchFamily="2" charset="2"/>
              <a:buChar char="l"/>
            </a:pPr>
            <a:r>
              <a:rPr lang="zh-CN" altLang="en-US" b="1" dirty="0">
                <a:latin typeface="黑体" pitchFamily="49" charset="-122"/>
                <a:ea typeface="黑体" pitchFamily="49" charset="-122"/>
              </a:rPr>
              <a:t>作用</a:t>
            </a:r>
            <a:r>
              <a:rPr lang="zh-CN" altLang="zh-CN" b="1" dirty="0">
                <a:latin typeface="Times New Roman" pitchFamily="18" charset="0"/>
                <a:ea typeface="黑体" pitchFamily="49" charset="-122"/>
              </a:rPr>
              <a:t>: </a:t>
            </a:r>
            <a:r>
              <a:rPr lang="zh-CN" altLang="en-US" b="1" dirty="0">
                <a:latin typeface="Times New Roman" pitchFamily="18" charset="0"/>
                <a:ea typeface="黑体" pitchFamily="49" charset="-122"/>
              </a:rPr>
              <a:t>输出一个</a:t>
            </a:r>
            <a:r>
              <a:rPr lang="zh-CN" altLang="en-US" b="1" dirty="0">
                <a:solidFill>
                  <a:srgbClr val="FF0000"/>
                </a:solidFill>
                <a:effectLst>
                  <a:outerShdw blurRad="38100" dist="38100" dir="2700000" algn="tl">
                    <a:srgbClr val="000000">
                      <a:alpha val="43137"/>
                    </a:srgbClr>
                  </a:outerShdw>
                </a:effectLst>
                <a:latin typeface="Times New Roman" pitchFamily="18" charset="0"/>
                <a:ea typeface="黑体" pitchFamily="49" charset="-122"/>
              </a:rPr>
              <a:t>无符号</a:t>
            </a:r>
            <a:r>
              <a:rPr lang="zh-CN" altLang="en-US" b="1" dirty="0">
                <a:latin typeface="Times New Roman" pitchFamily="18" charset="0"/>
                <a:ea typeface="黑体" pitchFamily="49" charset="-122"/>
              </a:rPr>
              <a:t>的八进制</a:t>
            </a:r>
            <a:r>
              <a:rPr lang="zh-CN" altLang="en-US" sz="2400" b="1" dirty="0">
                <a:latin typeface="Times New Roman" pitchFamily="18" charset="0"/>
                <a:ea typeface="黑体" pitchFamily="49" charset="-122"/>
              </a:rPr>
              <a:t>、</a:t>
            </a:r>
            <a:r>
              <a:rPr lang="zh-CN" altLang="en-US" b="1" dirty="0">
                <a:latin typeface="黑体" pitchFamily="49" charset="-122"/>
                <a:ea typeface="黑体" pitchFamily="49" charset="-122"/>
              </a:rPr>
              <a:t>十六进制</a:t>
            </a:r>
            <a:r>
              <a:rPr lang="zh-CN" altLang="en-US" b="1" dirty="0">
                <a:ea typeface="黑体" pitchFamily="49" charset="-122"/>
              </a:rPr>
              <a:t>或</a:t>
            </a:r>
            <a:r>
              <a:rPr lang="zh-CN" altLang="en-US" b="1" dirty="0">
                <a:latin typeface="黑体" pitchFamily="49" charset="-122"/>
                <a:ea typeface="黑体" pitchFamily="49" charset="-122"/>
              </a:rPr>
              <a:t>十进制无符号</a:t>
            </a:r>
            <a:r>
              <a:rPr lang="zh-CN" altLang="en-US" b="1" dirty="0">
                <a:latin typeface="Times New Roman" pitchFamily="18" charset="0"/>
                <a:ea typeface="黑体" pitchFamily="49" charset="-122"/>
              </a:rPr>
              <a:t>整数。</a:t>
            </a:r>
          </a:p>
          <a:p>
            <a:pPr marL="0" indent="0">
              <a:spcBef>
                <a:spcPct val="40000"/>
              </a:spcBef>
              <a:buClr>
                <a:srgbClr val="008000"/>
              </a:buClr>
              <a:buSzPct val="50000"/>
              <a:buNone/>
            </a:pPr>
            <a:r>
              <a:rPr lang="pt-BR" altLang="zh-CN" b="1">
                <a:latin typeface="Times New Roman" pitchFamily="18" charset="0"/>
                <a:ea typeface="黑体" pitchFamily="49" charset="-122"/>
              </a:rPr>
              <a:t>#include &lt;stdio.h&gt;</a:t>
            </a:r>
          </a:p>
          <a:p>
            <a:pPr marL="0" indent="0">
              <a:spcBef>
                <a:spcPct val="40000"/>
              </a:spcBef>
              <a:buClr>
                <a:srgbClr val="008000"/>
              </a:buClr>
              <a:buSzPct val="50000"/>
              <a:buNone/>
            </a:pPr>
            <a:r>
              <a:rPr lang="pt-BR" altLang="zh-CN" b="1">
                <a:latin typeface="Times New Roman" pitchFamily="18" charset="0"/>
                <a:ea typeface="黑体" pitchFamily="49" charset="-122"/>
              </a:rPr>
              <a:t>main()</a:t>
            </a:r>
          </a:p>
          <a:p>
            <a:pPr marL="0" indent="0">
              <a:spcBef>
                <a:spcPct val="40000"/>
              </a:spcBef>
              <a:buClr>
                <a:srgbClr val="008000"/>
              </a:buClr>
              <a:buSzPct val="50000"/>
              <a:buNone/>
            </a:pPr>
            <a:r>
              <a:rPr lang="pt-BR" altLang="zh-CN" b="1">
                <a:latin typeface="Times New Roman" pitchFamily="18" charset="0"/>
                <a:ea typeface="黑体" pitchFamily="49" charset="-122"/>
              </a:rPr>
              <a:t>{	int a=30;</a:t>
            </a:r>
          </a:p>
          <a:p>
            <a:pPr marL="0" indent="0">
              <a:spcBef>
                <a:spcPct val="40000"/>
              </a:spcBef>
              <a:buClr>
                <a:srgbClr val="008000"/>
              </a:buClr>
              <a:buSzPct val="50000"/>
              <a:buNone/>
            </a:pPr>
            <a:r>
              <a:rPr lang="pt-BR" altLang="zh-CN" b="1">
                <a:latin typeface="Times New Roman" pitchFamily="18" charset="0"/>
                <a:ea typeface="黑体" pitchFamily="49" charset="-122"/>
              </a:rPr>
              <a:t>	printf("%d,%o,%x\n",a,a,a);</a:t>
            </a:r>
          </a:p>
          <a:p>
            <a:pPr marL="0" indent="0">
              <a:spcBef>
                <a:spcPct val="40000"/>
              </a:spcBef>
              <a:buClr>
                <a:srgbClr val="008000"/>
              </a:buClr>
              <a:buSzPct val="50000"/>
              <a:buNone/>
            </a:pPr>
            <a:r>
              <a:rPr lang="pt-BR" altLang="zh-CN" b="1">
                <a:latin typeface="Times New Roman" pitchFamily="18" charset="0"/>
                <a:ea typeface="黑体" pitchFamily="49" charset="-122"/>
              </a:rPr>
              <a:t>	printf("%#d,%</a:t>
            </a:r>
            <a:r>
              <a:rPr lang="pt-BR" altLang="zh-CN" b="1">
                <a:solidFill>
                  <a:srgbClr val="FF0000"/>
                </a:solidFill>
                <a:effectLst>
                  <a:outerShdw blurRad="38100" dist="38100" dir="2700000" algn="tl">
                    <a:srgbClr val="000000">
                      <a:alpha val="43137"/>
                    </a:srgbClr>
                  </a:outerShdw>
                </a:effectLst>
                <a:latin typeface="Times New Roman" pitchFamily="18" charset="0"/>
                <a:ea typeface="黑体" pitchFamily="49" charset="-122"/>
              </a:rPr>
              <a:t>#</a:t>
            </a:r>
            <a:r>
              <a:rPr lang="pt-BR" altLang="zh-CN" b="1">
                <a:latin typeface="Times New Roman" pitchFamily="18" charset="0"/>
                <a:ea typeface="黑体" pitchFamily="49" charset="-122"/>
              </a:rPr>
              <a:t>o,%</a:t>
            </a:r>
            <a:r>
              <a:rPr lang="pt-BR" altLang="zh-CN" b="1">
                <a:solidFill>
                  <a:srgbClr val="FF0000"/>
                </a:solidFill>
                <a:effectLst>
                  <a:outerShdw blurRad="38100" dist="38100" dir="2700000" algn="tl">
                    <a:srgbClr val="000000">
                      <a:alpha val="43137"/>
                    </a:srgbClr>
                  </a:outerShdw>
                </a:effectLst>
                <a:latin typeface="Times New Roman" pitchFamily="18" charset="0"/>
                <a:ea typeface="黑体" pitchFamily="49" charset="-122"/>
              </a:rPr>
              <a:t>#</a:t>
            </a:r>
            <a:r>
              <a:rPr lang="pt-BR" altLang="zh-CN" b="1">
                <a:latin typeface="Times New Roman" pitchFamily="18" charset="0"/>
                <a:ea typeface="黑体" pitchFamily="49" charset="-122"/>
              </a:rPr>
              <a:t>x\n",a,a,a);</a:t>
            </a:r>
          </a:p>
          <a:p>
            <a:pPr marL="0" indent="0">
              <a:spcBef>
                <a:spcPct val="40000"/>
              </a:spcBef>
              <a:buClr>
                <a:srgbClr val="008000"/>
              </a:buClr>
              <a:buSzPct val="50000"/>
              <a:buNone/>
            </a:pPr>
            <a:r>
              <a:rPr lang="pt-BR" altLang="zh-CN" b="1">
                <a:latin typeface="Times New Roman" pitchFamily="18" charset="0"/>
                <a:ea typeface="黑体" pitchFamily="49" charset="-122"/>
              </a:rPr>
              <a:t>}</a:t>
            </a:r>
            <a:endParaRPr lang="zh-CN" altLang="zh-CN" b="1" dirty="0">
              <a:latin typeface="Times New Roman" pitchFamily="18" charset="0"/>
              <a:ea typeface="黑体" pitchFamily="49" charset="-122"/>
            </a:endParaRPr>
          </a:p>
          <a:p>
            <a:pPr marL="196850" indent="-196850">
              <a:spcBef>
                <a:spcPct val="0"/>
              </a:spcBef>
              <a:buNone/>
            </a:pPr>
            <a:r>
              <a:rPr lang="zh-CN" altLang="zh-CN" b="1">
                <a:ea typeface="黑体" pitchFamily="49" charset="-122"/>
              </a:rPr>
              <a:t>     </a:t>
            </a:r>
            <a:endParaRPr lang="zh-CN" altLang="zh-CN" sz="3600" b="1" dirty="0">
              <a:solidFill>
                <a:schemeClr val="folHlink"/>
              </a:solidFill>
              <a:latin typeface="黑体" pitchFamily="49" charset="-122"/>
              <a:ea typeface="黑体" pitchFamily="49" charset="-122"/>
            </a:endParaRPr>
          </a:p>
        </p:txBody>
      </p:sp>
      <p:sp>
        <p:nvSpPr>
          <p:cNvPr id="180228" name="Rectangle 4"/>
          <p:cNvSpPr>
            <a:spLocks noGrp="1" noChangeArrowheads="1"/>
          </p:cNvSpPr>
          <p:nvPr>
            <p:ph type="title"/>
          </p:nvPr>
        </p:nvSpPr>
        <p:spPr>
          <a:xfrm>
            <a:off x="2309813" y="188913"/>
            <a:ext cx="7848600" cy="703262"/>
          </a:xfrm>
          <a:noFill/>
          <a:ln/>
        </p:spPr>
        <p:txBody>
          <a:bodyPr/>
          <a:lstStyle/>
          <a:p>
            <a:r>
              <a:rPr lang="zh-CN" altLang="zh-CN" sz="2800" b="1">
                <a:solidFill>
                  <a:schemeClr val="tx1"/>
                </a:solidFill>
                <a:latin typeface="黑体" pitchFamily="49" charset="-122"/>
                <a:ea typeface="黑体" pitchFamily="49" charset="-122"/>
              </a:rPr>
              <a:t>2</a:t>
            </a:r>
            <a:r>
              <a:rPr lang="zh-CN" altLang="zh-CN" sz="2800" b="1">
                <a:solidFill>
                  <a:schemeClr val="tx1"/>
                </a:solidFill>
                <a:latin typeface="Times New Roman" pitchFamily="18" charset="0"/>
                <a:ea typeface="黑体" pitchFamily="49" charset="-122"/>
              </a:rPr>
              <a:t>) </a:t>
            </a:r>
            <a:r>
              <a:rPr lang="zh-CN" altLang="zh-CN" sz="2800" b="1">
                <a:solidFill>
                  <a:schemeClr val="tx1"/>
                </a:solidFill>
                <a:latin typeface="Arial" pitchFamily="34" charset="0"/>
              </a:rPr>
              <a:t>o</a:t>
            </a:r>
            <a:r>
              <a:rPr lang="zh-CN" altLang="zh-CN" sz="1600" b="1">
                <a:solidFill>
                  <a:schemeClr val="tx1"/>
                </a:solidFill>
                <a:latin typeface="Arial" pitchFamily="34" charset="0"/>
              </a:rPr>
              <a:t> </a:t>
            </a:r>
            <a:r>
              <a:rPr lang="zh-CN" altLang="en-US" sz="1600" b="1">
                <a:solidFill>
                  <a:schemeClr val="tx1"/>
                </a:solidFill>
                <a:latin typeface="Arial" pitchFamily="34" charset="0"/>
              </a:rPr>
              <a:t>、</a:t>
            </a:r>
            <a:r>
              <a:rPr lang="zh-CN" altLang="zh-CN" sz="2800" b="1">
                <a:solidFill>
                  <a:schemeClr val="tx1"/>
                </a:solidFill>
                <a:latin typeface="Arial" pitchFamily="34" charset="0"/>
              </a:rPr>
              <a:t>x</a:t>
            </a:r>
            <a:r>
              <a:rPr lang="zh-CN" altLang="en-US" sz="2800" b="1">
                <a:solidFill>
                  <a:schemeClr val="tx1"/>
                </a:solidFill>
                <a:latin typeface="Arial" pitchFamily="34" charset="0"/>
                <a:ea typeface="黑体" pitchFamily="49" charset="-122"/>
              </a:rPr>
              <a:t>和</a:t>
            </a:r>
            <a:r>
              <a:rPr lang="zh-CN" altLang="zh-CN" sz="2800" b="1">
                <a:solidFill>
                  <a:schemeClr val="tx1"/>
                </a:solidFill>
                <a:latin typeface="Arial" pitchFamily="34" charset="0"/>
                <a:ea typeface="黑体" pitchFamily="49" charset="-122"/>
              </a:rPr>
              <a:t>u</a:t>
            </a:r>
            <a:r>
              <a:rPr lang="zh-CN" altLang="en-US" sz="2800" b="1">
                <a:solidFill>
                  <a:schemeClr val="tx1"/>
                </a:solidFill>
                <a:latin typeface="Arial" pitchFamily="34" charset="0"/>
                <a:ea typeface="黑体" pitchFamily="49" charset="-122"/>
              </a:rPr>
              <a:t>格式符</a:t>
            </a:r>
          </a:p>
        </p:txBody>
      </p:sp>
      <p:sp>
        <p:nvSpPr>
          <p:cNvPr id="180229" name="Text Box 5"/>
          <p:cNvSpPr txBox="1">
            <a:spLocks noChangeArrowheads="1"/>
          </p:cNvSpPr>
          <p:nvPr/>
        </p:nvSpPr>
        <p:spPr bwMode="auto">
          <a:xfrm>
            <a:off x="6783388" y="0"/>
            <a:ext cx="3884612" cy="1384300"/>
          </a:xfrm>
          <a:prstGeom prst="rect">
            <a:avLst/>
          </a:prstGeom>
          <a:solidFill>
            <a:schemeClr val="bg1"/>
          </a:solidFill>
          <a:ln w="25400" cmpd="sng">
            <a:solidFill>
              <a:schemeClr val="folHlink"/>
            </a:solidFill>
            <a:miter lim="800000"/>
            <a:headEnd/>
            <a:tailEnd/>
          </a:ln>
          <a:effectLst>
            <a:outerShdw dist="56796" dir="1593903" algn="ctr" rotWithShape="0">
              <a:schemeClr val="bg2"/>
            </a:outerShdw>
          </a:effectLst>
        </p:spPr>
        <p:txBody>
          <a:bodyPr lIns="36000" tIns="0" rIns="0" bIns="0">
            <a:spAutoFit/>
          </a:bodyPr>
          <a:lstStyle/>
          <a:p>
            <a:pPr fontAlgn="base">
              <a:lnSpc>
                <a:spcPct val="105000"/>
              </a:lnSpc>
              <a:spcBef>
                <a:spcPct val="50000"/>
              </a:spcBef>
              <a:spcAft>
                <a:spcPct val="0"/>
              </a:spcAft>
            </a:pPr>
            <a:r>
              <a:rPr lang="zh-CN" altLang="en-US" sz="2000" b="1">
                <a:solidFill>
                  <a:srgbClr val="3333CC"/>
                </a:solidFill>
                <a:latin typeface="楷体_GB2312" pitchFamily="49" charset="-122"/>
                <a:ea typeface="楷体_GB2312" pitchFamily="49" charset="-122"/>
              </a:rPr>
              <a:t>输出结果</a:t>
            </a:r>
            <a:r>
              <a:rPr lang="zh-CN" altLang="zh-CN" sz="2000" b="1">
                <a:solidFill>
                  <a:srgbClr val="3333CC"/>
                </a:solidFill>
                <a:latin typeface="楷体_GB2312" pitchFamily="49" charset="-122"/>
                <a:ea typeface="楷体_GB2312" pitchFamily="49" charset="-122"/>
              </a:rPr>
              <a:t>:</a:t>
            </a:r>
          </a:p>
          <a:p>
            <a:pPr fontAlgn="base">
              <a:lnSpc>
                <a:spcPct val="105000"/>
              </a:lnSpc>
              <a:spcBef>
                <a:spcPct val="0"/>
              </a:spcBef>
              <a:spcAft>
                <a:spcPct val="0"/>
              </a:spcAft>
              <a:buClr>
                <a:srgbClr val="3333CC"/>
              </a:buClr>
              <a:buSzPct val="60000"/>
              <a:buFont typeface="Wingdings" pitchFamily="2" charset="2"/>
              <a:buNone/>
            </a:pPr>
            <a:endParaRPr lang="zh-CN" altLang="zh-CN" sz="2000" b="1">
              <a:solidFill>
                <a:srgbClr val="000000"/>
              </a:solidFill>
              <a:ea typeface="黑体" pitchFamily="49" charset="-122"/>
            </a:endParaRPr>
          </a:p>
          <a:p>
            <a:pPr fontAlgn="base">
              <a:lnSpc>
                <a:spcPct val="105000"/>
              </a:lnSpc>
              <a:spcBef>
                <a:spcPct val="5000"/>
              </a:spcBef>
              <a:spcAft>
                <a:spcPct val="0"/>
              </a:spcAft>
              <a:buClr>
                <a:srgbClr val="3333CC"/>
              </a:buClr>
              <a:buSzPct val="60000"/>
              <a:buFont typeface="Wingdings" pitchFamily="2" charset="2"/>
              <a:buNone/>
            </a:pPr>
            <a:r>
              <a:rPr lang="en-US" altLang="zh-CN" sz="2000" b="1">
                <a:solidFill>
                  <a:srgbClr val="000000"/>
                </a:solidFill>
                <a:ea typeface="黑体" pitchFamily="49" charset="-122"/>
              </a:rPr>
              <a:t>30</a:t>
            </a:r>
            <a:r>
              <a:rPr lang="zh-CN" altLang="zh-CN" sz="2000" b="1">
                <a:solidFill>
                  <a:srgbClr val="000000"/>
                </a:solidFill>
                <a:ea typeface="黑体" pitchFamily="49" charset="-122"/>
              </a:rPr>
              <a:t>,</a:t>
            </a:r>
            <a:r>
              <a:rPr lang="en-US" altLang="zh-CN" sz="2000" b="1">
                <a:solidFill>
                  <a:srgbClr val="000000"/>
                </a:solidFill>
                <a:ea typeface="黑体" pitchFamily="49" charset="-122"/>
              </a:rPr>
              <a:t>36,1e</a:t>
            </a:r>
            <a:endParaRPr lang="zh-CN" altLang="zh-CN" sz="2000" b="1">
              <a:solidFill>
                <a:srgbClr val="000000"/>
              </a:solidFill>
              <a:ea typeface="黑体" pitchFamily="49" charset="-122"/>
            </a:endParaRPr>
          </a:p>
          <a:p>
            <a:pPr eaLnBrk="0" fontAlgn="base" hangingPunct="0">
              <a:lnSpc>
                <a:spcPct val="105000"/>
              </a:lnSpc>
              <a:spcBef>
                <a:spcPct val="20000"/>
              </a:spcBef>
              <a:spcAft>
                <a:spcPct val="0"/>
              </a:spcAft>
            </a:pPr>
            <a:r>
              <a:rPr lang="en-US" altLang="zh-CN" sz="2000" b="1">
                <a:solidFill>
                  <a:srgbClr val="000000"/>
                </a:solidFill>
                <a:ea typeface="黑体" pitchFamily="49" charset="-122"/>
              </a:rPr>
              <a:t>30,036,0x1e</a:t>
            </a:r>
            <a:endParaRPr lang="zh-CN" altLang="zh-CN" sz="2000" b="1">
              <a:solidFill>
                <a:srgbClr val="000000"/>
              </a:solidFill>
              <a:ea typeface="黑体" pitchFamily="49" charset="-122"/>
            </a:endParaRPr>
          </a:p>
        </p:txBody>
      </p:sp>
      <p:sp>
        <p:nvSpPr>
          <p:cNvPr id="180230" name="AutoShape 6">
            <a:hlinkClick r:id="" action="ppaction://hlinkshowjump?jump=nextslide" highlightClick="1"/>
          </p:cNvPr>
          <p:cNvSpPr>
            <a:spLocks noChangeArrowheads="1"/>
          </p:cNvSpPr>
          <p:nvPr/>
        </p:nvSpPr>
        <p:spPr bwMode="auto">
          <a:xfrm>
            <a:off x="1662114" y="822326"/>
            <a:ext cx="395287" cy="288925"/>
          </a:xfrm>
          <a:prstGeom prst="actionButtonForwardNext">
            <a:avLst/>
          </a:prstGeom>
          <a:noFill/>
          <a:ln w="0" cmpd="sng">
            <a:solidFill>
              <a:schemeClr val="hlink"/>
            </a:solidFill>
            <a:miter lim="800000"/>
            <a:headEnd/>
            <a:tailEnd/>
          </a:ln>
          <a:effectLst/>
          <a:extLst>
            <a:ext uri="{909E8E84-426E-40DD-AFC4-6F175D3DCCD1}">
              <a14:hiddenFill xmlns:a14="http://schemas.microsoft.com/office/drawing/2010/main">
                <a:solidFill>
                  <a:srgbClr val="CC99FF">
                    <a:alpha val="50000"/>
                  </a:srgbClr>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pPr fontAlgn="base">
              <a:spcBef>
                <a:spcPct val="0"/>
              </a:spcBef>
              <a:spcAft>
                <a:spcPct val="0"/>
              </a:spcAft>
            </a:pPr>
            <a:endParaRPr lang="zh-CN" altLang="en-US" sz="2400">
              <a:solidFill>
                <a:srgbClr val="000000"/>
              </a:solidFill>
              <a:ea typeface="Dotum" pitchFamily="34" charset="-127"/>
            </a:endParaRPr>
          </a:p>
        </p:txBody>
      </p:sp>
    </p:spTree>
    <p:extLst>
      <p:ext uri="{BB962C8B-B14F-4D97-AF65-F5344CB8AC3E}">
        <p14:creationId xmlns:p14="http://schemas.microsoft.com/office/powerpoint/2010/main" val="34549591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0229">
                                            <p:bg/>
                                          </p:spTgt>
                                        </p:tgtEl>
                                        <p:attrNameLst>
                                          <p:attrName>style.visibility</p:attrName>
                                        </p:attrNameLst>
                                      </p:cBhvr>
                                      <p:to>
                                        <p:strVal val="visible"/>
                                      </p:to>
                                    </p:set>
                                    <p:animEffect transition="in" filter="dissolve">
                                      <p:cBhvr>
                                        <p:cTn id="7" dur="500"/>
                                        <p:tgtEl>
                                          <p:spTgt spid="180229">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80229">
                                            <p:txEl>
                                              <p:pRg st="0" end="0"/>
                                            </p:txEl>
                                          </p:spTgt>
                                        </p:tgtEl>
                                        <p:attrNameLst>
                                          <p:attrName>style.visibility</p:attrName>
                                        </p:attrNameLst>
                                      </p:cBhvr>
                                      <p:to>
                                        <p:strVal val="visible"/>
                                      </p:to>
                                    </p:set>
                                    <p:animEffect transition="in" filter="dissolve">
                                      <p:cBhvr>
                                        <p:cTn id="12" dur="500"/>
                                        <p:tgtEl>
                                          <p:spTgt spid="180229">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80229">
                                            <p:txEl>
                                              <p:pRg st="2" end="2"/>
                                            </p:txEl>
                                          </p:spTgt>
                                        </p:tgtEl>
                                        <p:attrNameLst>
                                          <p:attrName>style.visibility</p:attrName>
                                        </p:attrNameLst>
                                      </p:cBhvr>
                                      <p:to>
                                        <p:strVal val="visible"/>
                                      </p:to>
                                    </p:set>
                                    <p:animEffect transition="in" filter="dissolve">
                                      <p:cBhvr>
                                        <p:cTn id="17" dur="500"/>
                                        <p:tgtEl>
                                          <p:spTgt spid="18022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80229">
                                            <p:txEl>
                                              <p:pRg st="3" end="3"/>
                                            </p:txEl>
                                          </p:spTgt>
                                        </p:tgtEl>
                                        <p:attrNameLst>
                                          <p:attrName>style.visibility</p:attrName>
                                        </p:attrNameLst>
                                      </p:cBhvr>
                                      <p:to>
                                        <p:strVal val="visible"/>
                                      </p:to>
                                    </p:set>
                                    <p:animEffect transition="in" filter="dissolve">
                                      <p:cBhvr>
                                        <p:cTn id="22" dur="500"/>
                                        <p:tgtEl>
                                          <p:spTgt spid="18022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229" grpId="0" build="p" animBg="1"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p:cNvSpPr>
            <a:spLocks noGrp="1" noChangeArrowheads="1"/>
          </p:cNvSpPr>
          <p:nvPr>
            <p:ph type="body" idx="1"/>
          </p:nvPr>
        </p:nvSpPr>
        <p:spPr>
          <a:xfrm>
            <a:off x="2122488" y="1441451"/>
            <a:ext cx="8798048" cy="4321175"/>
          </a:xfrm>
        </p:spPr>
        <p:txBody>
          <a:bodyPr/>
          <a:lstStyle/>
          <a:p>
            <a:pPr marL="196850" indent="-196850">
              <a:lnSpc>
                <a:spcPct val="105000"/>
              </a:lnSpc>
              <a:spcBef>
                <a:spcPct val="40000"/>
              </a:spcBef>
              <a:buClr>
                <a:srgbClr val="008000"/>
              </a:buClr>
              <a:buSzPct val="50000"/>
              <a:buFont typeface="Wingdings" pitchFamily="2" charset="2"/>
              <a:buChar char="l"/>
            </a:pPr>
            <a:r>
              <a:rPr lang="zh-CN" altLang="en-US" sz="2400" b="1" dirty="0">
                <a:latin typeface="黑体" pitchFamily="49" charset="-122"/>
                <a:ea typeface="黑体" pitchFamily="49" charset="-122"/>
              </a:rPr>
              <a:t>作用</a:t>
            </a:r>
            <a:r>
              <a:rPr lang="zh-CN" altLang="zh-CN" sz="2400" b="1" dirty="0">
                <a:latin typeface="Times New Roman" pitchFamily="18" charset="0"/>
                <a:ea typeface="黑体" pitchFamily="49" charset="-122"/>
              </a:rPr>
              <a:t>: </a:t>
            </a:r>
            <a:r>
              <a:rPr lang="zh-CN" altLang="en-US" sz="2400" b="1" dirty="0">
                <a:latin typeface="Times New Roman" pitchFamily="18" charset="0"/>
                <a:ea typeface="黑体" pitchFamily="49" charset="-122"/>
              </a:rPr>
              <a:t>输出一个</a:t>
            </a:r>
            <a:r>
              <a:rPr lang="zh-CN" altLang="en-US" sz="2400" b="1" dirty="0">
                <a:solidFill>
                  <a:srgbClr val="0000B4"/>
                </a:solidFill>
                <a:latin typeface="Times New Roman" pitchFamily="18" charset="0"/>
                <a:ea typeface="黑体" pitchFamily="49" charset="-122"/>
              </a:rPr>
              <a:t>无符号</a:t>
            </a:r>
            <a:r>
              <a:rPr lang="zh-CN" altLang="en-US" sz="2400" b="1" dirty="0">
                <a:latin typeface="Times New Roman" pitchFamily="18" charset="0"/>
                <a:ea typeface="黑体" pitchFamily="49" charset="-122"/>
              </a:rPr>
              <a:t>的八进制</a:t>
            </a:r>
            <a:r>
              <a:rPr lang="zh-CN" altLang="en-US" sz="1800" b="1" dirty="0">
                <a:latin typeface="Times New Roman" pitchFamily="18" charset="0"/>
                <a:ea typeface="黑体" pitchFamily="49" charset="-122"/>
              </a:rPr>
              <a:t>、</a:t>
            </a:r>
            <a:r>
              <a:rPr lang="zh-CN" altLang="en-US" sz="2400" b="1" dirty="0">
                <a:latin typeface="黑体" pitchFamily="49" charset="-122"/>
                <a:ea typeface="黑体" pitchFamily="49" charset="-122"/>
              </a:rPr>
              <a:t>十六进制</a:t>
            </a:r>
            <a:r>
              <a:rPr lang="zh-CN" altLang="en-US" sz="2400" b="1" dirty="0">
                <a:ea typeface="黑体" pitchFamily="49" charset="-122"/>
              </a:rPr>
              <a:t>或</a:t>
            </a:r>
            <a:r>
              <a:rPr lang="zh-CN" altLang="en-US" sz="2400" b="1" dirty="0">
                <a:latin typeface="黑体" pitchFamily="49" charset="-122"/>
                <a:ea typeface="黑体" pitchFamily="49" charset="-122"/>
              </a:rPr>
              <a:t>十进制无符号</a:t>
            </a:r>
            <a:r>
              <a:rPr lang="zh-CN" altLang="en-US" sz="2400" b="1" dirty="0">
                <a:latin typeface="Times New Roman" pitchFamily="18" charset="0"/>
                <a:ea typeface="黑体" pitchFamily="49" charset="-122"/>
              </a:rPr>
              <a:t>整数。</a:t>
            </a:r>
          </a:p>
          <a:p>
            <a:pPr marL="196850" indent="-196850">
              <a:spcBef>
                <a:spcPct val="40000"/>
              </a:spcBef>
              <a:buClr>
                <a:srgbClr val="008000"/>
              </a:buClr>
              <a:buSzPct val="50000"/>
              <a:buFont typeface="Wingdings" pitchFamily="2" charset="2"/>
              <a:buChar char="l"/>
            </a:pPr>
            <a:r>
              <a:rPr lang="zh-CN" altLang="en-US" sz="2400" b="1" dirty="0">
                <a:latin typeface="黑体" pitchFamily="49" charset="-122"/>
                <a:ea typeface="黑体" pitchFamily="49" charset="-122"/>
              </a:rPr>
              <a:t>例</a:t>
            </a:r>
            <a:r>
              <a:rPr lang="zh-CN" altLang="zh-CN" sz="2400" b="1" dirty="0">
                <a:latin typeface="Times New Roman" pitchFamily="18" charset="0"/>
                <a:ea typeface="黑体" pitchFamily="49" charset="-122"/>
              </a:rPr>
              <a:t>:</a:t>
            </a:r>
          </a:p>
          <a:p>
            <a:pPr marL="196850" indent="-196850">
              <a:spcBef>
                <a:spcPct val="0"/>
              </a:spcBef>
              <a:buNone/>
            </a:pPr>
            <a:r>
              <a:rPr lang="zh-CN" altLang="zh-CN" sz="2400" b="1" dirty="0">
                <a:ea typeface="黑体" pitchFamily="49" charset="-122"/>
              </a:rPr>
              <a:t>     </a:t>
            </a:r>
            <a:r>
              <a:rPr lang="zh-CN" altLang="zh-CN" sz="2400" b="1" dirty="0">
                <a:latin typeface="Arial" pitchFamily="34" charset="0"/>
                <a:ea typeface="黑体" pitchFamily="49" charset="-122"/>
              </a:rPr>
              <a:t>long</a:t>
            </a:r>
            <a:r>
              <a:rPr lang="zh-CN" altLang="zh-CN" sz="2400" b="1" dirty="0">
                <a:ea typeface="黑体" pitchFamily="49" charset="-122"/>
              </a:rPr>
              <a:t>  </a:t>
            </a:r>
            <a:r>
              <a:rPr lang="zh-CN" altLang="zh-CN" sz="2400" b="1" dirty="0">
                <a:latin typeface="Arial" pitchFamily="34" charset="0"/>
                <a:ea typeface="黑体" pitchFamily="49" charset="-122"/>
              </a:rPr>
              <a:t>a</a:t>
            </a:r>
            <a:r>
              <a:rPr lang="zh-CN" altLang="zh-CN" sz="2400" b="1" dirty="0">
                <a:ea typeface="黑体" pitchFamily="49" charset="-122"/>
              </a:rPr>
              <a:t>=</a:t>
            </a:r>
            <a:r>
              <a:rPr lang="zh-CN" altLang="zh-CN" sz="2400" b="1" dirty="0">
                <a:latin typeface="Arial" pitchFamily="34" charset="0"/>
                <a:ea typeface="黑体" pitchFamily="49" charset="-122"/>
              </a:rPr>
              <a:t>10</a:t>
            </a:r>
            <a:r>
              <a:rPr lang="zh-CN" altLang="zh-CN" sz="2400" b="1" dirty="0">
                <a:latin typeface="Times New Roman" pitchFamily="18" charset="0"/>
                <a:ea typeface="黑体" pitchFamily="49" charset="-122"/>
              </a:rPr>
              <a:t>;    </a:t>
            </a:r>
            <a:r>
              <a:rPr lang="zh-CN" altLang="zh-CN" sz="2400" b="1" dirty="0">
                <a:latin typeface="Arial" pitchFamily="34" charset="0"/>
                <a:ea typeface="黑体" pitchFamily="49" charset="-122"/>
              </a:rPr>
              <a:t>short  b=-1</a:t>
            </a:r>
            <a:r>
              <a:rPr lang="zh-CN" altLang="zh-CN" sz="2400" b="1" dirty="0">
                <a:latin typeface="Times New Roman" pitchFamily="18" charset="0"/>
                <a:ea typeface="黑体" pitchFamily="49" charset="-122"/>
              </a:rPr>
              <a:t>;</a:t>
            </a:r>
          </a:p>
          <a:p>
            <a:pPr marL="196850" indent="-196850">
              <a:lnSpc>
                <a:spcPct val="110000"/>
              </a:lnSpc>
              <a:spcBef>
                <a:spcPct val="25000"/>
              </a:spcBef>
              <a:buNone/>
            </a:pPr>
            <a:r>
              <a:rPr lang="zh-CN" altLang="zh-CN" sz="2400" b="1" dirty="0">
                <a:latin typeface="Times New Roman" pitchFamily="18" charset="0"/>
                <a:ea typeface="黑体" pitchFamily="49" charset="-122"/>
              </a:rPr>
              <a:t>     </a:t>
            </a:r>
            <a:r>
              <a:rPr lang="zh-CN" altLang="zh-CN" sz="2400" b="1" dirty="0">
                <a:solidFill>
                  <a:srgbClr val="000099"/>
                </a:solidFill>
                <a:latin typeface="Arial" pitchFamily="34" charset="0"/>
                <a:ea typeface="文鼎书宋简" charset="-122"/>
              </a:rPr>
              <a:t>unsigned</a:t>
            </a:r>
            <a:r>
              <a:rPr lang="zh-CN" altLang="zh-CN" sz="2400" b="1" dirty="0">
                <a:ea typeface="文鼎书宋简" charset="-122"/>
              </a:rPr>
              <a:t>  </a:t>
            </a:r>
            <a:r>
              <a:rPr lang="zh-CN" altLang="zh-CN" sz="2400" b="1" dirty="0">
                <a:latin typeface="Arial" pitchFamily="34" charset="0"/>
                <a:ea typeface="黑体" pitchFamily="49" charset="-122"/>
              </a:rPr>
              <a:t>int</a:t>
            </a:r>
            <a:r>
              <a:rPr lang="zh-CN" altLang="zh-CN" sz="2400" b="1" dirty="0">
                <a:ea typeface="文鼎书宋简" charset="-122"/>
              </a:rPr>
              <a:t>  </a:t>
            </a:r>
            <a:r>
              <a:rPr lang="zh-CN" altLang="zh-CN" sz="2400" b="1" dirty="0">
                <a:latin typeface="Arial" pitchFamily="34" charset="0"/>
                <a:ea typeface="黑体" pitchFamily="49" charset="-122"/>
              </a:rPr>
              <a:t>c</a:t>
            </a:r>
            <a:r>
              <a:rPr lang="zh-CN" altLang="zh-CN" sz="2400" b="1" dirty="0">
                <a:ea typeface="文鼎书宋简" charset="-122"/>
              </a:rPr>
              <a:t>=</a:t>
            </a:r>
            <a:r>
              <a:rPr lang="zh-CN" altLang="zh-CN" sz="2400" b="1" dirty="0">
                <a:latin typeface="Arial" pitchFamily="34" charset="0"/>
                <a:ea typeface="黑体" pitchFamily="49" charset="-122"/>
              </a:rPr>
              <a:t>65535</a:t>
            </a:r>
            <a:r>
              <a:rPr lang="zh-CN" altLang="zh-CN" sz="2400" b="1" dirty="0">
                <a:latin typeface="Times New Roman" pitchFamily="18" charset="0"/>
                <a:ea typeface="文鼎书宋简" charset="-122"/>
              </a:rPr>
              <a:t>;</a:t>
            </a:r>
            <a:endParaRPr lang="zh-CN" altLang="zh-CN" sz="2400" b="1" dirty="0">
              <a:latin typeface="Times New Roman" pitchFamily="18" charset="0"/>
              <a:ea typeface="黑体" pitchFamily="49" charset="-122"/>
            </a:endParaRPr>
          </a:p>
          <a:p>
            <a:pPr marL="196850" indent="-196850">
              <a:lnSpc>
                <a:spcPct val="110000"/>
              </a:lnSpc>
              <a:spcBef>
                <a:spcPct val="40000"/>
              </a:spcBef>
              <a:buNone/>
            </a:pPr>
            <a:r>
              <a:rPr lang="zh-CN" altLang="zh-CN" sz="2400" b="1" dirty="0">
                <a:ea typeface="黑体" pitchFamily="49" charset="-122"/>
              </a:rPr>
              <a:t>     </a:t>
            </a:r>
            <a:r>
              <a:rPr lang="zh-CN" altLang="zh-CN" sz="2400" b="1" dirty="0">
                <a:latin typeface="Arial" pitchFamily="34" charset="0"/>
                <a:ea typeface="黑体" pitchFamily="49" charset="-122"/>
              </a:rPr>
              <a:t>printf</a:t>
            </a:r>
            <a:r>
              <a:rPr lang="zh-CN" altLang="zh-CN" sz="2400" b="1" dirty="0">
                <a:latin typeface="Times New Roman" pitchFamily="18" charset="0"/>
              </a:rPr>
              <a:t>(</a:t>
            </a:r>
            <a:r>
              <a:rPr lang="zh-CN" altLang="zh-CN" sz="2400" b="1" dirty="0">
                <a:latin typeface="Times New Roman"/>
              </a:rPr>
              <a:t>“</a:t>
            </a:r>
            <a:r>
              <a:rPr lang="zh-CN" altLang="zh-CN" sz="2400" b="1" dirty="0"/>
              <a:t>%</a:t>
            </a:r>
            <a:r>
              <a:rPr lang="zh-CN" altLang="zh-CN" sz="2400" b="1" dirty="0">
                <a:solidFill>
                  <a:srgbClr val="000099"/>
                </a:solidFill>
              </a:rPr>
              <a:t>5</a:t>
            </a:r>
            <a:r>
              <a:rPr lang="zh-CN" altLang="zh-CN" sz="2400" b="1" dirty="0">
                <a:latin typeface="Arial" pitchFamily="34" charset="0"/>
                <a:ea typeface="黑体" pitchFamily="49" charset="-122"/>
              </a:rPr>
              <a:t>d</a:t>
            </a:r>
            <a:r>
              <a:rPr lang="zh-CN" altLang="zh-CN" sz="2400" b="1" dirty="0">
                <a:latin typeface="Times New Roman" pitchFamily="18" charset="0"/>
              </a:rPr>
              <a:t>,</a:t>
            </a:r>
            <a:r>
              <a:rPr lang="zh-CN" altLang="zh-CN" sz="2400" b="1" dirty="0"/>
              <a:t>%</a:t>
            </a:r>
            <a:r>
              <a:rPr lang="zh-CN" altLang="zh-CN" sz="2400" b="1" dirty="0">
                <a:latin typeface="Arial" pitchFamily="34" charset="0"/>
                <a:ea typeface="黑体" pitchFamily="49" charset="-122"/>
              </a:rPr>
              <a:t>o</a:t>
            </a:r>
            <a:r>
              <a:rPr lang="zh-CN" altLang="zh-CN" sz="2400" b="1" dirty="0">
                <a:latin typeface="Times New Roman" pitchFamily="18" charset="0"/>
              </a:rPr>
              <a:t>,</a:t>
            </a:r>
            <a:r>
              <a:rPr lang="zh-CN" altLang="zh-CN" sz="2400" b="1" dirty="0"/>
              <a:t>%</a:t>
            </a:r>
            <a:r>
              <a:rPr lang="zh-CN" altLang="zh-CN" sz="2400" b="1" dirty="0">
                <a:latin typeface="Arial" pitchFamily="34" charset="0"/>
                <a:ea typeface="黑体" pitchFamily="49" charset="-122"/>
              </a:rPr>
              <a:t>x</a:t>
            </a:r>
            <a:r>
              <a:rPr lang="zh-CN" altLang="zh-CN" sz="2400" dirty="0"/>
              <a:t>\</a:t>
            </a:r>
            <a:r>
              <a:rPr lang="zh-CN" altLang="zh-CN" sz="2400" b="1" dirty="0">
                <a:latin typeface="Arial" pitchFamily="34" charset="0"/>
                <a:ea typeface="黑体" pitchFamily="49" charset="-122"/>
              </a:rPr>
              <a:t>n</a:t>
            </a:r>
            <a:r>
              <a:rPr lang="zh-CN" altLang="zh-CN" sz="2400" b="1" dirty="0">
                <a:latin typeface="Times New Roman"/>
              </a:rPr>
              <a:t>”</a:t>
            </a:r>
            <a:r>
              <a:rPr lang="zh-CN" altLang="zh-CN" sz="2400" b="1" dirty="0"/>
              <a:t> </a:t>
            </a:r>
            <a:r>
              <a:rPr lang="zh-CN" altLang="zh-CN" sz="2400" b="1" dirty="0">
                <a:latin typeface="Times New Roman" pitchFamily="18" charset="0"/>
              </a:rPr>
              <a:t>,</a:t>
            </a:r>
            <a:r>
              <a:rPr lang="zh-CN" altLang="zh-CN" sz="2400" b="1" dirty="0"/>
              <a:t> </a:t>
            </a:r>
            <a:r>
              <a:rPr lang="zh-CN" altLang="zh-CN" sz="2400" b="1" dirty="0">
                <a:latin typeface="Arial" pitchFamily="34" charset="0"/>
                <a:ea typeface="黑体" pitchFamily="49" charset="-122"/>
              </a:rPr>
              <a:t>a</a:t>
            </a:r>
            <a:r>
              <a:rPr lang="zh-CN" altLang="zh-CN" sz="2400" b="1" dirty="0">
                <a:latin typeface="Times New Roman" pitchFamily="18" charset="0"/>
              </a:rPr>
              <a:t>,</a:t>
            </a:r>
            <a:r>
              <a:rPr lang="zh-CN" altLang="zh-CN" sz="2400" b="1" dirty="0"/>
              <a:t> </a:t>
            </a:r>
            <a:r>
              <a:rPr lang="zh-CN" altLang="zh-CN" sz="2400" b="1" dirty="0">
                <a:latin typeface="Arial" pitchFamily="34" charset="0"/>
                <a:ea typeface="黑体" pitchFamily="49" charset="-122"/>
              </a:rPr>
              <a:t>a</a:t>
            </a:r>
            <a:r>
              <a:rPr lang="zh-CN" altLang="zh-CN" sz="2400" b="1" dirty="0">
                <a:latin typeface="Times New Roman" pitchFamily="18" charset="0"/>
              </a:rPr>
              <a:t>,</a:t>
            </a:r>
            <a:r>
              <a:rPr lang="zh-CN" altLang="zh-CN" sz="2400" b="1" dirty="0"/>
              <a:t> </a:t>
            </a:r>
            <a:r>
              <a:rPr lang="zh-CN" altLang="zh-CN" sz="2400" b="1" dirty="0">
                <a:latin typeface="Arial" pitchFamily="34" charset="0"/>
                <a:ea typeface="黑体" pitchFamily="49" charset="-122"/>
              </a:rPr>
              <a:t>a</a:t>
            </a:r>
            <a:r>
              <a:rPr lang="zh-CN" altLang="zh-CN" sz="2400" b="1" dirty="0">
                <a:latin typeface="Times New Roman" pitchFamily="18" charset="0"/>
              </a:rPr>
              <a:t>);</a:t>
            </a:r>
            <a:endParaRPr lang="zh-CN" altLang="zh-CN" sz="2400" b="1" dirty="0">
              <a:latin typeface="Times New Roman" pitchFamily="18" charset="0"/>
              <a:ea typeface="黑体" pitchFamily="49" charset="-122"/>
            </a:endParaRPr>
          </a:p>
          <a:p>
            <a:pPr marL="196850" indent="-196850">
              <a:lnSpc>
                <a:spcPct val="120000"/>
              </a:lnSpc>
              <a:spcBef>
                <a:spcPct val="40000"/>
              </a:spcBef>
              <a:buNone/>
            </a:pPr>
            <a:r>
              <a:rPr lang="zh-CN" altLang="zh-CN" sz="2400" b="1" dirty="0"/>
              <a:t>     </a:t>
            </a:r>
            <a:r>
              <a:rPr lang="zh-CN" altLang="zh-CN" sz="2400" b="1" dirty="0">
                <a:latin typeface="Arial" pitchFamily="34" charset="0"/>
                <a:ea typeface="黑体" pitchFamily="49" charset="-122"/>
              </a:rPr>
              <a:t>printf</a:t>
            </a:r>
            <a:r>
              <a:rPr lang="zh-CN" altLang="zh-CN" sz="2400" b="1" dirty="0">
                <a:latin typeface="Times New Roman" pitchFamily="18" charset="0"/>
              </a:rPr>
              <a:t>(</a:t>
            </a:r>
            <a:r>
              <a:rPr lang="zh-CN" altLang="zh-CN" sz="2400" b="1" dirty="0">
                <a:latin typeface="Times New Roman"/>
              </a:rPr>
              <a:t>“</a:t>
            </a:r>
            <a:r>
              <a:rPr lang="zh-CN" altLang="zh-CN" sz="2400" b="1" dirty="0"/>
              <a:t>%</a:t>
            </a:r>
            <a:r>
              <a:rPr lang="zh-CN" altLang="zh-CN" sz="2400" b="1" dirty="0">
                <a:solidFill>
                  <a:srgbClr val="000099"/>
                </a:solidFill>
              </a:rPr>
              <a:t>h</a:t>
            </a:r>
            <a:r>
              <a:rPr lang="zh-CN" altLang="zh-CN" sz="2400" b="1" dirty="0">
                <a:latin typeface="Arial" pitchFamily="34" charset="0"/>
                <a:ea typeface="黑体" pitchFamily="49" charset="-122"/>
              </a:rPr>
              <a:t>d</a:t>
            </a:r>
            <a:r>
              <a:rPr lang="zh-CN" altLang="zh-CN" sz="2400" b="1" dirty="0">
                <a:latin typeface="Times New Roman" pitchFamily="18" charset="0"/>
              </a:rPr>
              <a:t>,</a:t>
            </a:r>
            <a:r>
              <a:rPr lang="zh-CN" altLang="zh-CN" sz="2400" b="1" dirty="0"/>
              <a:t>%#</a:t>
            </a:r>
            <a:r>
              <a:rPr lang="zh-CN" altLang="zh-CN" sz="2400" b="1" dirty="0">
                <a:solidFill>
                  <a:srgbClr val="000099"/>
                </a:solidFill>
              </a:rPr>
              <a:t>h</a:t>
            </a:r>
            <a:r>
              <a:rPr lang="zh-CN" altLang="zh-CN" sz="2400" b="1" dirty="0">
                <a:solidFill>
                  <a:srgbClr val="0000B4"/>
                </a:solidFill>
              </a:rPr>
              <a:t>o</a:t>
            </a:r>
            <a:r>
              <a:rPr lang="zh-CN" altLang="zh-CN" sz="2400" b="1" dirty="0">
                <a:latin typeface="Times New Roman" pitchFamily="18" charset="0"/>
              </a:rPr>
              <a:t>,</a:t>
            </a:r>
            <a:r>
              <a:rPr lang="zh-CN" altLang="zh-CN" sz="2400" b="1" dirty="0"/>
              <a:t>%#</a:t>
            </a:r>
            <a:r>
              <a:rPr lang="zh-CN" altLang="zh-CN" sz="2400" b="1" dirty="0">
                <a:solidFill>
                  <a:srgbClr val="000099"/>
                </a:solidFill>
              </a:rPr>
              <a:t>h</a:t>
            </a:r>
            <a:r>
              <a:rPr lang="zh-CN" altLang="zh-CN" sz="2400" b="1" dirty="0">
                <a:solidFill>
                  <a:srgbClr val="0000B4"/>
                </a:solidFill>
              </a:rPr>
              <a:t>x</a:t>
            </a:r>
            <a:r>
              <a:rPr lang="zh-CN" altLang="zh-CN" sz="2400" b="1" dirty="0">
                <a:latin typeface="Times New Roman" pitchFamily="18" charset="0"/>
              </a:rPr>
              <a:t>,</a:t>
            </a:r>
            <a:r>
              <a:rPr lang="zh-CN" altLang="zh-CN" sz="2400" b="1" dirty="0"/>
              <a:t>%</a:t>
            </a:r>
            <a:r>
              <a:rPr lang="zh-CN" altLang="zh-CN" sz="2400" b="1" dirty="0">
                <a:solidFill>
                  <a:srgbClr val="000099"/>
                </a:solidFill>
              </a:rPr>
              <a:t>h</a:t>
            </a:r>
            <a:r>
              <a:rPr lang="zh-CN" altLang="zh-CN" sz="2400" b="1" dirty="0">
                <a:solidFill>
                  <a:srgbClr val="0000B4"/>
                </a:solidFill>
              </a:rPr>
              <a:t>X</a:t>
            </a:r>
            <a:r>
              <a:rPr lang="zh-CN" altLang="zh-CN" sz="2400" b="1" dirty="0">
                <a:latin typeface="Times New Roman" pitchFamily="18" charset="0"/>
              </a:rPr>
              <a:t>,</a:t>
            </a:r>
            <a:r>
              <a:rPr lang="zh-CN" altLang="zh-CN" sz="2400" b="1" dirty="0"/>
              <a:t>%</a:t>
            </a:r>
            <a:r>
              <a:rPr lang="zh-CN" altLang="zh-CN" sz="2400" b="1" dirty="0">
                <a:solidFill>
                  <a:srgbClr val="000099"/>
                </a:solidFill>
              </a:rPr>
              <a:t>hu</a:t>
            </a:r>
            <a:r>
              <a:rPr lang="zh-CN" altLang="zh-CN" sz="2400" dirty="0"/>
              <a:t>\</a:t>
            </a:r>
            <a:r>
              <a:rPr lang="zh-CN" altLang="zh-CN" sz="2400" b="1" dirty="0">
                <a:latin typeface="Arial" pitchFamily="34" charset="0"/>
                <a:ea typeface="黑体" pitchFamily="49" charset="-122"/>
              </a:rPr>
              <a:t>n</a:t>
            </a:r>
            <a:r>
              <a:rPr lang="zh-CN" altLang="zh-CN" sz="2400" b="1" dirty="0">
                <a:latin typeface="Times New Roman"/>
              </a:rPr>
              <a:t>”</a:t>
            </a:r>
            <a:r>
              <a:rPr lang="zh-CN" altLang="zh-CN" sz="2400" b="1" dirty="0">
                <a:latin typeface="Times New Roman" pitchFamily="18" charset="0"/>
              </a:rPr>
              <a:t>,</a:t>
            </a:r>
            <a:r>
              <a:rPr lang="zh-CN" altLang="zh-CN" sz="2400" b="1" dirty="0"/>
              <a:t>b</a:t>
            </a:r>
            <a:r>
              <a:rPr lang="zh-CN" altLang="zh-CN" sz="2400" b="1" dirty="0">
                <a:latin typeface="Times New Roman" pitchFamily="18" charset="0"/>
              </a:rPr>
              <a:t>, </a:t>
            </a:r>
            <a:r>
              <a:rPr lang="zh-CN" altLang="zh-CN" sz="2400" b="1" dirty="0">
                <a:latin typeface="Arial" pitchFamily="34" charset="0"/>
                <a:ea typeface="黑体" pitchFamily="49" charset="-122"/>
              </a:rPr>
              <a:t>b</a:t>
            </a:r>
            <a:r>
              <a:rPr lang="zh-CN" altLang="zh-CN" sz="2400" b="1" dirty="0">
                <a:latin typeface="Times New Roman" pitchFamily="18" charset="0"/>
              </a:rPr>
              <a:t>, </a:t>
            </a:r>
            <a:r>
              <a:rPr lang="zh-CN" altLang="zh-CN" sz="2400" b="1" dirty="0">
                <a:latin typeface="Arial" pitchFamily="34" charset="0"/>
                <a:ea typeface="黑体" pitchFamily="49" charset="-122"/>
              </a:rPr>
              <a:t>b</a:t>
            </a:r>
            <a:r>
              <a:rPr lang="zh-CN" altLang="zh-CN" sz="2400" b="1" dirty="0">
                <a:latin typeface="Times New Roman" pitchFamily="18" charset="0"/>
              </a:rPr>
              <a:t>, </a:t>
            </a:r>
            <a:r>
              <a:rPr lang="zh-CN" altLang="zh-CN" sz="2400" b="1" dirty="0">
                <a:latin typeface="Arial" pitchFamily="34" charset="0"/>
                <a:ea typeface="黑体" pitchFamily="49" charset="-122"/>
              </a:rPr>
              <a:t>b</a:t>
            </a:r>
            <a:r>
              <a:rPr lang="zh-CN" altLang="zh-CN" sz="2400" b="1" dirty="0">
                <a:latin typeface="Times New Roman" pitchFamily="18" charset="0"/>
              </a:rPr>
              <a:t>, </a:t>
            </a:r>
            <a:r>
              <a:rPr lang="zh-CN" altLang="zh-CN" sz="2400" b="1" dirty="0">
                <a:latin typeface="Arial" pitchFamily="34" charset="0"/>
                <a:ea typeface="黑体" pitchFamily="49" charset="-122"/>
              </a:rPr>
              <a:t>b</a:t>
            </a:r>
            <a:r>
              <a:rPr lang="zh-CN" altLang="zh-CN" sz="2400" b="1" dirty="0">
                <a:latin typeface="Times New Roman" pitchFamily="18" charset="0"/>
              </a:rPr>
              <a:t>);</a:t>
            </a:r>
          </a:p>
          <a:p>
            <a:pPr marL="196850" indent="-196850">
              <a:lnSpc>
                <a:spcPct val="120000"/>
              </a:lnSpc>
              <a:buNone/>
            </a:pPr>
            <a:r>
              <a:rPr lang="zh-CN" altLang="zh-CN" sz="2800" b="1" dirty="0">
                <a:solidFill>
                  <a:schemeClr val="folHlink"/>
                </a:solidFill>
                <a:latin typeface="黑体" pitchFamily="49" charset="-122"/>
                <a:ea typeface="黑体" pitchFamily="49" charset="-122"/>
              </a:rPr>
              <a:t> </a:t>
            </a:r>
            <a:r>
              <a:rPr lang="zh-CN" altLang="zh-CN" sz="2000" b="1" dirty="0">
                <a:solidFill>
                  <a:schemeClr val="folHlink"/>
                </a:solidFill>
                <a:latin typeface="黑体" pitchFamily="49" charset="-122"/>
                <a:ea typeface="黑体" pitchFamily="49" charset="-122"/>
              </a:rPr>
              <a:t>  </a:t>
            </a:r>
            <a:r>
              <a:rPr lang="zh-CN" altLang="zh-CN" sz="2400" b="1" dirty="0">
                <a:latin typeface="Arial" pitchFamily="34" charset="0"/>
                <a:ea typeface="黑体" pitchFamily="49" charset="-122"/>
              </a:rPr>
              <a:t>printf</a:t>
            </a:r>
            <a:r>
              <a:rPr lang="zh-CN" altLang="zh-CN" sz="2400" b="1" dirty="0">
                <a:latin typeface="Times New Roman" pitchFamily="18" charset="0"/>
              </a:rPr>
              <a:t>(</a:t>
            </a:r>
            <a:r>
              <a:rPr lang="zh-CN" altLang="zh-CN" sz="2400" b="1" dirty="0">
                <a:latin typeface="Times New Roman"/>
              </a:rPr>
              <a:t>“</a:t>
            </a:r>
            <a:r>
              <a:rPr lang="zh-CN" altLang="zh-CN" sz="2400" b="1" dirty="0"/>
              <a:t>%</a:t>
            </a:r>
            <a:r>
              <a:rPr lang="zh-CN" altLang="zh-CN" sz="2400" b="1" dirty="0">
                <a:latin typeface="Arial" pitchFamily="34" charset="0"/>
                <a:ea typeface="黑体" pitchFamily="49" charset="-122"/>
              </a:rPr>
              <a:t>d</a:t>
            </a:r>
            <a:r>
              <a:rPr lang="zh-CN" altLang="zh-CN" sz="2400" b="1" dirty="0">
                <a:latin typeface="Times New Roman" pitchFamily="18" charset="0"/>
              </a:rPr>
              <a:t>, </a:t>
            </a:r>
            <a:r>
              <a:rPr lang="zh-CN" altLang="zh-CN" sz="2400" b="1" dirty="0"/>
              <a:t>%</a:t>
            </a:r>
            <a:r>
              <a:rPr lang="zh-CN" altLang="zh-CN" sz="2400" b="1" dirty="0">
                <a:latin typeface="Arial" pitchFamily="34" charset="0"/>
                <a:ea typeface="黑体" pitchFamily="49" charset="-122"/>
              </a:rPr>
              <a:t>o</a:t>
            </a:r>
            <a:r>
              <a:rPr lang="zh-CN" altLang="zh-CN" sz="2400" b="1" dirty="0">
                <a:latin typeface="Times New Roman" pitchFamily="18" charset="0"/>
              </a:rPr>
              <a:t>, </a:t>
            </a:r>
            <a:r>
              <a:rPr lang="zh-CN" altLang="zh-CN" sz="2400" b="1" dirty="0"/>
              <a:t>%</a:t>
            </a:r>
            <a:r>
              <a:rPr lang="zh-CN" altLang="zh-CN" sz="2400" b="1" dirty="0">
                <a:latin typeface="Arial" pitchFamily="34" charset="0"/>
                <a:ea typeface="黑体" pitchFamily="49" charset="-122"/>
              </a:rPr>
              <a:t>x</a:t>
            </a:r>
            <a:r>
              <a:rPr lang="zh-CN" altLang="zh-CN" sz="2400" b="1" dirty="0">
                <a:latin typeface="Times New Roman" pitchFamily="18" charset="0"/>
              </a:rPr>
              <a:t>, </a:t>
            </a:r>
            <a:r>
              <a:rPr lang="zh-CN" altLang="zh-CN" sz="2400" b="1" dirty="0"/>
              <a:t>%</a:t>
            </a:r>
            <a:r>
              <a:rPr lang="zh-CN" altLang="zh-CN" sz="2400" b="1" dirty="0">
                <a:solidFill>
                  <a:srgbClr val="000099"/>
                </a:solidFill>
              </a:rPr>
              <a:t>u</a:t>
            </a:r>
            <a:r>
              <a:rPr lang="zh-CN" altLang="zh-CN" sz="2400" dirty="0"/>
              <a:t>\</a:t>
            </a:r>
            <a:r>
              <a:rPr lang="zh-CN" altLang="zh-CN" sz="2400" b="1" dirty="0">
                <a:latin typeface="Arial" pitchFamily="34" charset="0"/>
                <a:ea typeface="黑体" pitchFamily="49" charset="-122"/>
              </a:rPr>
              <a:t>n</a:t>
            </a:r>
            <a:r>
              <a:rPr lang="zh-CN" altLang="zh-CN" sz="2400" b="1" dirty="0">
                <a:latin typeface="Times New Roman"/>
              </a:rPr>
              <a:t>”</a:t>
            </a:r>
            <a:r>
              <a:rPr lang="zh-CN" altLang="zh-CN" sz="2400" b="1" dirty="0">
                <a:latin typeface="Times New Roman" pitchFamily="18" charset="0"/>
              </a:rPr>
              <a:t>,</a:t>
            </a:r>
            <a:r>
              <a:rPr lang="zh-CN" altLang="zh-CN" sz="2400" b="1" dirty="0"/>
              <a:t>c</a:t>
            </a:r>
            <a:r>
              <a:rPr lang="zh-CN" altLang="zh-CN" sz="2400" b="1" dirty="0">
                <a:latin typeface="Times New Roman" pitchFamily="18" charset="0"/>
              </a:rPr>
              <a:t>, </a:t>
            </a:r>
            <a:r>
              <a:rPr lang="zh-CN" altLang="zh-CN" sz="2400" b="1" dirty="0"/>
              <a:t>c</a:t>
            </a:r>
            <a:r>
              <a:rPr lang="zh-CN" altLang="zh-CN" sz="2400" b="1" dirty="0">
                <a:latin typeface="Times New Roman" pitchFamily="18" charset="0"/>
              </a:rPr>
              <a:t>, </a:t>
            </a:r>
            <a:r>
              <a:rPr lang="zh-CN" altLang="zh-CN" sz="2400" b="1" dirty="0"/>
              <a:t>c</a:t>
            </a:r>
            <a:r>
              <a:rPr lang="zh-CN" altLang="zh-CN" sz="2400" b="1" dirty="0">
                <a:latin typeface="Times New Roman" pitchFamily="18" charset="0"/>
              </a:rPr>
              <a:t>, </a:t>
            </a:r>
            <a:r>
              <a:rPr lang="zh-CN" altLang="zh-CN" sz="2400" b="1" dirty="0"/>
              <a:t>c</a:t>
            </a:r>
            <a:r>
              <a:rPr lang="zh-CN" altLang="zh-CN" sz="2400" b="1" dirty="0">
                <a:latin typeface="Times New Roman" pitchFamily="18" charset="0"/>
              </a:rPr>
              <a:t>);</a:t>
            </a:r>
          </a:p>
          <a:p>
            <a:pPr marL="196850" indent="-196850">
              <a:buNone/>
            </a:pPr>
            <a:endParaRPr lang="zh-CN" altLang="zh-CN" sz="2800" b="1" dirty="0">
              <a:solidFill>
                <a:schemeClr val="folHlink"/>
              </a:solidFill>
              <a:latin typeface="黑体" pitchFamily="49" charset="-122"/>
              <a:ea typeface="黑体" pitchFamily="49" charset="-122"/>
            </a:endParaRPr>
          </a:p>
        </p:txBody>
      </p:sp>
      <p:sp>
        <p:nvSpPr>
          <p:cNvPr id="180227" name="Text Box 3"/>
          <p:cNvSpPr txBox="1">
            <a:spLocks noChangeArrowheads="1"/>
          </p:cNvSpPr>
          <p:nvPr/>
        </p:nvSpPr>
        <p:spPr bwMode="auto">
          <a:xfrm>
            <a:off x="2639616" y="5867780"/>
            <a:ext cx="5976664" cy="521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lnSpc>
                <a:spcPct val="110000"/>
              </a:lnSpc>
              <a:spcBef>
                <a:spcPct val="30000"/>
              </a:spcBef>
              <a:spcAft>
                <a:spcPct val="0"/>
              </a:spcAft>
            </a:pPr>
            <a:r>
              <a:rPr lang="zh-CN" altLang="zh-CN" sz="2800">
                <a:solidFill>
                  <a:srgbClr val="FF0000"/>
                </a:solidFill>
              </a:rPr>
              <a:t>[</a:t>
            </a:r>
            <a:r>
              <a:rPr lang="zh-CN" altLang="zh-CN" sz="2800" b="1">
                <a:solidFill>
                  <a:srgbClr val="FF0000"/>
                </a:solidFill>
              </a:rPr>
              <a:t>-1</a:t>
            </a:r>
            <a:r>
              <a:rPr lang="zh-CN" altLang="zh-CN" sz="2800">
                <a:solidFill>
                  <a:srgbClr val="FF0000"/>
                </a:solidFill>
              </a:rPr>
              <a:t>]</a:t>
            </a:r>
            <a:r>
              <a:rPr lang="zh-CN" altLang="en-US" sz="2800" b="1" baseline="-16000">
                <a:solidFill>
                  <a:srgbClr val="FF0000"/>
                </a:solidFill>
                <a:ea typeface="黑体" pitchFamily="49" charset="-122"/>
              </a:rPr>
              <a:t>补</a:t>
            </a:r>
            <a:r>
              <a:rPr lang="zh-CN" altLang="zh-CN" sz="2800" b="1">
                <a:solidFill>
                  <a:srgbClr val="FF0000"/>
                </a:solidFill>
              </a:rPr>
              <a:t>=1111111111111111</a:t>
            </a:r>
          </a:p>
        </p:txBody>
      </p:sp>
      <p:sp>
        <p:nvSpPr>
          <p:cNvPr id="180228" name="Rectangle 4"/>
          <p:cNvSpPr>
            <a:spLocks noGrp="1" noChangeArrowheads="1"/>
          </p:cNvSpPr>
          <p:nvPr>
            <p:ph type="title"/>
          </p:nvPr>
        </p:nvSpPr>
        <p:spPr>
          <a:xfrm>
            <a:off x="2309813" y="188913"/>
            <a:ext cx="7848600" cy="703262"/>
          </a:xfrm>
          <a:noFill/>
          <a:ln/>
        </p:spPr>
        <p:txBody>
          <a:bodyPr/>
          <a:lstStyle/>
          <a:p>
            <a:r>
              <a:rPr lang="zh-CN" altLang="zh-CN" sz="2800" b="1">
                <a:solidFill>
                  <a:schemeClr val="tx1"/>
                </a:solidFill>
                <a:latin typeface="黑体" pitchFamily="49" charset="-122"/>
                <a:ea typeface="黑体" pitchFamily="49" charset="-122"/>
              </a:rPr>
              <a:t>2</a:t>
            </a:r>
            <a:r>
              <a:rPr lang="zh-CN" altLang="zh-CN" sz="2800" b="1">
                <a:solidFill>
                  <a:schemeClr val="tx1"/>
                </a:solidFill>
                <a:latin typeface="Times New Roman" pitchFamily="18" charset="0"/>
                <a:ea typeface="黑体" pitchFamily="49" charset="-122"/>
              </a:rPr>
              <a:t>) </a:t>
            </a:r>
            <a:r>
              <a:rPr lang="zh-CN" altLang="zh-CN" sz="2800" b="1">
                <a:solidFill>
                  <a:schemeClr val="tx1"/>
                </a:solidFill>
                <a:latin typeface="Arial" pitchFamily="34" charset="0"/>
              </a:rPr>
              <a:t>o</a:t>
            </a:r>
            <a:r>
              <a:rPr lang="zh-CN" altLang="zh-CN" sz="1600" b="1">
                <a:solidFill>
                  <a:schemeClr val="tx1"/>
                </a:solidFill>
                <a:latin typeface="Arial" pitchFamily="34" charset="0"/>
              </a:rPr>
              <a:t> </a:t>
            </a:r>
            <a:r>
              <a:rPr lang="zh-CN" altLang="en-US" sz="1600" b="1">
                <a:solidFill>
                  <a:schemeClr val="tx1"/>
                </a:solidFill>
                <a:latin typeface="Arial" pitchFamily="34" charset="0"/>
              </a:rPr>
              <a:t>、</a:t>
            </a:r>
            <a:r>
              <a:rPr lang="zh-CN" altLang="zh-CN" sz="2800" b="1">
                <a:solidFill>
                  <a:schemeClr val="tx1"/>
                </a:solidFill>
                <a:latin typeface="Arial" pitchFamily="34" charset="0"/>
              </a:rPr>
              <a:t>x</a:t>
            </a:r>
            <a:r>
              <a:rPr lang="zh-CN" altLang="en-US" sz="2800" b="1">
                <a:solidFill>
                  <a:schemeClr val="tx1"/>
                </a:solidFill>
                <a:latin typeface="Arial" pitchFamily="34" charset="0"/>
                <a:ea typeface="黑体" pitchFamily="49" charset="-122"/>
              </a:rPr>
              <a:t>和</a:t>
            </a:r>
            <a:r>
              <a:rPr lang="zh-CN" altLang="zh-CN" sz="2800" b="1">
                <a:solidFill>
                  <a:schemeClr val="tx1"/>
                </a:solidFill>
                <a:latin typeface="Arial" pitchFamily="34" charset="0"/>
                <a:ea typeface="黑体" pitchFamily="49" charset="-122"/>
              </a:rPr>
              <a:t>u</a:t>
            </a:r>
            <a:r>
              <a:rPr lang="zh-CN" altLang="en-US" sz="2800" b="1">
                <a:solidFill>
                  <a:schemeClr val="tx1"/>
                </a:solidFill>
                <a:latin typeface="Arial" pitchFamily="34" charset="0"/>
                <a:ea typeface="黑体" pitchFamily="49" charset="-122"/>
              </a:rPr>
              <a:t>格式符</a:t>
            </a:r>
          </a:p>
        </p:txBody>
      </p:sp>
      <p:sp>
        <p:nvSpPr>
          <p:cNvPr id="180229" name="Text Box 5"/>
          <p:cNvSpPr txBox="1">
            <a:spLocks noChangeArrowheads="1"/>
          </p:cNvSpPr>
          <p:nvPr/>
        </p:nvSpPr>
        <p:spPr bwMode="auto">
          <a:xfrm>
            <a:off x="6783388" y="0"/>
            <a:ext cx="3884612" cy="1384300"/>
          </a:xfrm>
          <a:prstGeom prst="rect">
            <a:avLst/>
          </a:prstGeom>
          <a:solidFill>
            <a:schemeClr val="bg1"/>
          </a:solidFill>
          <a:ln w="25400" cmpd="sng">
            <a:solidFill>
              <a:schemeClr val="folHlink"/>
            </a:solidFill>
            <a:miter lim="800000"/>
            <a:headEnd/>
            <a:tailEnd/>
          </a:ln>
          <a:effectLst>
            <a:outerShdw dist="56796" dir="1593903" algn="ctr" rotWithShape="0">
              <a:schemeClr val="bg2"/>
            </a:outerShdw>
          </a:effectLst>
        </p:spPr>
        <p:txBody>
          <a:bodyPr lIns="36000" tIns="0" rIns="0" bIns="0">
            <a:spAutoFit/>
          </a:bodyPr>
          <a:lstStyle/>
          <a:p>
            <a:pPr fontAlgn="base">
              <a:lnSpc>
                <a:spcPct val="105000"/>
              </a:lnSpc>
              <a:spcBef>
                <a:spcPct val="50000"/>
              </a:spcBef>
              <a:spcAft>
                <a:spcPct val="0"/>
              </a:spcAft>
            </a:pPr>
            <a:r>
              <a:rPr lang="zh-CN" altLang="en-US" sz="2000" b="1">
                <a:solidFill>
                  <a:srgbClr val="3333CC"/>
                </a:solidFill>
                <a:latin typeface="楷体_GB2312" pitchFamily="49" charset="-122"/>
                <a:ea typeface="楷体_GB2312" pitchFamily="49" charset="-122"/>
              </a:rPr>
              <a:t>输出结果</a:t>
            </a:r>
            <a:r>
              <a:rPr lang="zh-CN" altLang="zh-CN" sz="2000" b="1">
                <a:solidFill>
                  <a:srgbClr val="3333CC"/>
                </a:solidFill>
                <a:latin typeface="楷体_GB2312" pitchFamily="49" charset="-122"/>
                <a:ea typeface="楷体_GB2312" pitchFamily="49" charset="-122"/>
              </a:rPr>
              <a:t>:</a:t>
            </a:r>
          </a:p>
          <a:p>
            <a:pPr fontAlgn="base">
              <a:lnSpc>
                <a:spcPct val="105000"/>
              </a:lnSpc>
              <a:spcBef>
                <a:spcPct val="0"/>
              </a:spcBef>
              <a:spcAft>
                <a:spcPct val="0"/>
              </a:spcAft>
              <a:buClr>
                <a:srgbClr val="3333CC"/>
              </a:buClr>
              <a:buSzPct val="60000"/>
              <a:buFont typeface="Wingdings" pitchFamily="2" charset="2"/>
              <a:buNone/>
            </a:pPr>
            <a:r>
              <a:rPr lang="zh-CN" altLang="zh-CN" sz="2000" b="1" baseline="-25000">
                <a:solidFill>
                  <a:srgbClr val="000000"/>
                </a:solidFill>
                <a:latin typeface="黑体" pitchFamily="49" charset="-122"/>
                <a:ea typeface="黑体" pitchFamily="49" charset="-122"/>
              </a:rPr>
              <a:t>︺︺︺</a:t>
            </a:r>
            <a:r>
              <a:rPr lang="zh-CN" altLang="zh-CN" sz="2000" b="1">
                <a:solidFill>
                  <a:srgbClr val="000000"/>
                </a:solidFill>
                <a:ea typeface="黑体" pitchFamily="49" charset="-122"/>
              </a:rPr>
              <a:t>10</a:t>
            </a:r>
            <a:r>
              <a:rPr lang="zh-CN" altLang="zh-CN" sz="2000" b="1">
                <a:solidFill>
                  <a:srgbClr val="000000"/>
                </a:solidFill>
                <a:latin typeface="Times New Roman" pitchFamily="18" charset="0"/>
                <a:ea typeface="黑体" pitchFamily="49" charset="-122"/>
              </a:rPr>
              <a:t>,</a:t>
            </a:r>
            <a:r>
              <a:rPr lang="zh-CN" altLang="zh-CN" sz="2000" b="1">
                <a:solidFill>
                  <a:srgbClr val="000000"/>
                </a:solidFill>
                <a:ea typeface="黑体" pitchFamily="49" charset="-122"/>
              </a:rPr>
              <a:t>12</a:t>
            </a:r>
            <a:r>
              <a:rPr lang="zh-CN" altLang="zh-CN" sz="2000" b="1">
                <a:solidFill>
                  <a:srgbClr val="000000"/>
                </a:solidFill>
                <a:latin typeface="Times New Roman" pitchFamily="18" charset="0"/>
                <a:ea typeface="黑体" pitchFamily="49" charset="-122"/>
              </a:rPr>
              <a:t>,</a:t>
            </a:r>
            <a:r>
              <a:rPr lang="zh-CN" altLang="zh-CN" sz="2000" b="1">
                <a:solidFill>
                  <a:srgbClr val="000000"/>
                </a:solidFill>
                <a:ea typeface="黑体" pitchFamily="49" charset="-122"/>
              </a:rPr>
              <a:t>a</a:t>
            </a:r>
          </a:p>
          <a:p>
            <a:pPr fontAlgn="base">
              <a:lnSpc>
                <a:spcPct val="105000"/>
              </a:lnSpc>
              <a:spcBef>
                <a:spcPct val="5000"/>
              </a:spcBef>
              <a:spcAft>
                <a:spcPct val="0"/>
              </a:spcAft>
              <a:buClr>
                <a:srgbClr val="3333CC"/>
              </a:buClr>
              <a:buSzPct val="60000"/>
              <a:buFont typeface="Wingdings" pitchFamily="2" charset="2"/>
              <a:buNone/>
            </a:pPr>
            <a:r>
              <a:rPr lang="zh-CN" altLang="zh-CN" sz="2000" b="1">
                <a:solidFill>
                  <a:srgbClr val="000000"/>
                </a:solidFill>
                <a:ea typeface="黑体" pitchFamily="49" charset="-122"/>
              </a:rPr>
              <a:t>-1</a:t>
            </a:r>
            <a:r>
              <a:rPr lang="zh-CN" altLang="zh-CN" sz="2000" b="1">
                <a:solidFill>
                  <a:srgbClr val="000000"/>
                </a:solidFill>
                <a:latin typeface="Times New Roman" pitchFamily="18" charset="0"/>
                <a:ea typeface="黑体" pitchFamily="49" charset="-122"/>
              </a:rPr>
              <a:t>,</a:t>
            </a:r>
            <a:r>
              <a:rPr lang="zh-CN" altLang="zh-CN" sz="2000" b="1">
                <a:solidFill>
                  <a:srgbClr val="000000"/>
                </a:solidFill>
                <a:ea typeface="黑体" pitchFamily="49" charset="-122"/>
              </a:rPr>
              <a:t>0177777</a:t>
            </a:r>
            <a:r>
              <a:rPr lang="zh-CN" altLang="zh-CN" sz="2000" b="1">
                <a:solidFill>
                  <a:srgbClr val="000000"/>
                </a:solidFill>
                <a:latin typeface="Times New Roman" pitchFamily="18" charset="0"/>
                <a:ea typeface="黑体" pitchFamily="49" charset="-122"/>
              </a:rPr>
              <a:t>,</a:t>
            </a:r>
            <a:r>
              <a:rPr lang="zh-CN" altLang="zh-CN" sz="2000" b="1">
                <a:solidFill>
                  <a:srgbClr val="000000"/>
                </a:solidFill>
                <a:ea typeface="黑体" pitchFamily="49" charset="-122"/>
              </a:rPr>
              <a:t>0xffff</a:t>
            </a:r>
            <a:r>
              <a:rPr lang="zh-CN" altLang="zh-CN" sz="2000" b="1">
                <a:solidFill>
                  <a:srgbClr val="000000"/>
                </a:solidFill>
                <a:latin typeface="Times New Roman" pitchFamily="18" charset="0"/>
                <a:ea typeface="黑体" pitchFamily="49" charset="-122"/>
              </a:rPr>
              <a:t>,</a:t>
            </a:r>
            <a:r>
              <a:rPr lang="zh-CN" altLang="zh-CN" sz="2000" b="1">
                <a:solidFill>
                  <a:srgbClr val="000000"/>
                </a:solidFill>
                <a:ea typeface="黑体" pitchFamily="49" charset="-122"/>
              </a:rPr>
              <a:t>FFFF</a:t>
            </a:r>
            <a:r>
              <a:rPr lang="zh-CN" altLang="zh-CN" sz="2000" b="1">
                <a:solidFill>
                  <a:srgbClr val="000000"/>
                </a:solidFill>
                <a:latin typeface="Times New Roman" pitchFamily="18" charset="0"/>
                <a:ea typeface="黑体" pitchFamily="49" charset="-122"/>
              </a:rPr>
              <a:t>,</a:t>
            </a:r>
            <a:r>
              <a:rPr lang="zh-CN" altLang="zh-CN" sz="2000" b="1">
                <a:solidFill>
                  <a:srgbClr val="000000"/>
                </a:solidFill>
                <a:ea typeface="黑体" pitchFamily="49" charset="-122"/>
              </a:rPr>
              <a:t>65535</a:t>
            </a:r>
          </a:p>
          <a:p>
            <a:pPr eaLnBrk="0" fontAlgn="base" hangingPunct="0">
              <a:lnSpc>
                <a:spcPct val="105000"/>
              </a:lnSpc>
              <a:spcBef>
                <a:spcPct val="20000"/>
              </a:spcBef>
              <a:spcAft>
                <a:spcPct val="0"/>
              </a:spcAft>
            </a:pPr>
            <a:r>
              <a:rPr lang="zh-CN" altLang="zh-CN" sz="2000" b="1">
                <a:solidFill>
                  <a:srgbClr val="000000"/>
                </a:solidFill>
                <a:ea typeface="Dotum" pitchFamily="34" charset="-127"/>
              </a:rPr>
              <a:t>65535</a:t>
            </a:r>
            <a:r>
              <a:rPr lang="zh-CN" altLang="zh-CN" sz="2000" b="1">
                <a:solidFill>
                  <a:srgbClr val="000000"/>
                </a:solidFill>
                <a:latin typeface="Times New Roman" pitchFamily="18" charset="0"/>
                <a:ea typeface="Dotum" pitchFamily="34" charset="-127"/>
              </a:rPr>
              <a:t>,</a:t>
            </a:r>
            <a:r>
              <a:rPr lang="zh-CN" altLang="zh-CN" sz="2000" b="1">
                <a:solidFill>
                  <a:srgbClr val="000000"/>
                </a:solidFill>
                <a:ea typeface="Dotum" pitchFamily="34" charset="-127"/>
              </a:rPr>
              <a:t>177777</a:t>
            </a:r>
            <a:r>
              <a:rPr lang="zh-CN" altLang="zh-CN" sz="2000" b="1">
                <a:solidFill>
                  <a:srgbClr val="000000"/>
                </a:solidFill>
                <a:latin typeface="Times New Roman" pitchFamily="18" charset="0"/>
                <a:ea typeface="Dotum" pitchFamily="34" charset="-127"/>
              </a:rPr>
              <a:t>,</a:t>
            </a:r>
            <a:r>
              <a:rPr lang="zh-CN" altLang="zh-CN" sz="2000" b="1">
                <a:solidFill>
                  <a:srgbClr val="000000"/>
                </a:solidFill>
                <a:ea typeface="Dotum" pitchFamily="34" charset="-127"/>
              </a:rPr>
              <a:t>ffff</a:t>
            </a:r>
            <a:r>
              <a:rPr lang="zh-CN" altLang="zh-CN" sz="2000" b="1">
                <a:solidFill>
                  <a:srgbClr val="000000"/>
                </a:solidFill>
                <a:latin typeface="Times New Roman" pitchFamily="18" charset="0"/>
                <a:ea typeface="Dotum" pitchFamily="34" charset="-127"/>
              </a:rPr>
              <a:t>,</a:t>
            </a:r>
            <a:r>
              <a:rPr lang="zh-CN" altLang="zh-CN" sz="2000" b="1">
                <a:solidFill>
                  <a:srgbClr val="000000"/>
                </a:solidFill>
                <a:ea typeface="Dotum" pitchFamily="34" charset="-127"/>
              </a:rPr>
              <a:t>65535</a:t>
            </a:r>
            <a:r>
              <a:rPr lang="zh-CN" altLang="zh-CN" sz="2000" b="1">
                <a:solidFill>
                  <a:srgbClr val="3333CC"/>
                </a:solidFill>
                <a:latin typeface="黑体" pitchFamily="49" charset="-122"/>
                <a:ea typeface="黑体" pitchFamily="49" charset="-122"/>
              </a:rPr>
              <a:t>  </a:t>
            </a:r>
          </a:p>
        </p:txBody>
      </p:sp>
      <p:sp>
        <p:nvSpPr>
          <p:cNvPr id="180230" name="AutoShape 6">
            <a:hlinkClick r:id="" action="ppaction://hlinkshowjump?jump=nextslide" highlightClick="1"/>
          </p:cNvPr>
          <p:cNvSpPr>
            <a:spLocks noChangeArrowheads="1"/>
          </p:cNvSpPr>
          <p:nvPr/>
        </p:nvSpPr>
        <p:spPr bwMode="auto">
          <a:xfrm>
            <a:off x="1662114" y="822326"/>
            <a:ext cx="395287" cy="288925"/>
          </a:xfrm>
          <a:prstGeom prst="actionButtonForwardNext">
            <a:avLst/>
          </a:prstGeom>
          <a:noFill/>
          <a:ln w="0" cmpd="sng">
            <a:solidFill>
              <a:schemeClr val="hlink"/>
            </a:solidFill>
            <a:miter lim="800000"/>
            <a:headEnd/>
            <a:tailEnd/>
          </a:ln>
          <a:effectLst/>
          <a:extLst>
            <a:ext uri="{909E8E84-426E-40DD-AFC4-6F175D3DCCD1}">
              <a14:hiddenFill xmlns:a14="http://schemas.microsoft.com/office/drawing/2010/main">
                <a:solidFill>
                  <a:srgbClr val="CC99FF">
                    <a:alpha val="50000"/>
                  </a:srgbClr>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pPr fontAlgn="base">
              <a:spcBef>
                <a:spcPct val="0"/>
              </a:spcBef>
              <a:spcAft>
                <a:spcPct val="0"/>
              </a:spcAft>
            </a:pPr>
            <a:endParaRPr lang="zh-CN" altLang="en-US" sz="2400">
              <a:solidFill>
                <a:srgbClr val="000000"/>
              </a:solidFill>
              <a:ea typeface="Dotum" pitchFamily="34" charset="-127"/>
            </a:endParaRPr>
          </a:p>
        </p:txBody>
      </p:sp>
    </p:spTree>
    <p:extLst>
      <p:ext uri="{BB962C8B-B14F-4D97-AF65-F5344CB8AC3E}">
        <p14:creationId xmlns:p14="http://schemas.microsoft.com/office/powerpoint/2010/main" val="194845291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0229">
                                            <p:bg/>
                                          </p:spTgt>
                                        </p:tgtEl>
                                        <p:attrNameLst>
                                          <p:attrName>style.visibility</p:attrName>
                                        </p:attrNameLst>
                                      </p:cBhvr>
                                      <p:to>
                                        <p:strVal val="visible"/>
                                      </p:to>
                                    </p:set>
                                    <p:animEffect transition="in" filter="dissolve">
                                      <p:cBhvr>
                                        <p:cTn id="7" dur="500"/>
                                        <p:tgtEl>
                                          <p:spTgt spid="180229">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80229">
                                            <p:txEl>
                                              <p:pRg st="0" end="0"/>
                                            </p:txEl>
                                          </p:spTgt>
                                        </p:tgtEl>
                                        <p:attrNameLst>
                                          <p:attrName>style.visibility</p:attrName>
                                        </p:attrNameLst>
                                      </p:cBhvr>
                                      <p:to>
                                        <p:strVal val="visible"/>
                                      </p:to>
                                    </p:set>
                                    <p:animEffect transition="in" filter="dissolve">
                                      <p:cBhvr>
                                        <p:cTn id="12" dur="500"/>
                                        <p:tgtEl>
                                          <p:spTgt spid="180229">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80229">
                                            <p:txEl>
                                              <p:pRg st="1" end="1"/>
                                            </p:txEl>
                                          </p:spTgt>
                                        </p:tgtEl>
                                        <p:attrNameLst>
                                          <p:attrName>style.visibility</p:attrName>
                                        </p:attrNameLst>
                                      </p:cBhvr>
                                      <p:to>
                                        <p:strVal val="visible"/>
                                      </p:to>
                                    </p:set>
                                    <p:animEffect transition="in" filter="dissolve">
                                      <p:cBhvr>
                                        <p:cTn id="17" dur="500"/>
                                        <p:tgtEl>
                                          <p:spTgt spid="180229">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80229">
                                            <p:txEl>
                                              <p:pRg st="2" end="2"/>
                                            </p:txEl>
                                          </p:spTgt>
                                        </p:tgtEl>
                                        <p:attrNameLst>
                                          <p:attrName>style.visibility</p:attrName>
                                        </p:attrNameLst>
                                      </p:cBhvr>
                                      <p:to>
                                        <p:strVal val="visible"/>
                                      </p:to>
                                    </p:set>
                                    <p:animEffect transition="in" filter="dissolve">
                                      <p:cBhvr>
                                        <p:cTn id="22" dur="500"/>
                                        <p:tgtEl>
                                          <p:spTgt spid="180229">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80229">
                                            <p:txEl>
                                              <p:pRg st="3" end="3"/>
                                            </p:txEl>
                                          </p:spTgt>
                                        </p:tgtEl>
                                        <p:attrNameLst>
                                          <p:attrName>style.visibility</p:attrName>
                                        </p:attrNameLst>
                                      </p:cBhvr>
                                      <p:to>
                                        <p:strVal val="visible"/>
                                      </p:to>
                                    </p:set>
                                    <p:animEffect transition="in" filter="dissolve">
                                      <p:cBhvr>
                                        <p:cTn id="27" dur="500"/>
                                        <p:tgtEl>
                                          <p:spTgt spid="180229">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80227">
                                            <p:txEl>
                                              <p:pRg st="0" end="0"/>
                                            </p:txEl>
                                          </p:spTgt>
                                        </p:tgtEl>
                                        <p:attrNameLst>
                                          <p:attrName>style.visibility</p:attrName>
                                        </p:attrNameLst>
                                      </p:cBhvr>
                                      <p:to>
                                        <p:strVal val="visible"/>
                                      </p:to>
                                    </p:set>
                                    <p:animEffect transition="in" filter="wipe(left)">
                                      <p:cBhvr>
                                        <p:cTn id="32" dur="500"/>
                                        <p:tgtEl>
                                          <p:spTgt spid="18022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227" grpId="0" build="p" autoUpdateAnimBg="0"/>
      <p:bldP spid="180229" grpId="0" build="p" animBg="1"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ChangeArrowheads="1"/>
          </p:cNvSpPr>
          <p:nvPr>
            <p:ph type="body" idx="1"/>
          </p:nvPr>
        </p:nvSpPr>
        <p:spPr>
          <a:xfrm>
            <a:off x="2108201" y="1162050"/>
            <a:ext cx="8545513" cy="3263900"/>
          </a:xfrm>
        </p:spPr>
        <p:txBody>
          <a:bodyPr/>
          <a:lstStyle/>
          <a:p>
            <a:pPr marL="265113" indent="-265113">
              <a:lnSpc>
                <a:spcPct val="110000"/>
              </a:lnSpc>
              <a:spcBef>
                <a:spcPct val="40000"/>
              </a:spcBef>
              <a:buSzPct val="50000"/>
            </a:pPr>
            <a:r>
              <a:rPr lang="zh-CN" altLang="en-US" sz="2800" b="1" dirty="0">
                <a:latin typeface="黑体" pitchFamily="49" charset="-122"/>
              </a:rPr>
              <a:t>作用</a:t>
            </a:r>
            <a:r>
              <a:rPr lang="zh-CN" altLang="zh-CN" sz="2800" b="1" dirty="0">
                <a:latin typeface="Times New Roman" pitchFamily="18" charset="0"/>
              </a:rPr>
              <a:t>:</a:t>
            </a:r>
            <a:r>
              <a:rPr lang="zh-CN" altLang="zh-CN" sz="1200" b="1" dirty="0">
                <a:latin typeface="Times New Roman" pitchFamily="18" charset="0"/>
              </a:rPr>
              <a:t> </a:t>
            </a:r>
            <a:r>
              <a:rPr lang="zh-CN" altLang="zh-CN" sz="2800" b="1" dirty="0">
                <a:latin typeface="Times New Roman" pitchFamily="18" charset="0"/>
              </a:rPr>
              <a:t> </a:t>
            </a:r>
            <a:r>
              <a:rPr lang="zh-CN" altLang="en-US" sz="2800" b="1" dirty="0">
                <a:latin typeface="黑体" pitchFamily="49" charset="-122"/>
              </a:rPr>
              <a:t>用来</a:t>
            </a:r>
            <a:r>
              <a:rPr lang="zh-CN" altLang="en-US" sz="2800" b="1" dirty="0">
                <a:latin typeface="Times New Roman" pitchFamily="18" charset="0"/>
              </a:rPr>
              <a:t>输出一个字符</a:t>
            </a:r>
          </a:p>
          <a:p>
            <a:pPr marL="265113" indent="-265113">
              <a:lnSpc>
                <a:spcPct val="110000"/>
              </a:lnSpc>
              <a:spcBef>
                <a:spcPct val="60000"/>
              </a:spcBef>
              <a:buSzPct val="50000"/>
            </a:pPr>
            <a:r>
              <a:rPr lang="zh-CN" altLang="en-US" sz="2800" b="1" dirty="0">
                <a:latin typeface="Times New Roman" pitchFamily="18" charset="0"/>
              </a:rPr>
              <a:t>例</a:t>
            </a:r>
            <a:r>
              <a:rPr lang="zh-CN" altLang="zh-CN" sz="2800" b="1" dirty="0">
                <a:latin typeface="Times New Roman" pitchFamily="18" charset="0"/>
              </a:rPr>
              <a:t>:   </a:t>
            </a:r>
            <a:r>
              <a:rPr lang="zh-CN" altLang="zh-CN" sz="1400" b="1" dirty="0">
                <a:latin typeface="Times New Roman" pitchFamily="18" charset="0"/>
              </a:rPr>
              <a:t>   </a:t>
            </a:r>
            <a:r>
              <a:rPr lang="zh-CN" altLang="zh-CN" sz="2800" b="1" dirty="0">
                <a:solidFill>
                  <a:schemeClr val="hlink"/>
                </a:solidFill>
                <a:latin typeface="Arial" pitchFamily="34" charset="0"/>
              </a:rPr>
              <a:t>char</a:t>
            </a:r>
            <a:r>
              <a:rPr lang="zh-CN" altLang="zh-CN" sz="2800" b="1" dirty="0">
                <a:latin typeface="Arial" pitchFamily="34" charset="0"/>
              </a:rPr>
              <a:t> </a:t>
            </a:r>
            <a:r>
              <a:rPr lang="zh-CN" altLang="zh-CN" sz="2800" b="1" dirty="0"/>
              <a:t> </a:t>
            </a:r>
            <a:r>
              <a:rPr lang="zh-CN" altLang="zh-CN" sz="2800" b="1" dirty="0">
                <a:latin typeface="Arial" pitchFamily="34" charset="0"/>
              </a:rPr>
              <a:t>ch</a:t>
            </a:r>
            <a:r>
              <a:rPr lang="zh-CN" altLang="zh-CN" sz="2800" b="1" dirty="0"/>
              <a:t>=</a:t>
            </a:r>
            <a:r>
              <a:rPr lang="zh-CN" altLang="zh-CN" sz="2800" b="1" dirty="0">
                <a:latin typeface="Times New Roman" pitchFamily="18" charset="0"/>
              </a:rPr>
              <a:t>‘</a:t>
            </a:r>
            <a:r>
              <a:rPr lang="zh-CN" altLang="zh-CN" sz="2800" b="1" dirty="0">
                <a:latin typeface="Arial" pitchFamily="34" charset="0"/>
              </a:rPr>
              <a:t>a</a:t>
            </a:r>
            <a:r>
              <a:rPr lang="zh-CN" altLang="zh-CN" sz="2800" b="1" dirty="0">
                <a:latin typeface="Times New Roman" pitchFamily="18" charset="0"/>
              </a:rPr>
              <a:t>’;</a:t>
            </a:r>
          </a:p>
          <a:p>
            <a:pPr marL="265113" indent="-265113">
              <a:lnSpc>
                <a:spcPct val="115000"/>
              </a:lnSpc>
              <a:spcBef>
                <a:spcPct val="25000"/>
              </a:spcBef>
              <a:buNone/>
            </a:pPr>
            <a:r>
              <a:rPr lang="zh-CN" altLang="zh-CN" sz="2800" b="1" dirty="0"/>
              <a:t>           </a:t>
            </a:r>
            <a:r>
              <a:rPr lang="zh-CN" altLang="zh-CN" sz="2800" b="1" dirty="0">
                <a:latin typeface="Arial" pitchFamily="34" charset="0"/>
              </a:rPr>
              <a:t>int</a:t>
            </a:r>
            <a:r>
              <a:rPr lang="zh-CN" altLang="zh-CN" sz="2800" b="1" dirty="0"/>
              <a:t>  </a:t>
            </a:r>
            <a:r>
              <a:rPr lang="zh-CN" altLang="zh-CN" sz="2800" b="1" dirty="0">
                <a:latin typeface="Arial" pitchFamily="34" charset="0"/>
              </a:rPr>
              <a:t>a</a:t>
            </a:r>
            <a:r>
              <a:rPr lang="zh-CN" altLang="zh-CN" sz="2800" b="1" dirty="0"/>
              <a:t>=</a:t>
            </a:r>
            <a:r>
              <a:rPr lang="zh-CN" altLang="zh-CN" sz="2800" b="1" dirty="0">
                <a:latin typeface="Arial" pitchFamily="34" charset="0"/>
              </a:rPr>
              <a:t>65</a:t>
            </a:r>
            <a:r>
              <a:rPr lang="zh-CN" altLang="zh-CN" sz="2800" b="1" dirty="0">
                <a:latin typeface="Times New Roman" pitchFamily="18" charset="0"/>
              </a:rPr>
              <a:t>;</a:t>
            </a:r>
          </a:p>
          <a:p>
            <a:pPr marL="265113" indent="-265113">
              <a:lnSpc>
                <a:spcPct val="115000"/>
              </a:lnSpc>
              <a:spcBef>
                <a:spcPct val="30000"/>
              </a:spcBef>
              <a:buNone/>
            </a:pPr>
            <a:r>
              <a:rPr lang="zh-CN" altLang="zh-CN" sz="2800" b="1" dirty="0"/>
              <a:t>           </a:t>
            </a:r>
            <a:r>
              <a:rPr lang="zh-CN" altLang="zh-CN" sz="2800" b="1" dirty="0">
                <a:latin typeface="Arial" pitchFamily="34" charset="0"/>
              </a:rPr>
              <a:t>printf</a:t>
            </a:r>
            <a:r>
              <a:rPr lang="zh-CN" altLang="zh-CN" sz="2800" b="1" dirty="0">
                <a:latin typeface="Times New Roman" pitchFamily="18" charset="0"/>
                <a:ea typeface="文鼎书宋简" charset="-122"/>
              </a:rPr>
              <a:t>(“</a:t>
            </a:r>
            <a:r>
              <a:rPr lang="zh-CN" altLang="zh-CN" sz="2800" b="1" dirty="0">
                <a:ea typeface="文鼎书宋简" charset="-122"/>
              </a:rPr>
              <a:t>%</a:t>
            </a:r>
            <a:r>
              <a:rPr lang="zh-CN" altLang="zh-CN" sz="2800" b="1" dirty="0">
                <a:latin typeface="Arial" pitchFamily="34" charset="0"/>
              </a:rPr>
              <a:t>c</a:t>
            </a:r>
            <a:r>
              <a:rPr lang="zh-CN" altLang="zh-CN" sz="2800" b="1" dirty="0">
                <a:latin typeface="Times New Roman" pitchFamily="18" charset="0"/>
                <a:ea typeface="文鼎书宋简" charset="-122"/>
              </a:rPr>
              <a:t>,</a:t>
            </a:r>
            <a:r>
              <a:rPr lang="zh-CN" altLang="zh-CN" sz="2800" b="1" dirty="0">
                <a:ea typeface="文鼎书宋简" charset="-122"/>
              </a:rPr>
              <a:t>%</a:t>
            </a:r>
            <a:r>
              <a:rPr lang="zh-CN" altLang="zh-CN" sz="2800" b="1" dirty="0">
                <a:latin typeface="Arial" pitchFamily="34" charset="0"/>
              </a:rPr>
              <a:t>d</a:t>
            </a:r>
            <a:r>
              <a:rPr lang="zh-CN" altLang="zh-CN" sz="2800" b="1" dirty="0">
                <a:latin typeface="Times New Roman" pitchFamily="18" charset="0"/>
                <a:ea typeface="文鼎书宋简" charset="-122"/>
              </a:rPr>
              <a:t>,</a:t>
            </a:r>
            <a:r>
              <a:rPr lang="zh-CN" altLang="zh-CN" sz="2800" b="1" dirty="0">
                <a:ea typeface="文鼎书宋简" charset="-122"/>
              </a:rPr>
              <a:t>%</a:t>
            </a:r>
            <a:r>
              <a:rPr lang="zh-CN" altLang="zh-CN" sz="2800" b="1" dirty="0">
                <a:latin typeface="Arial" pitchFamily="34" charset="0"/>
              </a:rPr>
              <a:t>3c</a:t>
            </a:r>
            <a:r>
              <a:rPr lang="zh-CN" altLang="zh-CN" sz="2800" dirty="0">
                <a:ea typeface="文鼎书宋简" charset="-122"/>
              </a:rPr>
              <a:t>\</a:t>
            </a:r>
            <a:r>
              <a:rPr lang="zh-CN" altLang="zh-CN" sz="2800" b="1" dirty="0">
                <a:latin typeface="Arial" pitchFamily="34" charset="0"/>
              </a:rPr>
              <a:t>n</a:t>
            </a:r>
            <a:r>
              <a:rPr lang="zh-CN" altLang="zh-CN" sz="2800" b="1" dirty="0">
                <a:latin typeface="Times New Roman" pitchFamily="18" charset="0"/>
                <a:ea typeface="文鼎书宋简" charset="-122"/>
              </a:rPr>
              <a:t>”,</a:t>
            </a:r>
            <a:r>
              <a:rPr lang="zh-CN" altLang="zh-CN" sz="2800" b="1" dirty="0">
                <a:ea typeface="文鼎书宋简" charset="-122"/>
              </a:rPr>
              <a:t> </a:t>
            </a:r>
            <a:r>
              <a:rPr lang="zh-CN" altLang="zh-CN" sz="2800" b="1" dirty="0">
                <a:latin typeface="Arial" pitchFamily="34" charset="0"/>
              </a:rPr>
              <a:t>ch</a:t>
            </a:r>
            <a:r>
              <a:rPr lang="zh-CN" altLang="zh-CN" sz="2800" b="1" dirty="0">
                <a:latin typeface="Times New Roman" pitchFamily="18" charset="0"/>
                <a:ea typeface="文鼎书宋简" charset="-122"/>
              </a:rPr>
              <a:t>,</a:t>
            </a:r>
            <a:r>
              <a:rPr lang="zh-CN" altLang="zh-CN" sz="2800" b="1" dirty="0">
                <a:latin typeface="Arial" pitchFamily="34" charset="0"/>
              </a:rPr>
              <a:t>ch</a:t>
            </a:r>
            <a:r>
              <a:rPr lang="zh-CN" altLang="zh-CN" sz="2800" b="1" dirty="0">
                <a:latin typeface="Times New Roman" pitchFamily="18" charset="0"/>
                <a:ea typeface="文鼎书宋简" charset="-122"/>
              </a:rPr>
              <a:t>,</a:t>
            </a:r>
            <a:r>
              <a:rPr lang="zh-CN" altLang="zh-CN" sz="2800" b="1" dirty="0">
                <a:latin typeface="Arial" pitchFamily="34" charset="0"/>
              </a:rPr>
              <a:t>ch</a:t>
            </a:r>
            <a:r>
              <a:rPr lang="zh-CN" altLang="zh-CN" sz="2800" b="1" dirty="0">
                <a:latin typeface="Times New Roman" pitchFamily="18" charset="0"/>
                <a:ea typeface="文鼎书宋简" charset="-122"/>
              </a:rPr>
              <a:t>);</a:t>
            </a:r>
            <a:endParaRPr lang="zh-CN" altLang="zh-CN" sz="2800" b="1" dirty="0">
              <a:latin typeface="Times New Roman" pitchFamily="18" charset="0"/>
            </a:endParaRPr>
          </a:p>
          <a:p>
            <a:pPr marL="265113" indent="-265113">
              <a:lnSpc>
                <a:spcPct val="115000"/>
              </a:lnSpc>
              <a:spcBef>
                <a:spcPct val="30000"/>
              </a:spcBef>
              <a:buNone/>
            </a:pPr>
            <a:r>
              <a:rPr lang="zh-CN" altLang="zh-CN" sz="2800" b="1" dirty="0">
                <a:ea typeface="文鼎书宋简" charset="-122"/>
              </a:rPr>
              <a:t>           </a:t>
            </a:r>
            <a:r>
              <a:rPr lang="zh-CN" altLang="zh-CN" sz="2800" b="1" dirty="0">
                <a:latin typeface="Arial" pitchFamily="34" charset="0"/>
              </a:rPr>
              <a:t>printf</a:t>
            </a:r>
            <a:r>
              <a:rPr lang="zh-CN" altLang="zh-CN" sz="2800" b="1" dirty="0">
                <a:latin typeface="Times New Roman" pitchFamily="18" charset="0"/>
                <a:ea typeface="文鼎书宋简" charset="-122"/>
              </a:rPr>
              <a:t>(“</a:t>
            </a:r>
            <a:r>
              <a:rPr lang="zh-CN" altLang="zh-CN" sz="2800" b="1" dirty="0">
                <a:ea typeface="文鼎书宋简" charset="-122"/>
              </a:rPr>
              <a:t>%</a:t>
            </a:r>
            <a:r>
              <a:rPr lang="zh-CN" altLang="zh-CN" sz="2800" b="1" dirty="0">
                <a:latin typeface="Arial" pitchFamily="34" charset="0"/>
              </a:rPr>
              <a:t>c</a:t>
            </a:r>
            <a:r>
              <a:rPr lang="zh-CN" altLang="zh-CN" sz="2800" b="1" dirty="0">
                <a:ea typeface="文鼎书宋简" charset="-122"/>
              </a:rPr>
              <a:t>%</a:t>
            </a:r>
            <a:r>
              <a:rPr lang="zh-CN" altLang="zh-CN" sz="2800" b="1" dirty="0">
                <a:latin typeface="Arial" pitchFamily="34" charset="0"/>
              </a:rPr>
              <a:t>3d</a:t>
            </a:r>
            <a:r>
              <a:rPr lang="zh-CN" altLang="zh-CN" sz="2800" dirty="0">
                <a:ea typeface="文鼎书宋简" charset="-122"/>
              </a:rPr>
              <a:t>\</a:t>
            </a:r>
            <a:r>
              <a:rPr lang="zh-CN" altLang="zh-CN" sz="2800" b="1" dirty="0">
                <a:latin typeface="Arial" pitchFamily="34" charset="0"/>
              </a:rPr>
              <a:t>n</a:t>
            </a:r>
            <a:r>
              <a:rPr lang="zh-CN" altLang="zh-CN" sz="2800" b="1" dirty="0">
                <a:latin typeface="Times New Roman" pitchFamily="18" charset="0"/>
                <a:ea typeface="文鼎书宋简" charset="-122"/>
              </a:rPr>
              <a:t>”,</a:t>
            </a:r>
            <a:r>
              <a:rPr lang="zh-CN" altLang="zh-CN" sz="2800" b="1" dirty="0">
                <a:ea typeface="文鼎书宋简" charset="-122"/>
              </a:rPr>
              <a:t> </a:t>
            </a:r>
            <a:r>
              <a:rPr lang="zh-CN" altLang="zh-CN" sz="2800" b="1" dirty="0">
                <a:latin typeface="Arial" pitchFamily="34" charset="0"/>
              </a:rPr>
              <a:t>a</a:t>
            </a:r>
            <a:r>
              <a:rPr lang="zh-CN" altLang="zh-CN" sz="2800" b="1" dirty="0">
                <a:latin typeface="Times New Roman" pitchFamily="18" charset="0"/>
                <a:ea typeface="文鼎书宋简" charset="-122"/>
              </a:rPr>
              <a:t>,</a:t>
            </a:r>
            <a:r>
              <a:rPr lang="zh-CN" altLang="zh-CN" sz="2800" b="1" dirty="0">
                <a:ea typeface="文鼎书宋简" charset="-122"/>
              </a:rPr>
              <a:t> </a:t>
            </a:r>
            <a:r>
              <a:rPr lang="zh-CN" altLang="zh-CN" sz="2800" b="1" dirty="0">
                <a:latin typeface="Arial" pitchFamily="34" charset="0"/>
              </a:rPr>
              <a:t>a</a:t>
            </a:r>
            <a:r>
              <a:rPr lang="zh-CN" altLang="zh-CN" sz="2800" b="1" dirty="0">
                <a:latin typeface="Times New Roman" pitchFamily="18" charset="0"/>
                <a:ea typeface="文鼎书宋简" charset="-122"/>
              </a:rPr>
              <a:t>);</a:t>
            </a:r>
          </a:p>
        </p:txBody>
      </p:sp>
      <p:sp>
        <p:nvSpPr>
          <p:cNvPr id="181251" name="Rectangle 3"/>
          <p:cNvSpPr>
            <a:spLocks noGrp="1" noChangeArrowheads="1"/>
          </p:cNvSpPr>
          <p:nvPr>
            <p:ph type="title"/>
          </p:nvPr>
        </p:nvSpPr>
        <p:spPr>
          <a:xfrm>
            <a:off x="2320925" y="215900"/>
            <a:ext cx="7848600" cy="484188"/>
          </a:xfrm>
          <a:noFill/>
          <a:ln/>
        </p:spPr>
        <p:txBody>
          <a:bodyPr/>
          <a:lstStyle/>
          <a:p>
            <a:r>
              <a:rPr lang="zh-CN" altLang="zh-CN" sz="2800">
                <a:solidFill>
                  <a:schemeClr val="tx1"/>
                </a:solidFill>
                <a:latin typeface="黑体" pitchFamily="49" charset="-122"/>
                <a:ea typeface="黑体" pitchFamily="49" charset="-122"/>
              </a:rPr>
              <a:t>3</a:t>
            </a:r>
            <a:r>
              <a:rPr lang="zh-CN" altLang="zh-CN" sz="2800">
                <a:solidFill>
                  <a:schemeClr val="tx1"/>
                </a:solidFill>
                <a:latin typeface="Times New Roman" pitchFamily="18" charset="0"/>
                <a:ea typeface="黑体" pitchFamily="49" charset="-122"/>
              </a:rPr>
              <a:t>)</a:t>
            </a:r>
            <a:r>
              <a:rPr lang="zh-CN" altLang="zh-CN" sz="2800">
                <a:solidFill>
                  <a:schemeClr val="tx1"/>
                </a:solidFill>
                <a:latin typeface="Arial" pitchFamily="34" charset="0"/>
              </a:rPr>
              <a:t> c</a:t>
            </a:r>
            <a:r>
              <a:rPr lang="zh-CN" altLang="zh-CN" sz="2800">
                <a:solidFill>
                  <a:schemeClr val="tx1"/>
                </a:solidFill>
              </a:rPr>
              <a:t> </a:t>
            </a:r>
            <a:r>
              <a:rPr lang="zh-CN" altLang="en-US" sz="2800">
                <a:solidFill>
                  <a:schemeClr val="tx1"/>
                </a:solidFill>
                <a:ea typeface="黑体" pitchFamily="49" charset="-122"/>
              </a:rPr>
              <a:t>格式符</a:t>
            </a:r>
          </a:p>
        </p:txBody>
      </p:sp>
      <p:sp>
        <p:nvSpPr>
          <p:cNvPr id="181252" name="Text Box 4"/>
          <p:cNvSpPr txBox="1">
            <a:spLocks noChangeArrowheads="1"/>
          </p:cNvSpPr>
          <p:nvPr/>
        </p:nvSpPr>
        <p:spPr bwMode="auto">
          <a:xfrm>
            <a:off x="7673976" y="488950"/>
            <a:ext cx="3246560" cy="1754326"/>
          </a:xfrm>
          <a:prstGeom prst="rect">
            <a:avLst/>
          </a:prstGeom>
          <a:solidFill>
            <a:schemeClr val="bg1"/>
          </a:solidFill>
          <a:ln w="28575" cmpd="sng">
            <a:solidFill>
              <a:srgbClr val="FF6600"/>
            </a:solidFill>
            <a:miter lim="800000"/>
            <a:headEnd/>
            <a:tailEnd/>
          </a:ln>
          <a:effectLst>
            <a:outerShdw dist="71842" dir="2700000" algn="ctr" rotWithShape="0">
              <a:schemeClr val="bg2"/>
            </a:outerShdw>
          </a:effectLst>
        </p:spPr>
        <p:txBody>
          <a:bodyPr wrap="square" rIns="0">
            <a:spAutoFit/>
          </a:bodyPr>
          <a:lstStyle/>
          <a:p>
            <a:pPr fontAlgn="base">
              <a:spcBef>
                <a:spcPct val="50000"/>
              </a:spcBef>
              <a:spcAft>
                <a:spcPct val="0"/>
              </a:spcAft>
            </a:pPr>
            <a:r>
              <a:rPr lang="zh-CN" altLang="en-US" sz="3600" b="1">
                <a:solidFill>
                  <a:srgbClr val="FF6600"/>
                </a:solidFill>
                <a:latin typeface="楷体_GB2312" pitchFamily="49" charset="-122"/>
                <a:ea typeface="楷体_GB2312" pitchFamily="49" charset="-122"/>
              </a:rPr>
              <a:t>输出结果</a:t>
            </a:r>
            <a:r>
              <a:rPr lang="zh-CN" altLang="zh-CN" sz="3600" b="1">
                <a:solidFill>
                  <a:srgbClr val="FF6600"/>
                </a:solidFill>
                <a:latin typeface="楷体_GB2312" pitchFamily="49" charset="-122"/>
                <a:ea typeface="楷体_GB2312" pitchFamily="49" charset="-122"/>
              </a:rPr>
              <a:t>:</a:t>
            </a:r>
          </a:p>
          <a:p>
            <a:pPr eaLnBrk="0" fontAlgn="base" hangingPunct="0">
              <a:spcBef>
                <a:spcPct val="0"/>
              </a:spcBef>
              <a:spcAft>
                <a:spcPct val="0"/>
              </a:spcAft>
            </a:pPr>
            <a:r>
              <a:rPr lang="zh-CN" altLang="zh-CN" sz="3600" b="1">
                <a:solidFill>
                  <a:srgbClr val="000000"/>
                </a:solidFill>
                <a:latin typeface="Courier New" pitchFamily="49" charset="0"/>
              </a:rPr>
              <a:t>   </a:t>
            </a:r>
            <a:r>
              <a:rPr lang="zh-CN" altLang="zh-CN" sz="3600" b="1">
                <a:solidFill>
                  <a:srgbClr val="000000"/>
                </a:solidFill>
              </a:rPr>
              <a:t>a</a:t>
            </a:r>
            <a:r>
              <a:rPr lang="zh-CN" altLang="zh-CN" sz="3600" b="1">
                <a:solidFill>
                  <a:srgbClr val="000000"/>
                </a:solidFill>
                <a:latin typeface="Times New Roman" pitchFamily="18" charset="0"/>
              </a:rPr>
              <a:t>,</a:t>
            </a:r>
            <a:r>
              <a:rPr lang="zh-CN" altLang="zh-CN" sz="3600" b="1">
                <a:solidFill>
                  <a:srgbClr val="000000"/>
                </a:solidFill>
                <a:latin typeface="Courier New" pitchFamily="49" charset="0"/>
              </a:rPr>
              <a:t>97</a:t>
            </a:r>
            <a:r>
              <a:rPr lang="zh-CN" altLang="zh-CN" sz="3600" b="1">
                <a:solidFill>
                  <a:srgbClr val="000000"/>
                </a:solidFill>
                <a:latin typeface="Times New Roman" pitchFamily="18" charset="0"/>
              </a:rPr>
              <a:t>,</a:t>
            </a:r>
            <a:r>
              <a:rPr lang="zh-CN" altLang="zh-CN" sz="3600" b="1" baseline="-25000">
                <a:solidFill>
                  <a:srgbClr val="000000"/>
                </a:solidFill>
                <a:latin typeface="Courier New" pitchFamily="49" charset="0"/>
              </a:rPr>
              <a:t>︺︺</a:t>
            </a:r>
            <a:r>
              <a:rPr lang="zh-CN" altLang="zh-CN" sz="3600" b="1">
                <a:solidFill>
                  <a:srgbClr val="000000"/>
                </a:solidFill>
              </a:rPr>
              <a:t>a</a:t>
            </a:r>
          </a:p>
          <a:p>
            <a:pPr eaLnBrk="0" fontAlgn="base" hangingPunct="0">
              <a:spcBef>
                <a:spcPct val="0"/>
              </a:spcBef>
              <a:spcAft>
                <a:spcPct val="0"/>
              </a:spcAft>
            </a:pPr>
            <a:r>
              <a:rPr lang="zh-CN" altLang="zh-CN" sz="3600" b="1">
                <a:solidFill>
                  <a:srgbClr val="000000"/>
                </a:solidFill>
                <a:latin typeface="Courier New" pitchFamily="49" charset="0"/>
              </a:rPr>
              <a:t>   </a:t>
            </a:r>
            <a:r>
              <a:rPr lang="zh-CN" altLang="zh-CN" sz="3600" b="1">
                <a:solidFill>
                  <a:srgbClr val="000000"/>
                </a:solidFill>
              </a:rPr>
              <a:t>A</a:t>
            </a:r>
            <a:r>
              <a:rPr lang="zh-CN" altLang="zh-CN" sz="3600" b="1" baseline="-25000">
                <a:solidFill>
                  <a:srgbClr val="000000"/>
                </a:solidFill>
                <a:latin typeface="Courier New" pitchFamily="49" charset="0"/>
              </a:rPr>
              <a:t>︺</a:t>
            </a:r>
            <a:r>
              <a:rPr lang="zh-CN" altLang="zh-CN" sz="3600" b="1">
                <a:solidFill>
                  <a:srgbClr val="000000"/>
                </a:solidFill>
                <a:latin typeface="Courier New" pitchFamily="49" charset="0"/>
              </a:rPr>
              <a:t>65</a:t>
            </a:r>
          </a:p>
        </p:txBody>
      </p:sp>
      <p:sp>
        <p:nvSpPr>
          <p:cNvPr id="181253" name="Text Box 5"/>
          <p:cNvSpPr txBox="1">
            <a:spLocks noChangeArrowheads="1"/>
          </p:cNvSpPr>
          <p:nvPr/>
        </p:nvSpPr>
        <p:spPr bwMode="auto">
          <a:xfrm>
            <a:off x="2178050" y="4641850"/>
            <a:ext cx="8053388"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74638" indent="-274638">
              <a:defRPr sz="2400">
                <a:solidFill>
                  <a:schemeClr val="tx1"/>
                </a:solidFill>
                <a:latin typeface="Times New Roman" pitchFamily="18" charset="0"/>
                <a:ea typeface="宋体" pitchFamily="2" charset="-122"/>
              </a:defRPr>
            </a:lvl1pPr>
            <a:lvl2pPr>
              <a:defRPr sz="2400">
                <a:solidFill>
                  <a:schemeClr val="tx1"/>
                </a:solidFill>
                <a:latin typeface="Times New Roman" pitchFamily="18" charset="0"/>
                <a:ea typeface="宋体" pitchFamily="2" charset="-122"/>
              </a:defRPr>
            </a:lvl2pPr>
            <a:lvl3pPr>
              <a:defRPr sz="2400">
                <a:solidFill>
                  <a:schemeClr val="tx1"/>
                </a:solidFill>
                <a:latin typeface="Times New Roman" pitchFamily="18" charset="0"/>
                <a:ea typeface="宋体" pitchFamily="2" charset="-122"/>
              </a:defRPr>
            </a:lvl3pPr>
            <a:lvl4pPr>
              <a:defRPr sz="2400">
                <a:solidFill>
                  <a:schemeClr val="tx1"/>
                </a:solidFill>
                <a:latin typeface="Times New Roman" pitchFamily="18" charset="0"/>
                <a:ea typeface="宋体" pitchFamily="2" charset="-122"/>
              </a:defRPr>
            </a:lvl4pPr>
            <a:lvl5pPr>
              <a:defRPr sz="2400">
                <a:solidFill>
                  <a:schemeClr val="tx1"/>
                </a:solidFill>
                <a:latin typeface="Times New Roman" pitchFamily="18" charset="0"/>
                <a:ea typeface="宋体" pitchFamily="2" charset="-122"/>
              </a:defRPr>
            </a:lvl5pPr>
            <a:lvl6pPr fontAlgn="base">
              <a:spcBef>
                <a:spcPct val="0"/>
              </a:spcBef>
              <a:spcAft>
                <a:spcPct val="0"/>
              </a:spcAft>
              <a:defRPr sz="2400">
                <a:solidFill>
                  <a:schemeClr val="tx1"/>
                </a:solidFill>
                <a:latin typeface="Times New Roman" pitchFamily="18" charset="0"/>
                <a:ea typeface="宋体" pitchFamily="2" charset="-122"/>
              </a:defRPr>
            </a:lvl6pPr>
            <a:lvl7pPr fontAlgn="base">
              <a:spcBef>
                <a:spcPct val="0"/>
              </a:spcBef>
              <a:spcAft>
                <a:spcPct val="0"/>
              </a:spcAft>
              <a:defRPr sz="2400">
                <a:solidFill>
                  <a:schemeClr val="tx1"/>
                </a:solidFill>
                <a:latin typeface="Times New Roman" pitchFamily="18" charset="0"/>
                <a:ea typeface="宋体" pitchFamily="2" charset="-122"/>
              </a:defRPr>
            </a:lvl7pPr>
            <a:lvl8pPr fontAlgn="base">
              <a:spcBef>
                <a:spcPct val="0"/>
              </a:spcBef>
              <a:spcAft>
                <a:spcPct val="0"/>
              </a:spcAft>
              <a:defRPr sz="2400">
                <a:solidFill>
                  <a:schemeClr val="tx1"/>
                </a:solidFill>
                <a:latin typeface="Times New Roman" pitchFamily="18" charset="0"/>
                <a:ea typeface="宋体" pitchFamily="2" charset="-122"/>
              </a:defRPr>
            </a:lvl8pPr>
            <a:lvl9pPr fontAlgn="base">
              <a:spcBef>
                <a:spcPct val="0"/>
              </a:spcBef>
              <a:spcAft>
                <a:spcPct val="0"/>
              </a:spcAft>
              <a:defRPr sz="2400">
                <a:solidFill>
                  <a:schemeClr val="tx1"/>
                </a:solidFill>
                <a:latin typeface="Times New Roman" pitchFamily="18" charset="0"/>
                <a:ea typeface="宋体" pitchFamily="2" charset="-122"/>
              </a:defRPr>
            </a:lvl9pPr>
          </a:lstStyle>
          <a:p>
            <a:pPr fontAlgn="base">
              <a:lnSpc>
                <a:spcPct val="120000"/>
              </a:lnSpc>
              <a:spcBef>
                <a:spcPct val="50000"/>
              </a:spcBef>
              <a:spcAft>
                <a:spcPct val="0"/>
              </a:spcAft>
              <a:buClr>
                <a:srgbClr val="008000"/>
              </a:buClr>
              <a:buSzPct val="50000"/>
              <a:buFont typeface="Wingdings" pitchFamily="2" charset="2"/>
              <a:buChar char="l"/>
            </a:pPr>
            <a:r>
              <a:rPr lang="zh-CN" altLang="en-US" sz="2800" b="1">
                <a:solidFill>
                  <a:srgbClr val="000000"/>
                </a:solidFill>
                <a:latin typeface="楷体_GB2312" pitchFamily="49" charset="-122"/>
                <a:ea typeface="楷体_GB2312" pitchFamily="49" charset="-122"/>
              </a:rPr>
              <a:t>一个整数</a:t>
            </a:r>
            <a:r>
              <a:rPr lang="zh-CN" altLang="zh-CN" sz="2800" b="1">
                <a:solidFill>
                  <a:srgbClr val="000000"/>
                </a:solidFill>
                <a:latin typeface="楷体_GB2312" pitchFamily="49" charset="-122"/>
                <a:ea typeface="楷体_GB2312" pitchFamily="49" charset="-122"/>
              </a:rPr>
              <a:t>,</a:t>
            </a:r>
            <a:r>
              <a:rPr lang="zh-CN" altLang="en-US" sz="2800" b="1">
                <a:solidFill>
                  <a:srgbClr val="000000"/>
                </a:solidFill>
                <a:latin typeface="楷体_GB2312" pitchFamily="49" charset="-122"/>
                <a:ea typeface="楷体_GB2312" pitchFamily="49" charset="-122"/>
              </a:rPr>
              <a:t>如果在</a:t>
            </a:r>
            <a:r>
              <a:rPr lang="zh-CN" altLang="zh-CN" sz="2800" b="1">
                <a:solidFill>
                  <a:srgbClr val="000000"/>
                </a:solidFill>
                <a:latin typeface="楷体_GB2312" pitchFamily="49" charset="-122"/>
                <a:ea typeface="楷体_GB2312" pitchFamily="49" charset="-122"/>
              </a:rPr>
              <a:t>0</a:t>
            </a:r>
            <a:r>
              <a:rPr lang="zh-CN" altLang="zh-CN" sz="2800" b="1">
                <a:solidFill>
                  <a:srgbClr val="000000"/>
                </a:solidFill>
                <a:ea typeface="楷体_GB2312" pitchFamily="49" charset="-122"/>
              </a:rPr>
              <a:t>~</a:t>
            </a:r>
            <a:r>
              <a:rPr lang="zh-CN" altLang="zh-CN" sz="2800" b="1">
                <a:solidFill>
                  <a:srgbClr val="000000"/>
                </a:solidFill>
                <a:latin typeface="楷体_GB2312" pitchFamily="49" charset="-122"/>
                <a:ea typeface="楷体_GB2312" pitchFamily="49" charset="-122"/>
              </a:rPr>
              <a:t>127</a:t>
            </a:r>
            <a:r>
              <a:rPr lang="zh-CN" altLang="en-US" sz="2800" b="1">
                <a:solidFill>
                  <a:srgbClr val="000000"/>
                </a:solidFill>
                <a:latin typeface="楷体_GB2312" pitchFamily="49" charset="-122"/>
                <a:ea typeface="楷体_GB2312" pitchFamily="49" charset="-122"/>
              </a:rPr>
              <a:t>之间</a:t>
            </a:r>
            <a:r>
              <a:rPr lang="zh-CN" altLang="zh-CN" sz="2800" b="1">
                <a:solidFill>
                  <a:srgbClr val="000000"/>
                </a:solidFill>
                <a:latin typeface="楷体_GB2312" pitchFamily="49" charset="-122"/>
                <a:ea typeface="楷体_GB2312" pitchFamily="49" charset="-122"/>
              </a:rPr>
              <a:t>,</a:t>
            </a:r>
            <a:r>
              <a:rPr lang="zh-CN" altLang="en-US" sz="2800" b="1">
                <a:solidFill>
                  <a:srgbClr val="000000"/>
                </a:solidFill>
                <a:latin typeface="楷体_GB2312" pitchFamily="49" charset="-122"/>
                <a:ea typeface="楷体_GB2312" pitchFamily="49" charset="-122"/>
              </a:rPr>
              <a:t>也可用字符形式输出</a:t>
            </a:r>
            <a:r>
              <a:rPr lang="zh-CN" altLang="zh-CN" sz="2800" b="1">
                <a:solidFill>
                  <a:srgbClr val="000000"/>
                </a:solidFill>
                <a:latin typeface="楷体_GB2312" pitchFamily="49" charset="-122"/>
                <a:ea typeface="楷体_GB2312" pitchFamily="49" charset="-122"/>
              </a:rPr>
              <a:t>,</a:t>
            </a:r>
            <a:r>
              <a:rPr lang="zh-CN" altLang="en-US" sz="2800" b="1">
                <a:solidFill>
                  <a:srgbClr val="000000"/>
                </a:solidFill>
                <a:latin typeface="楷体_GB2312" pitchFamily="49" charset="-122"/>
                <a:ea typeface="楷体_GB2312" pitchFamily="49" charset="-122"/>
              </a:rPr>
              <a:t>系统会将该整数转换成对应的</a:t>
            </a:r>
            <a:r>
              <a:rPr lang="zh-CN" altLang="zh-CN" sz="2800" b="1">
                <a:solidFill>
                  <a:srgbClr val="000000"/>
                </a:solidFill>
                <a:latin typeface="楷体_GB2312" pitchFamily="49" charset="-122"/>
                <a:ea typeface="楷体_GB2312" pitchFamily="49" charset="-122"/>
              </a:rPr>
              <a:t>ASCII</a:t>
            </a:r>
            <a:r>
              <a:rPr lang="zh-CN" altLang="en-US" sz="2800" b="1">
                <a:solidFill>
                  <a:srgbClr val="000000"/>
                </a:solidFill>
                <a:latin typeface="楷体_GB2312" pitchFamily="49" charset="-122"/>
                <a:ea typeface="楷体_GB2312" pitchFamily="49" charset="-122"/>
              </a:rPr>
              <a:t>码</a:t>
            </a:r>
            <a:r>
              <a:rPr lang="zh-CN" altLang="en-US" sz="2800" b="1">
                <a:solidFill>
                  <a:srgbClr val="FF0000"/>
                </a:solidFill>
                <a:effectLst>
                  <a:outerShdw blurRad="38100" dist="38100" dir="2700000" algn="tl">
                    <a:srgbClr val="000000">
                      <a:alpha val="43137"/>
                    </a:srgbClr>
                  </a:outerShdw>
                </a:effectLst>
                <a:latin typeface="楷体_GB2312" pitchFamily="49" charset="-122"/>
                <a:ea typeface="楷体_GB2312" pitchFamily="49" charset="-122"/>
              </a:rPr>
              <a:t>字符</a:t>
            </a:r>
            <a:r>
              <a:rPr lang="zh-CN" altLang="en-US" sz="2800" b="1">
                <a:solidFill>
                  <a:srgbClr val="000000"/>
                </a:solidFill>
                <a:latin typeface="楷体_GB2312" pitchFamily="49" charset="-122"/>
                <a:ea typeface="楷体_GB2312" pitchFamily="49" charset="-122"/>
              </a:rPr>
              <a:t>。</a:t>
            </a:r>
          </a:p>
        </p:txBody>
      </p:sp>
    </p:spTree>
    <p:extLst>
      <p:ext uri="{BB962C8B-B14F-4D97-AF65-F5344CB8AC3E}">
        <p14:creationId xmlns:p14="http://schemas.microsoft.com/office/powerpoint/2010/main" val="9399563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81252">
                                            <p:bg/>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81252">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81252">
                                            <p:txEl>
                                              <p:pRg st="1" end="1"/>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8125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252" grpId="0" build="p" animBg="1"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p:cNvSpPr>
            <a:spLocks noGrp="1" noChangeArrowheads="1"/>
          </p:cNvSpPr>
          <p:nvPr>
            <p:ph type="title"/>
          </p:nvPr>
        </p:nvSpPr>
        <p:spPr>
          <a:xfrm>
            <a:off x="2282826" y="120651"/>
            <a:ext cx="6475413" cy="631825"/>
          </a:xfrm>
        </p:spPr>
        <p:txBody>
          <a:bodyPr/>
          <a:lstStyle/>
          <a:p>
            <a:r>
              <a:rPr lang="zh-CN" altLang="zh-CN" sz="2800">
                <a:solidFill>
                  <a:schemeClr val="tx1"/>
                </a:solidFill>
                <a:latin typeface="黑体" pitchFamily="49" charset="-122"/>
                <a:ea typeface="黑体" pitchFamily="49" charset="-122"/>
              </a:rPr>
              <a:t>4</a:t>
            </a:r>
            <a:r>
              <a:rPr lang="zh-CN" altLang="zh-CN" sz="2800">
                <a:solidFill>
                  <a:schemeClr val="tx1"/>
                </a:solidFill>
                <a:latin typeface="Times New Roman" pitchFamily="18" charset="0"/>
                <a:ea typeface="黑体" pitchFamily="49" charset="-122"/>
              </a:rPr>
              <a:t>) </a:t>
            </a:r>
            <a:r>
              <a:rPr lang="zh-CN" altLang="zh-CN" sz="2800">
                <a:solidFill>
                  <a:schemeClr val="tx1"/>
                </a:solidFill>
                <a:latin typeface="Arial" pitchFamily="34" charset="0"/>
                <a:ea typeface="黑体" pitchFamily="49" charset="-122"/>
              </a:rPr>
              <a:t>s</a:t>
            </a:r>
            <a:r>
              <a:rPr lang="zh-CN" altLang="zh-CN" sz="2800">
                <a:solidFill>
                  <a:schemeClr val="tx1"/>
                </a:solidFill>
                <a:ea typeface="黑体" pitchFamily="49" charset="-122"/>
              </a:rPr>
              <a:t> </a:t>
            </a:r>
            <a:r>
              <a:rPr lang="zh-CN" altLang="en-US" sz="2800">
                <a:solidFill>
                  <a:schemeClr val="tx1"/>
                </a:solidFill>
                <a:latin typeface="黑体" pitchFamily="49" charset="-122"/>
                <a:ea typeface="黑体" pitchFamily="49" charset="-122"/>
              </a:rPr>
              <a:t>格式符</a:t>
            </a:r>
          </a:p>
        </p:txBody>
      </p:sp>
      <p:sp>
        <p:nvSpPr>
          <p:cNvPr id="182275" name="Rectangle 3"/>
          <p:cNvSpPr>
            <a:spLocks noGrp="1" noChangeArrowheads="1"/>
          </p:cNvSpPr>
          <p:nvPr>
            <p:ph type="body" idx="1"/>
          </p:nvPr>
        </p:nvSpPr>
        <p:spPr>
          <a:xfrm>
            <a:off x="2311400" y="1236664"/>
            <a:ext cx="8218488" cy="4510087"/>
          </a:xfrm>
        </p:spPr>
        <p:txBody>
          <a:bodyPr/>
          <a:lstStyle/>
          <a:p>
            <a:pPr marL="185738" indent="-185738">
              <a:buSzPct val="50000"/>
            </a:pPr>
            <a:r>
              <a:rPr lang="zh-CN" altLang="en-US" sz="2800" b="1">
                <a:latin typeface="黑体" pitchFamily="49" charset="-122"/>
              </a:rPr>
              <a:t>作用</a:t>
            </a:r>
            <a:r>
              <a:rPr lang="zh-CN" altLang="zh-CN" sz="2800" b="1">
                <a:latin typeface="Times New Roman" pitchFamily="18" charset="0"/>
              </a:rPr>
              <a:t>:</a:t>
            </a:r>
            <a:r>
              <a:rPr lang="zh-CN" altLang="zh-CN" sz="2800" b="1">
                <a:latin typeface="黑体" pitchFamily="49" charset="-122"/>
              </a:rPr>
              <a:t> </a:t>
            </a:r>
            <a:r>
              <a:rPr lang="zh-CN" altLang="en-US" sz="2800" b="1">
                <a:latin typeface="黑体" pitchFamily="49" charset="-122"/>
              </a:rPr>
              <a:t>用来</a:t>
            </a:r>
            <a:r>
              <a:rPr lang="zh-CN" altLang="en-US" sz="2800" b="1">
                <a:latin typeface="Times New Roman" pitchFamily="18" charset="0"/>
              </a:rPr>
              <a:t>输出一个字符串</a:t>
            </a:r>
            <a:endParaRPr lang="zh-CN" altLang="en-US" sz="2800" b="1">
              <a:latin typeface="Times New Roman" pitchFamily="18" charset="0"/>
              <a:ea typeface="文鼎书宋简" charset="-122"/>
            </a:endParaRPr>
          </a:p>
          <a:p>
            <a:pPr marL="185738" indent="-185738">
              <a:lnSpc>
                <a:spcPct val="110000"/>
              </a:lnSpc>
              <a:buSzPct val="50000"/>
            </a:pPr>
            <a:r>
              <a:rPr lang="zh-CN" altLang="en-US" sz="2800" b="1">
                <a:latin typeface="黑体" pitchFamily="49" charset="-122"/>
              </a:rPr>
              <a:t>格式</a:t>
            </a:r>
            <a:r>
              <a:rPr lang="zh-CN" altLang="zh-CN" sz="2800" b="1">
                <a:latin typeface="Times New Roman" pitchFamily="18" charset="0"/>
              </a:rPr>
              <a:t>:</a:t>
            </a:r>
            <a:r>
              <a:rPr lang="zh-CN" altLang="zh-CN" b="1">
                <a:latin typeface="黑体" pitchFamily="49" charset="-122"/>
              </a:rPr>
              <a:t>     </a:t>
            </a:r>
          </a:p>
          <a:p>
            <a:pPr marL="473075" lvl="1" indent="0">
              <a:lnSpc>
                <a:spcPct val="95000"/>
              </a:lnSpc>
              <a:spcBef>
                <a:spcPct val="0"/>
              </a:spcBef>
              <a:buClr>
                <a:srgbClr val="009900"/>
              </a:buClr>
              <a:buSzPct val="90000"/>
              <a:buNone/>
            </a:pPr>
            <a:r>
              <a:rPr lang="zh-CN" altLang="zh-CN" b="1">
                <a:solidFill>
                  <a:srgbClr val="FF3300"/>
                </a:solidFill>
                <a:latin typeface="宋体" pitchFamily="2" charset="-122"/>
              </a:rPr>
              <a:t>        </a:t>
            </a:r>
            <a:r>
              <a:rPr lang="zh-CN" altLang="zh-CN" sz="1800" b="1">
                <a:solidFill>
                  <a:srgbClr val="FF3300"/>
                </a:solidFill>
                <a:latin typeface="宋体" pitchFamily="2" charset="-122"/>
              </a:rPr>
              <a:t>  </a:t>
            </a:r>
            <a:r>
              <a:rPr lang="zh-CN" altLang="zh-CN" b="1">
                <a:solidFill>
                  <a:srgbClr val="FF3300"/>
                </a:solidFill>
                <a:latin typeface="宋体" pitchFamily="2" charset="-122"/>
              </a:rPr>
              <a:t>① </a:t>
            </a:r>
            <a:r>
              <a:rPr lang="zh-CN" altLang="zh-CN" sz="1200" b="1">
                <a:solidFill>
                  <a:srgbClr val="FF3300"/>
                </a:solidFill>
                <a:latin typeface="宋体" pitchFamily="2" charset="-122"/>
              </a:rPr>
              <a:t> </a:t>
            </a:r>
            <a:r>
              <a:rPr lang="zh-CN" altLang="zh-CN" b="1">
                <a:solidFill>
                  <a:schemeClr val="hlink"/>
                </a:solidFill>
              </a:rPr>
              <a:t>%s</a:t>
            </a:r>
            <a:r>
              <a:rPr lang="zh-CN" altLang="zh-CN" b="1">
                <a:solidFill>
                  <a:srgbClr val="FF3300"/>
                </a:solidFill>
                <a:latin typeface="宋体" pitchFamily="2" charset="-122"/>
              </a:rPr>
              <a:t> </a:t>
            </a:r>
          </a:p>
          <a:p>
            <a:pPr marL="473075" lvl="1" indent="0">
              <a:lnSpc>
                <a:spcPct val="110000"/>
              </a:lnSpc>
              <a:spcBef>
                <a:spcPct val="25000"/>
              </a:spcBef>
              <a:buClr>
                <a:srgbClr val="009900"/>
              </a:buClr>
              <a:buSzPct val="90000"/>
              <a:buNone/>
            </a:pPr>
            <a:r>
              <a:rPr lang="zh-CN" altLang="zh-CN" b="1">
                <a:solidFill>
                  <a:schemeClr val="hlink"/>
                </a:solidFill>
              </a:rPr>
              <a:t>                </a:t>
            </a:r>
            <a:r>
              <a:rPr lang="zh-CN" altLang="zh-CN" b="1">
                <a:solidFill>
                  <a:srgbClr val="FF3300"/>
                </a:solidFill>
                <a:latin typeface="宋体" pitchFamily="2" charset="-122"/>
              </a:rPr>
              <a:t>②</a:t>
            </a:r>
            <a:r>
              <a:rPr lang="zh-CN" altLang="zh-CN" b="1">
                <a:solidFill>
                  <a:schemeClr val="hlink"/>
                </a:solidFill>
              </a:rPr>
              <a:t>  %</a:t>
            </a:r>
            <a:r>
              <a:rPr lang="zh-CN" altLang="zh-CN" b="1"/>
              <a:t>m</a:t>
            </a:r>
            <a:r>
              <a:rPr lang="zh-CN" altLang="zh-CN" b="1">
                <a:solidFill>
                  <a:schemeClr val="hlink"/>
                </a:solidFill>
              </a:rPr>
              <a:t>s</a:t>
            </a:r>
            <a:r>
              <a:rPr lang="zh-CN" altLang="zh-CN" b="1">
                <a:solidFill>
                  <a:schemeClr val="hlink"/>
                </a:solidFill>
                <a:effectLst>
                  <a:outerShdw blurRad="38100" dist="38100" dir="2700000" algn="tl">
                    <a:srgbClr val="C0C0C0"/>
                  </a:outerShdw>
                </a:effectLst>
              </a:rPr>
              <a:t>    </a:t>
            </a:r>
          </a:p>
          <a:p>
            <a:pPr marL="473075" lvl="1" indent="0">
              <a:lnSpc>
                <a:spcPct val="110000"/>
              </a:lnSpc>
              <a:buClr>
                <a:srgbClr val="009900"/>
              </a:buClr>
              <a:buSzPct val="90000"/>
              <a:buNone/>
            </a:pPr>
            <a:r>
              <a:rPr lang="zh-CN" altLang="zh-CN" b="1">
                <a:solidFill>
                  <a:schemeClr val="hlink"/>
                </a:solidFill>
              </a:rPr>
              <a:t>                ③  %</a:t>
            </a:r>
            <a:r>
              <a:rPr lang="zh-CN" altLang="zh-CN" b="1"/>
              <a:t>m</a:t>
            </a:r>
            <a:r>
              <a:rPr lang="zh-CN" altLang="zh-CN" b="1">
                <a:latin typeface="Times New Roman" pitchFamily="18" charset="0"/>
              </a:rPr>
              <a:t>.</a:t>
            </a:r>
            <a:r>
              <a:rPr lang="zh-CN" altLang="zh-CN" b="1"/>
              <a:t>n</a:t>
            </a:r>
            <a:r>
              <a:rPr lang="zh-CN" altLang="zh-CN" b="1">
                <a:solidFill>
                  <a:schemeClr val="hlink"/>
                </a:solidFill>
              </a:rPr>
              <a:t>s</a:t>
            </a:r>
            <a:r>
              <a:rPr lang="zh-CN" altLang="zh-CN" b="1">
                <a:solidFill>
                  <a:schemeClr val="hlink"/>
                </a:solidFill>
                <a:effectLst>
                  <a:outerShdw blurRad="38100" dist="38100" dir="2700000" algn="tl">
                    <a:srgbClr val="C0C0C0"/>
                  </a:outerShdw>
                </a:effectLst>
              </a:rPr>
              <a:t> </a:t>
            </a:r>
            <a:endParaRPr lang="zh-CN" altLang="zh-CN" b="1"/>
          </a:p>
          <a:p>
            <a:pPr marL="185738" indent="-185738">
              <a:lnSpc>
                <a:spcPct val="150000"/>
              </a:lnSpc>
              <a:spcBef>
                <a:spcPct val="55000"/>
              </a:spcBef>
              <a:buSzPct val="50000"/>
            </a:pPr>
            <a:r>
              <a:rPr lang="zh-CN" altLang="en-US" sz="2800" b="1">
                <a:latin typeface="黑体" pitchFamily="49" charset="-122"/>
              </a:rPr>
              <a:t>其中</a:t>
            </a:r>
            <a:r>
              <a:rPr lang="zh-CN" altLang="zh-CN" sz="2800" b="1">
                <a:latin typeface="Times New Roman" pitchFamily="18" charset="0"/>
              </a:rPr>
              <a:t>:</a:t>
            </a:r>
            <a:r>
              <a:rPr lang="zh-CN" altLang="zh-CN" sz="2800" b="1">
                <a:latin typeface="黑体" pitchFamily="49" charset="-122"/>
              </a:rPr>
              <a:t>   </a:t>
            </a:r>
            <a:r>
              <a:rPr lang="zh-CN" altLang="zh-CN" sz="2800" b="1"/>
              <a:t>m</a:t>
            </a:r>
            <a:r>
              <a:rPr lang="zh-CN" altLang="zh-CN" sz="2800" b="1">
                <a:latin typeface="Times New Roman"/>
              </a:rPr>
              <a:t>—</a:t>
            </a:r>
            <a:r>
              <a:rPr lang="zh-CN" altLang="en-US" sz="2800" b="1"/>
              <a:t>输出的字符串占</a:t>
            </a:r>
            <a:r>
              <a:rPr lang="zh-CN" altLang="zh-CN" sz="2800" b="1"/>
              <a:t>m</a:t>
            </a:r>
            <a:r>
              <a:rPr lang="zh-CN" altLang="en-US" sz="2800" b="1"/>
              <a:t>列</a:t>
            </a:r>
            <a:r>
              <a:rPr lang="zh-CN" altLang="zh-CN" sz="2800" b="1">
                <a:latin typeface="Times New Roman" pitchFamily="18" charset="0"/>
              </a:rPr>
              <a:t>;</a:t>
            </a:r>
          </a:p>
          <a:p>
            <a:pPr marL="185738" indent="-185738">
              <a:lnSpc>
                <a:spcPct val="110000"/>
              </a:lnSpc>
              <a:buClrTx/>
              <a:buSzTx/>
              <a:buNone/>
            </a:pPr>
            <a:r>
              <a:rPr lang="zh-CN" altLang="zh-CN" sz="2800" b="1"/>
              <a:t>               n</a:t>
            </a:r>
            <a:r>
              <a:rPr lang="zh-CN" altLang="zh-CN" sz="2800" b="1">
                <a:latin typeface="Times New Roman"/>
              </a:rPr>
              <a:t>—</a:t>
            </a:r>
            <a:r>
              <a:rPr lang="zh-CN" altLang="en-US" sz="2800" b="1"/>
              <a:t>输出</a:t>
            </a:r>
            <a:r>
              <a:rPr lang="zh-CN" altLang="en-US" sz="2800" b="1">
                <a:latin typeface="黑体" pitchFamily="49" charset="-122"/>
              </a:rPr>
              <a:t>字符串中</a:t>
            </a:r>
            <a:r>
              <a:rPr lang="zh-CN" altLang="en-US" sz="2800" b="1"/>
              <a:t>左端</a:t>
            </a:r>
            <a:r>
              <a:rPr lang="zh-CN" altLang="zh-CN" sz="2800" b="1"/>
              <a:t>n</a:t>
            </a:r>
            <a:r>
              <a:rPr lang="zh-CN" altLang="en-US" sz="2800" b="1">
                <a:latin typeface="黑体" pitchFamily="49" charset="-122"/>
              </a:rPr>
              <a:t>个字符</a:t>
            </a:r>
          </a:p>
        </p:txBody>
      </p:sp>
      <p:sp>
        <p:nvSpPr>
          <p:cNvPr id="182276" name="Rectangle 4"/>
          <p:cNvSpPr>
            <a:spLocks noChangeArrowheads="1"/>
          </p:cNvSpPr>
          <p:nvPr/>
        </p:nvSpPr>
        <p:spPr bwMode="auto">
          <a:xfrm>
            <a:off x="4206875" y="2316163"/>
            <a:ext cx="2522538" cy="1604962"/>
          </a:xfrm>
          <a:prstGeom prst="rect">
            <a:avLst/>
          </a:prstGeom>
          <a:noFill/>
          <a:ln w="22225" cmpd="sng">
            <a:solidFill>
              <a:srgbClr val="CC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r>
              <a:rPr lang="zh-CN" altLang="zh-CN" sz="1600" b="1">
                <a:solidFill>
                  <a:srgbClr val="000000"/>
                </a:solidFill>
                <a:ea typeface="宋体" pitchFamily="2" charset="-122"/>
              </a:rPr>
              <a:t>          </a:t>
            </a:r>
          </a:p>
        </p:txBody>
      </p:sp>
    </p:spTree>
    <p:extLst>
      <p:ext uri="{BB962C8B-B14F-4D97-AF65-F5344CB8AC3E}">
        <p14:creationId xmlns:p14="http://schemas.microsoft.com/office/powerpoint/2010/main" val="35686958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p:cNvSpPr>
            <a:spLocks noGrp="1" noChangeArrowheads="1"/>
          </p:cNvSpPr>
          <p:nvPr>
            <p:ph type="body" idx="1"/>
          </p:nvPr>
        </p:nvSpPr>
        <p:spPr>
          <a:xfrm>
            <a:off x="911424" y="1340768"/>
            <a:ext cx="11161240" cy="4827588"/>
          </a:xfrm>
        </p:spPr>
        <p:txBody>
          <a:bodyPr/>
          <a:lstStyle/>
          <a:p>
            <a:pPr>
              <a:spcBef>
                <a:spcPct val="50000"/>
              </a:spcBef>
              <a:buClrTx/>
              <a:buSzTx/>
              <a:buFontTx/>
              <a:buNone/>
            </a:pPr>
            <a:r>
              <a:rPr lang="zh-CN" altLang="zh-CN" sz="2800" b="1" dirty="0"/>
              <a:t>   #include</a:t>
            </a:r>
            <a:r>
              <a:rPr lang="zh-CN" altLang="zh-CN" sz="2800" b="1" dirty="0">
                <a:latin typeface="Arial" pitchFamily="34" charset="0"/>
              </a:rPr>
              <a:t>&lt;</a:t>
            </a:r>
            <a:r>
              <a:rPr lang="zh-CN" altLang="zh-CN" sz="2800" b="1" dirty="0"/>
              <a:t>stdio</a:t>
            </a:r>
            <a:r>
              <a:rPr lang="zh-CN" altLang="zh-CN" sz="2800" b="1" dirty="0">
                <a:latin typeface="Times New Roman" pitchFamily="18" charset="0"/>
              </a:rPr>
              <a:t>.</a:t>
            </a:r>
            <a:r>
              <a:rPr lang="zh-CN" altLang="zh-CN" sz="2800" b="1" dirty="0"/>
              <a:t>h</a:t>
            </a:r>
            <a:r>
              <a:rPr lang="zh-CN" altLang="zh-CN" sz="2800" b="1" dirty="0">
                <a:latin typeface="Arial" pitchFamily="34" charset="0"/>
              </a:rPr>
              <a:t>&gt;</a:t>
            </a:r>
            <a:r>
              <a:rPr lang="zh-CN" altLang="zh-CN" sz="4000" b="1" dirty="0"/>
              <a:t>  </a:t>
            </a:r>
            <a:r>
              <a:rPr lang="zh-CN" altLang="zh-CN" sz="3600" b="1" dirty="0">
                <a:ea typeface="文鼎书宋简" charset="-122"/>
              </a:rPr>
              <a:t>  </a:t>
            </a:r>
          </a:p>
          <a:p>
            <a:pPr>
              <a:lnSpc>
                <a:spcPct val="105000"/>
              </a:lnSpc>
              <a:spcBef>
                <a:spcPct val="0"/>
              </a:spcBef>
              <a:buClr>
                <a:srgbClr val="009900"/>
              </a:buClr>
              <a:buSzPct val="90000"/>
              <a:buFontTx/>
              <a:buNone/>
            </a:pPr>
            <a:r>
              <a:rPr lang="en-US" altLang="zh-CN" sz="2800" b="1">
                <a:ea typeface="文鼎书宋简" charset="-122"/>
              </a:rPr>
              <a:t>   </a:t>
            </a:r>
            <a:r>
              <a:rPr lang="zh-CN" altLang="zh-CN" sz="2800" b="1">
                <a:ea typeface="文鼎书宋简" charset="-122"/>
              </a:rPr>
              <a:t>main</a:t>
            </a:r>
            <a:r>
              <a:rPr lang="zh-CN" altLang="zh-CN" sz="2800" b="1" dirty="0">
                <a:latin typeface="Times New Roman" pitchFamily="18" charset="0"/>
                <a:ea typeface="文鼎书宋简" charset="-122"/>
              </a:rPr>
              <a:t>( )</a:t>
            </a:r>
          </a:p>
          <a:p>
            <a:pPr algn="just">
              <a:lnSpc>
                <a:spcPct val="120000"/>
              </a:lnSpc>
              <a:spcBef>
                <a:spcPct val="40000"/>
              </a:spcBef>
              <a:buFont typeface="Wingdings" pitchFamily="2" charset="2"/>
              <a:buNone/>
            </a:pPr>
            <a:r>
              <a:rPr lang="zh-CN" altLang="zh-CN" sz="2800" b="1" dirty="0">
                <a:ea typeface="文鼎书宋简" charset="-122"/>
              </a:rPr>
              <a:t>   { printf</a:t>
            </a:r>
            <a:r>
              <a:rPr lang="zh-CN" altLang="zh-CN" sz="2800" b="1" dirty="0">
                <a:latin typeface="Times New Roman" pitchFamily="18" charset="0"/>
                <a:ea typeface="文鼎书宋简" charset="-122"/>
              </a:rPr>
              <a:t>(“</a:t>
            </a:r>
            <a:r>
              <a:rPr lang="zh-CN" altLang="zh-CN" sz="2800" dirty="0">
                <a:solidFill>
                  <a:schemeClr val="hlink"/>
                </a:solidFill>
                <a:ea typeface="文鼎书宋简" charset="-122"/>
              </a:rPr>
              <a:t>\</a:t>
            </a:r>
            <a:r>
              <a:rPr lang="zh-CN" altLang="zh-CN" sz="2800" b="1" dirty="0">
                <a:solidFill>
                  <a:schemeClr val="hlink"/>
                </a:solidFill>
                <a:ea typeface="文鼎书宋简" charset="-122"/>
              </a:rPr>
              <a:t>’</a:t>
            </a:r>
            <a:r>
              <a:rPr lang="zh-CN" altLang="zh-CN" sz="2800" b="1" dirty="0">
                <a:ea typeface="文鼎书宋简" charset="-122"/>
              </a:rPr>
              <a:t>%s</a:t>
            </a:r>
            <a:r>
              <a:rPr lang="zh-CN" altLang="zh-CN" sz="2800" dirty="0">
                <a:solidFill>
                  <a:schemeClr val="hlink"/>
                </a:solidFill>
                <a:ea typeface="文鼎书宋简" charset="-122"/>
              </a:rPr>
              <a:t>\</a:t>
            </a:r>
            <a:r>
              <a:rPr lang="zh-CN" altLang="zh-CN" sz="2800" b="1" dirty="0">
                <a:solidFill>
                  <a:schemeClr val="hlink"/>
                </a:solidFill>
                <a:ea typeface="文鼎书宋简" charset="-122"/>
              </a:rPr>
              <a:t>’</a:t>
            </a:r>
            <a:r>
              <a:rPr lang="zh-CN" altLang="zh-CN" sz="2800" dirty="0">
                <a:ea typeface="文鼎书宋简" charset="-122"/>
              </a:rPr>
              <a:t>\</a:t>
            </a:r>
            <a:r>
              <a:rPr lang="zh-CN" altLang="zh-CN" sz="2800" b="1" dirty="0">
                <a:ea typeface="文鼎书宋简" charset="-122"/>
              </a:rPr>
              <a:t>n</a:t>
            </a:r>
            <a:r>
              <a:rPr lang="zh-CN" altLang="zh-CN" sz="2800" b="1" dirty="0">
                <a:latin typeface="Times New Roman" pitchFamily="18" charset="0"/>
                <a:ea typeface="文鼎书宋简" charset="-122"/>
              </a:rPr>
              <a:t>”,  “</a:t>
            </a:r>
            <a:r>
              <a:rPr lang="zh-CN" altLang="zh-CN" sz="2800" b="1" dirty="0">
                <a:ea typeface="文鼎书宋简" charset="-122"/>
              </a:rPr>
              <a:t>computer</a:t>
            </a:r>
            <a:r>
              <a:rPr lang="zh-CN" altLang="zh-CN" sz="2800" b="1" dirty="0">
                <a:latin typeface="Times New Roman" pitchFamily="18" charset="0"/>
                <a:ea typeface="文鼎书宋简" charset="-122"/>
              </a:rPr>
              <a:t>”);</a:t>
            </a:r>
          </a:p>
          <a:p>
            <a:pPr algn="just">
              <a:lnSpc>
                <a:spcPct val="130000"/>
              </a:lnSpc>
              <a:spcBef>
                <a:spcPct val="30000"/>
              </a:spcBef>
              <a:spcAft>
                <a:spcPct val="10000"/>
              </a:spcAft>
              <a:buFont typeface="Wingdings" pitchFamily="2" charset="2"/>
              <a:buNone/>
            </a:pPr>
            <a:r>
              <a:rPr lang="zh-CN" altLang="zh-CN" sz="2800" b="1" dirty="0">
                <a:ea typeface="文鼎书宋简" charset="-122"/>
              </a:rPr>
              <a:t>      printf</a:t>
            </a:r>
            <a:r>
              <a:rPr lang="zh-CN" altLang="zh-CN" sz="2800" b="1" dirty="0">
                <a:latin typeface="Times New Roman" pitchFamily="18" charset="0"/>
                <a:ea typeface="文鼎书宋简" charset="-122"/>
              </a:rPr>
              <a:t>(“</a:t>
            </a:r>
            <a:r>
              <a:rPr lang="zh-CN" altLang="zh-CN" sz="2800" b="1" dirty="0">
                <a:ea typeface="文鼎书宋简" charset="-122"/>
              </a:rPr>
              <a:t>computer</a:t>
            </a:r>
            <a:r>
              <a:rPr lang="zh-CN" altLang="zh-CN" sz="2800" dirty="0">
                <a:ea typeface="文鼎书宋简" charset="-122"/>
              </a:rPr>
              <a:t>\</a:t>
            </a:r>
            <a:r>
              <a:rPr lang="zh-CN" altLang="zh-CN" sz="2800" b="1" dirty="0">
                <a:ea typeface="文鼎书宋简" charset="-122"/>
              </a:rPr>
              <a:t>n</a:t>
            </a:r>
            <a:r>
              <a:rPr lang="zh-CN" altLang="zh-CN" sz="2800" b="1" dirty="0">
                <a:latin typeface="Times New Roman" pitchFamily="18" charset="0"/>
                <a:ea typeface="文鼎书宋简" charset="-122"/>
              </a:rPr>
              <a:t>”);</a:t>
            </a:r>
          </a:p>
          <a:p>
            <a:pPr algn="just">
              <a:lnSpc>
                <a:spcPct val="130000"/>
              </a:lnSpc>
              <a:spcBef>
                <a:spcPct val="35000"/>
              </a:spcBef>
              <a:buFont typeface="Wingdings" pitchFamily="2" charset="2"/>
              <a:buNone/>
            </a:pPr>
            <a:r>
              <a:rPr lang="zh-CN" altLang="zh-CN" sz="2800" b="1" dirty="0">
                <a:ea typeface="文鼎书宋简" charset="-122"/>
              </a:rPr>
              <a:t>      printf</a:t>
            </a:r>
            <a:r>
              <a:rPr lang="zh-CN" altLang="zh-CN" sz="2800" b="1">
                <a:latin typeface="Times New Roman" pitchFamily="18" charset="0"/>
                <a:ea typeface="文鼎书宋简" charset="-122"/>
              </a:rPr>
              <a:t>(“</a:t>
            </a:r>
            <a:r>
              <a:rPr lang="zh-CN" altLang="zh-CN" sz="2800" b="1">
                <a:ea typeface="文鼎书宋简" charset="-122"/>
              </a:rPr>
              <a:t>%3s</a:t>
            </a:r>
            <a:r>
              <a:rPr lang="zh-CN" altLang="zh-CN" sz="2800">
                <a:ea typeface="文鼎书宋简" charset="-122"/>
              </a:rPr>
              <a:t>\</a:t>
            </a:r>
            <a:r>
              <a:rPr lang="zh-CN" altLang="zh-CN" sz="2800" b="1">
                <a:ea typeface="文鼎书宋简" charset="-122"/>
              </a:rPr>
              <a:t>n</a:t>
            </a:r>
            <a:r>
              <a:rPr lang="zh-CN" altLang="zh-CN" sz="2800" b="1">
                <a:latin typeface="Times New Roman" pitchFamily="18" charset="0"/>
                <a:ea typeface="文鼎书宋简" charset="-122"/>
              </a:rPr>
              <a:t>”, “</a:t>
            </a:r>
            <a:r>
              <a:rPr lang="zh-CN" altLang="zh-CN" sz="2800" b="1">
                <a:ea typeface="文鼎书宋简" charset="-122"/>
              </a:rPr>
              <a:t>computer</a:t>
            </a:r>
            <a:r>
              <a:rPr lang="zh-CN" altLang="zh-CN" sz="2800" b="1">
                <a:latin typeface="Times New Roman" pitchFamily="18" charset="0"/>
                <a:ea typeface="文鼎书宋简" charset="-122"/>
              </a:rPr>
              <a:t>”</a:t>
            </a:r>
            <a:r>
              <a:rPr lang="en-US" altLang="zh-CN" sz="2800" b="1">
                <a:latin typeface="Times New Roman" pitchFamily="18" charset="0"/>
                <a:ea typeface="文鼎书宋简" charset="-122"/>
              </a:rPr>
              <a:t>);</a:t>
            </a:r>
          </a:p>
          <a:p>
            <a:pPr algn="just">
              <a:lnSpc>
                <a:spcPct val="130000"/>
              </a:lnSpc>
              <a:spcBef>
                <a:spcPct val="35000"/>
              </a:spcBef>
              <a:buFont typeface="Wingdings" pitchFamily="2" charset="2"/>
              <a:buNone/>
            </a:pPr>
            <a:r>
              <a:rPr lang="en-US" altLang="zh-CN" sz="2800" b="1">
                <a:latin typeface="Times New Roman" pitchFamily="18" charset="0"/>
                <a:ea typeface="文鼎书宋简" charset="-122"/>
              </a:rPr>
              <a:t>       printf(</a:t>
            </a:r>
            <a:r>
              <a:rPr lang="zh-CN" altLang="zh-CN" sz="2800" b="1">
                <a:latin typeface="Times New Roman" pitchFamily="18" charset="0"/>
                <a:ea typeface="文鼎书宋简" charset="-122"/>
              </a:rPr>
              <a:t>“</a:t>
            </a:r>
            <a:r>
              <a:rPr lang="zh-CN" altLang="zh-CN" sz="2800" b="1">
                <a:ea typeface="文鼎书宋简" charset="-122"/>
              </a:rPr>
              <a:t>%</a:t>
            </a:r>
            <a:r>
              <a:rPr lang="zh-CN" altLang="zh-CN" sz="2800" b="1">
                <a:solidFill>
                  <a:schemeClr val="hlink"/>
                </a:solidFill>
                <a:ea typeface="文鼎书宋简" charset="-122"/>
              </a:rPr>
              <a:t>-</a:t>
            </a:r>
            <a:r>
              <a:rPr lang="zh-CN" altLang="zh-CN" sz="2800" b="1">
                <a:ea typeface="文鼎书宋简" charset="-122"/>
              </a:rPr>
              <a:t>5</a:t>
            </a:r>
            <a:r>
              <a:rPr lang="zh-CN" altLang="zh-CN" sz="2800" b="1">
                <a:latin typeface="Times New Roman" pitchFamily="18" charset="0"/>
                <a:ea typeface="文鼎书宋简" charset="-122"/>
              </a:rPr>
              <a:t>.</a:t>
            </a:r>
            <a:r>
              <a:rPr lang="zh-CN" altLang="zh-CN" sz="2800" b="1">
                <a:ea typeface="文鼎书宋简" charset="-122"/>
              </a:rPr>
              <a:t>3s</a:t>
            </a:r>
            <a:r>
              <a:rPr lang="zh-CN" altLang="zh-CN" sz="2800" b="1">
                <a:latin typeface="Times New Roman" pitchFamily="18" charset="0"/>
                <a:ea typeface="文鼎书宋简" charset="-122"/>
              </a:rPr>
              <a:t>,</a:t>
            </a:r>
            <a:r>
              <a:rPr lang="zh-CN" altLang="zh-CN" sz="2800" b="1">
                <a:ea typeface="文鼎书宋简" charset="-122"/>
              </a:rPr>
              <a:t>%8</a:t>
            </a:r>
            <a:r>
              <a:rPr lang="zh-CN" altLang="zh-CN" sz="2800" b="1">
                <a:latin typeface="Times New Roman" pitchFamily="18" charset="0"/>
                <a:ea typeface="文鼎书宋简" charset="-122"/>
              </a:rPr>
              <a:t>.</a:t>
            </a:r>
            <a:r>
              <a:rPr lang="zh-CN" altLang="zh-CN" sz="2800" b="1">
                <a:ea typeface="文鼎书宋简" charset="-122"/>
              </a:rPr>
              <a:t>2s</a:t>
            </a:r>
            <a:r>
              <a:rPr lang="zh-CN" altLang="zh-CN" sz="2800">
                <a:ea typeface="文鼎书宋简" charset="-122"/>
              </a:rPr>
              <a:t>\</a:t>
            </a:r>
            <a:r>
              <a:rPr lang="zh-CN" altLang="zh-CN" sz="2800" b="1">
                <a:ea typeface="文鼎书宋简" charset="-122"/>
              </a:rPr>
              <a:t>n</a:t>
            </a:r>
            <a:r>
              <a:rPr lang="en-US" altLang="zh-CN" sz="2800" b="1">
                <a:ea typeface="文鼎书宋简" charset="-122"/>
              </a:rPr>
              <a:t>”</a:t>
            </a:r>
            <a:r>
              <a:rPr lang="zh-CN" altLang="zh-CN" sz="2800" b="1">
                <a:latin typeface="Times New Roman" pitchFamily="18" charset="0"/>
                <a:ea typeface="文鼎书宋简" charset="-122"/>
              </a:rPr>
              <a:t>, </a:t>
            </a:r>
            <a:r>
              <a:rPr lang="zh-CN" altLang="zh-CN" sz="2800" b="1" dirty="0">
                <a:latin typeface="Times New Roman" pitchFamily="18" charset="0"/>
                <a:ea typeface="文鼎书宋简" charset="-122"/>
              </a:rPr>
              <a:t>“</a:t>
            </a:r>
            <a:r>
              <a:rPr lang="zh-CN" altLang="zh-CN" sz="2800" b="1" dirty="0">
                <a:ea typeface="文鼎书宋简" charset="-122"/>
              </a:rPr>
              <a:t>computer</a:t>
            </a:r>
            <a:r>
              <a:rPr lang="zh-CN" altLang="zh-CN" sz="2800" b="1" dirty="0">
                <a:latin typeface="Times New Roman" pitchFamily="18" charset="0"/>
                <a:ea typeface="文鼎书宋简" charset="-122"/>
              </a:rPr>
              <a:t>”, “</a:t>
            </a:r>
            <a:r>
              <a:rPr lang="zh-CN" altLang="zh-CN" sz="2800" b="1" dirty="0">
                <a:ea typeface="文鼎书宋简" charset="-122"/>
              </a:rPr>
              <a:t>computer</a:t>
            </a:r>
            <a:r>
              <a:rPr lang="zh-CN" altLang="zh-CN" sz="2800" b="1" dirty="0">
                <a:latin typeface="Times New Roman" pitchFamily="18" charset="0"/>
                <a:ea typeface="文鼎书宋简" charset="-122"/>
              </a:rPr>
              <a:t>” );</a:t>
            </a:r>
          </a:p>
          <a:p>
            <a:pPr algn="just">
              <a:lnSpc>
                <a:spcPct val="120000"/>
              </a:lnSpc>
              <a:spcBef>
                <a:spcPct val="0"/>
              </a:spcBef>
              <a:buFont typeface="Wingdings" pitchFamily="2" charset="2"/>
              <a:buNone/>
            </a:pPr>
            <a:r>
              <a:rPr lang="zh-CN" altLang="zh-CN" sz="2800" b="1" dirty="0">
                <a:latin typeface="Times New Roman" pitchFamily="18" charset="0"/>
                <a:ea typeface="文鼎书宋简" charset="-122"/>
              </a:rPr>
              <a:t>     </a:t>
            </a:r>
            <a:r>
              <a:rPr lang="zh-CN" altLang="zh-CN" sz="2800" b="1" dirty="0">
                <a:ea typeface="文鼎书宋简" charset="-122"/>
              </a:rPr>
              <a:t>}</a:t>
            </a:r>
          </a:p>
        </p:txBody>
      </p:sp>
      <p:sp>
        <p:nvSpPr>
          <p:cNvPr id="183299" name="Rectangle 3"/>
          <p:cNvSpPr>
            <a:spLocks noGrp="1" noChangeArrowheads="1"/>
          </p:cNvSpPr>
          <p:nvPr>
            <p:ph type="title"/>
          </p:nvPr>
        </p:nvSpPr>
        <p:spPr>
          <a:xfrm>
            <a:off x="2268538" y="347663"/>
            <a:ext cx="4171950" cy="552450"/>
          </a:xfrm>
          <a:noFill/>
          <a:ln/>
        </p:spPr>
        <p:txBody>
          <a:bodyPr/>
          <a:lstStyle/>
          <a:p>
            <a:r>
              <a:rPr lang="zh-CN" altLang="en-US" sz="2800">
                <a:solidFill>
                  <a:schemeClr val="tx1"/>
                </a:solidFill>
                <a:ea typeface="黑体" pitchFamily="49" charset="-122"/>
              </a:rPr>
              <a:t>例</a:t>
            </a:r>
            <a:r>
              <a:rPr lang="zh-CN" altLang="zh-CN" sz="2800">
                <a:solidFill>
                  <a:schemeClr val="tx1"/>
                </a:solidFill>
                <a:latin typeface="Times New Roman" pitchFamily="18" charset="0"/>
                <a:ea typeface="黑体" pitchFamily="49" charset="-122"/>
              </a:rPr>
              <a:t>:</a:t>
            </a:r>
          </a:p>
        </p:txBody>
      </p:sp>
      <p:sp>
        <p:nvSpPr>
          <p:cNvPr id="183300" name="Text Box 4"/>
          <p:cNvSpPr txBox="1">
            <a:spLocks noChangeArrowheads="1"/>
          </p:cNvSpPr>
          <p:nvPr/>
        </p:nvSpPr>
        <p:spPr bwMode="auto">
          <a:xfrm>
            <a:off x="7680326" y="301625"/>
            <a:ext cx="2620963" cy="1638300"/>
          </a:xfrm>
          <a:prstGeom prst="rect">
            <a:avLst/>
          </a:prstGeom>
          <a:solidFill>
            <a:schemeClr val="bg1"/>
          </a:solidFill>
          <a:ln w="28575" cmpd="sng">
            <a:solidFill>
              <a:srgbClr val="FF6600"/>
            </a:solidFill>
            <a:miter lim="800000"/>
            <a:headEnd/>
            <a:tailEnd/>
          </a:ln>
          <a:effectLst>
            <a:outerShdw dist="81320" dir="2319588" algn="ctr" rotWithShape="0">
              <a:schemeClr val="bg2"/>
            </a:outerShdw>
          </a:effectLst>
        </p:spPr>
        <p:txBody>
          <a:bodyPr>
            <a:spAutoFit/>
          </a:bodyPr>
          <a:lstStyle/>
          <a:p>
            <a:pPr fontAlgn="base">
              <a:spcBef>
                <a:spcPct val="50000"/>
              </a:spcBef>
              <a:spcAft>
                <a:spcPct val="0"/>
              </a:spcAft>
            </a:pPr>
            <a:r>
              <a:rPr lang="zh-CN" altLang="en-US" sz="2000" b="1">
                <a:solidFill>
                  <a:srgbClr val="FF6600"/>
                </a:solidFill>
                <a:latin typeface="楷体_GB2312" pitchFamily="49" charset="-122"/>
                <a:ea typeface="楷体_GB2312" pitchFamily="49" charset="-122"/>
              </a:rPr>
              <a:t>输出结果</a:t>
            </a:r>
            <a:r>
              <a:rPr lang="zh-CN" altLang="zh-CN" sz="2000" b="1">
                <a:solidFill>
                  <a:srgbClr val="FF6600"/>
                </a:solidFill>
                <a:latin typeface="楷体_GB2312" pitchFamily="49" charset="-122"/>
                <a:ea typeface="楷体_GB2312" pitchFamily="49" charset="-122"/>
              </a:rPr>
              <a:t>:</a:t>
            </a:r>
          </a:p>
          <a:p>
            <a:pPr eaLnBrk="0" fontAlgn="base" hangingPunct="0">
              <a:lnSpc>
                <a:spcPct val="90000"/>
              </a:lnSpc>
              <a:spcBef>
                <a:spcPct val="20000"/>
              </a:spcBef>
              <a:spcAft>
                <a:spcPct val="0"/>
              </a:spcAft>
            </a:pPr>
            <a:r>
              <a:rPr lang="zh-CN" altLang="zh-CN" sz="2000" b="1">
                <a:solidFill>
                  <a:srgbClr val="000000"/>
                </a:solidFill>
              </a:rPr>
              <a:t>'computer'  </a:t>
            </a:r>
          </a:p>
          <a:p>
            <a:pPr eaLnBrk="0" fontAlgn="base" hangingPunct="0">
              <a:lnSpc>
                <a:spcPct val="90000"/>
              </a:lnSpc>
              <a:spcBef>
                <a:spcPct val="0"/>
              </a:spcBef>
              <a:spcAft>
                <a:spcPct val="0"/>
              </a:spcAft>
            </a:pPr>
            <a:r>
              <a:rPr lang="zh-CN" altLang="zh-CN" sz="2000" b="1">
                <a:solidFill>
                  <a:srgbClr val="000000"/>
                </a:solidFill>
              </a:rPr>
              <a:t>computer</a:t>
            </a:r>
          </a:p>
          <a:p>
            <a:pPr eaLnBrk="0" fontAlgn="base" hangingPunct="0">
              <a:lnSpc>
                <a:spcPct val="90000"/>
              </a:lnSpc>
              <a:spcBef>
                <a:spcPct val="0"/>
              </a:spcBef>
              <a:spcAft>
                <a:spcPct val="0"/>
              </a:spcAft>
            </a:pPr>
            <a:r>
              <a:rPr lang="zh-CN" altLang="zh-CN" sz="2000" b="1">
                <a:solidFill>
                  <a:srgbClr val="000000"/>
                </a:solidFill>
              </a:rPr>
              <a:t>computer</a:t>
            </a:r>
          </a:p>
          <a:p>
            <a:pPr eaLnBrk="0" fontAlgn="base" hangingPunct="0">
              <a:lnSpc>
                <a:spcPct val="90000"/>
              </a:lnSpc>
              <a:spcBef>
                <a:spcPct val="0"/>
              </a:spcBef>
              <a:spcAft>
                <a:spcPct val="0"/>
              </a:spcAft>
            </a:pPr>
            <a:r>
              <a:rPr lang="zh-CN" altLang="zh-CN" sz="2000" b="1">
                <a:solidFill>
                  <a:srgbClr val="000000"/>
                </a:solidFill>
              </a:rPr>
              <a:t>com</a:t>
            </a:r>
            <a:r>
              <a:rPr lang="zh-CN" altLang="zh-CN" sz="2000" b="1" baseline="-25000">
                <a:solidFill>
                  <a:srgbClr val="CC0000"/>
                </a:solidFill>
                <a:latin typeface="黑体" pitchFamily="49" charset="-122"/>
              </a:rPr>
              <a:t>︺︺</a:t>
            </a:r>
            <a:r>
              <a:rPr lang="zh-CN" altLang="zh-CN" sz="2000" b="1">
                <a:solidFill>
                  <a:srgbClr val="000000"/>
                </a:solidFill>
                <a:latin typeface="Times New Roman" pitchFamily="18" charset="0"/>
              </a:rPr>
              <a:t>,</a:t>
            </a:r>
            <a:r>
              <a:rPr lang="zh-CN" altLang="zh-CN" sz="2000" b="1" baseline="-25000">
                <a:solidFill>
                  <a:srgbClr val="CC0000"/>
                </a:solidFill>
                <a:latin typeface="黑体" pitchFamily="49" charset="-122"/>
              </a:rPr>
              <a:t>︺︺︺︺︺︺</a:t>
            </a:r>
            <a:r>
              <a:rPr lang="zh-CN" altLang="zh-CN" sz="2000" b="1">
                <a:solidFill>
                  <a:srgbClr val="000000"/>
                </a:solidFill>
              </a:rPr>
              <a:t>co</a:t>
            </a:r>
            <a:r>
              <a:rPr lang="zh-CN" altLang="zh-CN" sz="2400" b="1">
                <a:solidFill>
                  <a:srgbClr val="2E2EBA"/>
                </a:solidFill>
                <a:latin typeface="黑体" pitchFamily="49" charset="-122"/>
              </a:rPr>
              <a:t>   </a:t>
            </a:r>
            <a:endParaRPr lang="zh-CN" altLang="zh-CN" sz="2000" b="1">
              <a:solidFill>
                <a:srgbClr val="000000"/>
              </a:solidFill>
              <a:latin typeface="Courier New" pitchFamily="49" charset="0"/>
              <a:ea typeface="宋体" pitchFamily="2" charset="-122"/>
            </a:endParaRPr>
          </a:p>
        </p:txBody>
      </p:sp>
    </p:spTree>
    <p:extLst>
      <p:ext uri="{BB962C8B-B14F-4D97-AF65-F5344CB8AC3E}">
        <p14:creationId xmlns:p14="http://schemas.microsoft.com/office/powerpoint/2010/main" val="83035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83300">
                                            <p:bg/>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83300">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83300">
                                            <p:txEl>
                                              <p:pRg st="1" end="1"/>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83300">
                                            <p:txEl>
                                              <p:pRg st="2" end="2"/>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83300">
                                            <p:txEl>
                                              <p:pRg st="3" end="3"/>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8330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300" grpId="0" build="p" animBg="1"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p:cNvSpPr>
            <a:spLocks noGrp="1" noChangeArrowheads="1"/>
          </p:cNvSpPr>
          <p:nvPr>
            <p:ph type="body" idx="1"/>
          </p:nvPr>
        </p:nvSpPr>
        <p:spPr>
          <a:xfrm>
            <a:off x="2163764" y="1295400"/>
            <a:ext cx="8385175" cy="4751388"/>
          </a:xfrm>
        </p:spPr>
        <p:txBody>
          <a:bodyPr/>
          <a:lstStyle/>
          <a:p>
            <a:pPr marL="185738" indent="-185738">
              <a:lnSpc>
                <a:spcPct val="110000"/>
              </a:lnSpc>
              <a:spcBef>
                <a:spcPct val="30000"/>
              </a:spcBef>
              <a:buClr>
                <a:srgbClr val="009900"/>
              </a:buClr>
              <a:buSzPct val="90000"/>
              <a:buFontTx/>
              <a:buChar char="•"/>
            </a:pPr>
            <a:r>
              <a:rPr lang="zh-CN" altLang="en-US" sz="2400" b="1" dirty="0">
                <a:latin typeface="黑体" pitchFamily="49" charset="-122"/>
              </a:rPr>
              <a:t>作用</a:t>
            </a:r>
            <a:r>
              <a:rPr lang="zh-CN" altLang="zh-CN" sz="2400" b="1" dirty="0">
                <a:latin typeface="Times New Roman" pitchFamily="18" charset="0"/>
              </a:rPr>
              <a:t>:  </a:t>
            </a:r>
            <a:r>
              <a:rPr lang="zh-CN" altLang="en-US" sz="2400" b="1" dirty="0">
                <a:latin typeface="Times New Roman" pitchFamily="18" charset="0"/>
              </a:rPr>
              <a:t>以小数形式输出单、双精度实数</a:t>
            </a:r>
            <a:r>
              <a:rPr lang="zh-CN" altLang="en-US" sz="2400" b="1" dirty="0"/>
              <a:t>。</a:t>
            </a:r>
          </a:p>
          <a:p>
            <a:pPr marL="185738" indent="-185738">
              <a:lnSpc>
                <a:spcPct val="120000"/>
              </a:lnSpc>
              <a:spcBef>
                <a:spcPct val="80000"/>
              </a:spcBef>
              <a:buClr>
                <a:srgbClr val="009900"/>
              </a:buClr>
              <a:buSzPct val="90000"/>
              <a:buFontTx/>
              <a:buChar char="•"/>
            </a:pPr>
            <a:r>
              <a:rPr lang="zh-CN" altLang="en-US" sz="2400" b="1" dirty="0">
                <a:latin typeface="黑体" pitchFamily="49" charset="-122"/>
              </a:rPr>
              <a:t>格式</a:t>
            </a:r>
            <a:r>
              <a:rPr lang="zh-CN" altLang="zh-CN" sz="2400" b="1" dirty="0">
                <a:latin typeface="Times New Roman" pitchFamily="18" charset="0"/>
              </a:rPr>
              <a:t>:</a:t>
            </a:r>
            <a:r>
              <a:rPr lang="zh-CN" altLang="zh-CN" sz="2400" b="1" dirty="0">
                <a:latin typeface="黑体" pitchFamily="49" charset="-122"/>
              </a:rPr>
              <a:t>       </a:t>
            </a:r>
            <a:r>
              <a:rPr lang="zh-CN" altLang="zh-CN" sz="2400" b="1" dirty="0">
                <a:solidFill>
                  <a:schemeClr val="hlink"/>
                </a:solidFill>
                <a:latin typeface="宋体" pitchFamily="2" charset="-122"/>
              </a:rPr>
              <a:t>①  </a:t>
            </a:r>
            <a:r>
              <a:rPr lang="zh-CN" altLang="zh-CN" sz="2400" b="1" dirty="0">
                <a:solidFill>
                  <a:schemeClr val="hlink"/>
                </a:solidFill>
              </a:rPr>
              <a:t>%f</a:t>
            </a:r>
          </a:p>
          <a:p>
            <a:pPr marL="185738" indent="-185738">
              <a:buClrTx/>
              <a:buSzTx/>
              <a:buNone/>
            </a:pPr>
            <a:r>
              <a:rPr lang="zh-CN" altLang="zh-CN" sz="2400" b="1" dirty="0">
                <a:solidFill>
                  <a:schemeClr val="hlink"/>
                </a:solidFill>
                <a:latin typeface="宋体" pitchFamily="2" charset="-122"/>
              </a:rPr>
              <a:t>           </a:t>
            </a:r>
            <a:r>
              <a:rPr lang="zh-CN" altLang="zh-CN" sz="2000" b="1" dirty="0">
                <a:solidFill>
                  <a:schemeClr val="hlink"/>
                </a:solidFill>
                <a:latin typeface="宋体" pitchFamily="2" charset="-122"/>
              </a:rPr>
              <a:t>  </a:t>
            </a:r>
            <a:r>
              <a:rPr lang="zh-CN" altLang="zh-CN" sz="2400" b="1" dirty="0">
                <a:solidFill>
                  <a:schemeClr val="hlink"/>
                </a:solidFill>
                <a:latin typeface="宋体" pitchFamily="2" charset="-122"/>
              </a:rPr>
              <a:t>②  </a:t>
            </a:r>
            <a:r>
              <a:rPr lang="zh-CN" altLang="zh-CN" sz="2400" b="1" dirty="0">
                <a:solidFill>
                  <a:schemeClr val="hlink"/>
                </a:solidFill>
              </a:rPr>
              <a:t>%m</a:t>
            </a:r>
            <a:r>
              <a:rPr lang="zh-CN" altLang="zh-CN" sz="2400" b="1" dirty="0">
                <a:latin typeface="Times New Roman" pitchFamily="18" charset="0"/>
              </a:rPr>
              <a:t>.</a:t>
            </a:r>
            <a:r>
              <a:rPr lang="zh-CN" altLang="zh-CN" sz="2400" b="1" dirty="0">
                <a:solidFill>
                  <a:schemeClr val="hlink"/>
                </a:solidFill>
              </a:rPr>
              <a:t>nf</a:t>
            </a:r>
          </a:p>
          <a:p>
            <a:pPr marL="185738" indent="-185738">
              <a:lnSpc>
                <a:spcPct val="115000"/>
              </a:lnSpc>
              <a:spcBef>
                <a:spcPct val="55000"/>
              </a:spcBef>
              <a:buClrTx/>
              <a:buSzTx/>
              <a:buNone/>
            </a:pPr>
            <a:r>
              <a:rPr lang="zh-CN" altLang="zh-CN" sz="2400" b="1" dirty="0">
                <a:latin typeface="黑体" pitchFamily="49" charset="-122"/>
              </a:rPr>
              <a:t> </a:t>
            </a:r>
          </a:p>
          <a:p>
            <a:pPr marL="185738" indent="-185738">
              <a:lnSpc>
                <a:spcPct val="115000"/>
              </a:lnSpc>
              <a:spcBef>
                <a:spcPct val="15000"/>
              </a:spcBef>
              <a:buClrTx/>
              <a:buSzTx/>
              <a:buNone/>
            </a:pPr>
            <a:r>
              <a:rPr lang="zh-CN" altLang="zh-CN" sz="2400" b="1" dirty="0">
                <a:latin typeface="黑体" pitchFamily="49" charset="-122"/>
              </a:rPr>
              <a:t> </a:t>
            </a:r>
            <a:r>
              <a:rPr lang="zh-CN" altLang="en-US" sz="2400" b="1" dirty="0">
                <a:latin typeface="黑体" pitchFamily="49" charset="-122"/>
              </a:rPr>
              <a:t>其中</a:t>
            </a:r>
            <a:r>
              <a:rPr lang="zh-CN" altLang="zh-CN" sz="2400" b="1" dirty="0">
                <a:latin typeface="Times New Roman" pitchFamily="18" charset="0"/>
              </a:rPr>
              <a:t>:</a:t>
            </a:r>
            <a:r>
              <a:rPr lang="zh-CN" altLang="zh-CN" sz="2400" b="1" dirty="0">
                <a:latin typeface="黑体" pitchFamily="49" charset="-122"/>
              </a:rPr>
              <a:t> </a:t>
            </a:r>
            <a:r>
              <a:rPr lang="zh-CN" altLang="zh-CN" sz="2400" b="1" dirty="0">
                <a:latin typeface="Arial" pitchFamily="34" charset="0"/>
              </a:rPr>
              <a:t>%f</a:t>
            </a:r>
            <a:r>
              <a:rPr lang="zh-CN" altLang="zh-CN" sz="2400" b="1" dirty="0">
                <a:latin typeface="Times New Roman"/>
              </a:rPr>
              <a:t>—</a:t>
            </a:r>
            <a:r>
              <a:rPr lang="zh-CN" altLang="en-US" sz="2400" b="1" dirty="0"/>
              <a:t>整数部分全部输出</a:t>
            </a:r>
            <a:r>
              <a:rPr lang="zh-CN" altLang="zh-CN" sz="2400" b="1" dirty="0">
                <a:latin typeface="Times New Roman" pitchFamily="18" charset="0"/>
              </a:rPr>
              <a:t>, </a:t>
            </a:r>
            <a:r>
              <a:rPr lang="zh-CN" altLang="en-US" sz="2400" b="1" dirty="0">
                <a:latin typeface="Times New Roman" pitchFamily="18" charset="0"/>
              </a:rPr>
              <a:t>隐含</a:t>
            </a:r>
            <a:r>
              <a:rPr lang="zh-CN" altLang="en-US" sz="2400" b="1" dirty="0"/>
              <a:t>输出</a:t>
            </a:r>
            <a:r>
              <a:rPr lang="zh-CN" altLang="zh-CN" sz="2800" b="1" dirty="0">
                <a:solidFill>
                  <a:srgbClr val="FF0000"/>
                </a:solidFill>
                <a:effectLst>
                  <a:outerShdw blurRad="38100" dist="38100" dir="2700000" algn="tl">
                    <a:srgbClr val="000000">
                      <a:alpha val="43137"/>
                    </a:srgbClr>
                  </a:outerShdw>
                </a:effectLst>
              </a:rPr>
              <a:t>6</a:t>
            </a:r>
            <a:r>
              <a:rPr lang="zh-CN" altLang="en-US" sz="2400" b="1" dirty="0"/>
              <a:t>位小数。</a:t>
            </a:r>
            <a:endParaRPr lang="zh-CN" altLang="en-US" sz="2400" b="1" dirty="0">
              <a:latin typeface="Times New Roman" pitchFamily="18" charset="0"/>
            </a:endParaRPr>
          </a:p>
          <a:p>
            <a:pPr marL="185738" indent="-185738">
              <a:lnSpc>
                <a:spcPct val="115000"/>
              </a:lnSpc>
              <a:spcBef>
                <a:spcPct val="35000"/>
              </a:spcBef>
              <a:buClrTx/>
              <a:buSzTx/>
              <a:buNone/>
            </a:pPr>
            <a:r>
              <a:rPr lang="zh-CN" altLang="en-US" sz="2400" b="1" dirty="0">
                <a:latin typeface="黑体" pitchFamily="49" charset="-122"/>
              </a:rPr>
              <a:t>       </a:t>
            </a:r>
            <a:r>
              <a:rPr lang="zh-CN" altLang="zh-CN" sz="2400" b="1" dirty="0"/>
              <a:t>m</a:t>
            </a:r>
            <a:r>
              <a:rPr lang="zh-CN" altLang="zh-CN" sz="2400" b="1" dirty="0">
                <a:latin typeface="Times New Roman"/>
              </a:rPr>
              <a:t>—</a:t>
            </a:r>
            <a:r>
              <a:rPr lang="zh-CN" altLang="en-US" sz="2400" b="1" dirty="0">
                <a:latin typeface="黑体" pitchFamily="49" charset="-122"/>
              </a:rPr>
              <a:t>字段宽度</a:t>
            </a:r>
            <a:r>
              <a:rPr lang="zh-CN" altLang="zh-CN" sz="2400" b="1" dirty="0">
                <a:latin typeface="Times New Roman" pitchFamily="18" charset="0"/>
              </a:rPr>
              <a:t>(</a:t>
            </a:r>
            <a:r>
              <a:rPr lang="zh-CN" altLang="en-US" sz="2400" b="1" dirty="0">
                <a:latin typeface="黑体" pitchFamily="49" charset="-122"/>
              </a:rPr>
              <a:t>整数、小数位数、数符、小数点</a:t>
            </a:r>
            <a:r>
              <a:rPr lang="zh-CN" altLang="zh-CN" sz="2400" b="1" dirty="0">
                <a:latin typeface="Times New Roman" pitchFamily="18" charset="0"/>
              </a:rPr>
              <a:t>)</a:t>
            </a:r>
          </a:p>
          <a:p>
            <a:pPr marL="185738" indent="-185738">
              <a:lnSpc>
                <a:spcPct val="115000"/>
              </a:lnSpc>
              <a:spcBef>
                <a:spcPct val="35000"/>
              </a:spcBef>
              <a:buClrTx/>
              <a:buSzTx/>
              <a:buNone/>
            </a:pPr>
            <a:r>
              <a:rPr lang="zh-CN" altLang="zh-CN" sz="2400" b="1" dirty="0">
                <a:latin typeface="黑体" pitchFamily="49" charset="-122"/>
              </a:rPr>
              <a:t>       </a:t>
            </a:r>
            <a:r>
              <a:rPr lang="zh-CN" altLang="zh-CN" sz="2400" b="1" dirty="0"/>
              <a:t>n </a:t>
            </a:r>
            <a:r>
              <a:rPr lang="zh-CN" altLang="zh-CN" sz="2400" b="1" dirty="0">
                <a:latin typeface="Times New Roman"/>
              </a:rPr>
              <a:t>—</a:t>
            </a:r>
            <a:r>
              <a:rPr lang="zh-CN" altLang="en-US" sz="2400" b="1" dirty="0">
                <a:latin typeface="黑体" pitchFamily="49" charset="-122"/>
              </a:rPr>
              <a:t>小数位数的个数</a:t>
            </a:r>
            <a:r>
              <a:rPr lang="zh-CN" altLang="zh-CN" sz="2400" b="1" dirty="0">
                <a:latin typeface="Times New Roman" pitchFamily="18" charset="0"/>
              </a:rPr>
              <a:t>, </a:t>
            </a:r>
            <a:r>
              <a:rPr lang="zh-CN" altLang="en-US" sz="2400" b="1" dirty="0">
                <a:latin typeface="黑体" pitchFamily="49" charset="-122"/>
              </a:rPr>
              <a:t>如</a:t>
            </a:r>
            <a:r>
              <a:rPr lang="zh-CN" altLang="zh-CN" sz="2400" b="1" dirty="0">
                <a:latin typeface="Times New Roman" pitchFamily="18" charset="0"/>
              </a:rPr>
              <a:t>:</a:t>
            </a:r>
            <a:r>
              <a:rPr lang="zh-CN" altLang="zh-CN" sz="2400" b="1" dirty="0">
                <a:latin typeface="黑体" pitchFamily="49" charset="-122"/>
              </a:rPr>
              <a:t> </a:t>
            </a:r>
            <a:r>
              <a:rPr lang="zh-CN" altLang="zh-CN" sz="2400" b="1" dirty="0"/>
              <a:t>%12</a:t>
            </a:r>
            <a:r>
              <a:rPr lang="zh-CN" altLang="zh-CN" sz="2400" b="1" dirty="0">
                <a:latin typeface="Times New Roman" pitchFamily="18" charset="0"/>
              </a:rPr>
              <a:t>.</a:t>
            </a:r>
            <a:r>
              <a:rPr lang="zh-CN" altLang="zh-CN" sz="2400" b="1" dirty="0"/>
              <a:t>4f</a:t>
            </a:r>
          </a:p>
        </p:txBody>
      </p:sp>
      <p:sp>
        <p:nvSpPr>
          <p:cNvPr id="184323" name="Rectangle 3"/>
          <p:cNvSpPr>
            <a:spLocks noChangeArrowheads="1"/>
          </p:cNvSpPr>
          <p:nvPr/>
        </p:nvSpPr>
        <p:spPr bwMode="auto">
          <a:xfrm>
            <a:off x="4008438" y="1982789"/>
            <a:ext cx="2438400" cy="1057275"/>
          </a:xfrm>
          <a:prstGeom prst="rect">
            <a:avLst/>
          </a:prstGeom>
          <a:noFill/>
          <a:ln w="22225" cmpd="sng">
            <a:solidFill>
              <a:srgbClr val="CC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a:solidFill>
                <a:srgbClr val="000000"/>
              </a:solidFill>
              <a:ea typeface="Dotum" pitchFamily="34" charset="-127"/>
            </a:endParaRPr>
          </a:p>
        </p:txBody>
      </p:sp>
      <p:sp>
        <p:nvSpPr>
          <p:cNvPr id="184324" name="Rectangle 4"/>
          <p:cNvSpPr>
            <a:spLocks noGrp="1" noChangeArrowheads="1"/>
          </p:cNvSpPr>
          <p:nvPr>
            <p:ph type="title"/>
          </p:nvPr>
        </p:nvSpPr>
        <p:spPr>
          <a:xfrm>
            <a:off x="2376489" y="142876"/>
            <a:ext cx="5805487" cy="708025"/>
          </a:xfrm>
          <a:noFill/>
          <a:ln/>
        </p:spPr>
        <p:txBody>
          <a:bodyPr/>
          <a:lstStyle/>
          <a:p>
            <a:r>
              <a:rPr lang="zh-CN" altLang="zh-CN" sz="2800">
                <a:solidFill>
                  <a:schemeClr val="tx1"/>
                </a:solidFill>
                <a:latin typeface="黑体" pitchFamily="49" charset="-122"/>
                <a:ea typeface="黑体" pitchFamily="49" charset="-122"/>
              </a:rPr>
              <a:t>5</a:t>
            </a:r>
            <a:r>
              <a:rPr lang="zh-CN" altLang="zh-CN" sz="2800">
                <a:solidFill>
                  <a:schemeClr val="tx1"/>
                </a:solidFill>
                <a:latin typeface="Times New Roman" pitchFamily="18" charset="0"/>
                <a:ea typeface="黑体" pitchFamily="49" charset="-122"/>
              </a:rPr>
              <a:t>)</a:t>
            </a:r>
            <a:r>
              <a:rPr lang="zh-CN" altLang="zh-CN" sz="2800">
                <a:solidFill>
                  <a:schemeClr val="tx1"/>
                </a:solidFill>
                <a:ea typeface="黑体" pitchFamily="49" charset="-122"/>
              </a:rPr>
              <a:t> </a:t>
            </a:r>
            <a:r>
              <a:rPr lang="zh-CN" altLang="zh-CN" sz="2800">
                <a:solidFill>
                  <a:schemeClr val="tx1"/>
                </a:solidFill>
                <a:latin typeface="Arial" pitchFamily="34" charset="0"/>
                <a:ea typeface="黑体" pitchFamily="49" charset="-122"/>
              </a:rPr>
              <a:t>f</a:t>
            </a:r>
            <a:r>
              <a:rPr lang="zh-CN" altLang="zh-CN" sz="2800">
                <a:solidFill>
                  <a:schemeClr val="tx1"/>
                </a:solidFill>
                <a:ea typeface="黑体" pitchFamily="49" charset="-122"/>
              </a:rPr>
              <a:t> </a:t>
            </a:r>
            <a:r>
              <a:rPr lang="zh-CN" altLang="en-US" sz="2800">
                <a:solidFill>
                  <a:schemeClr val="tx1"/>
                </a:solidFill>
                <a:latin typeface="黑体" pitchFamily="49" charset="-122"/>
                <a:ea typeface="黑体" pitchFamily="49" charset="-122"/>
              </a:rPr>
              <a:t>格式符</a:t>
            </a:r>
          </a:p>
        </p:txBody>
      </p:sp>
    </p:spTree>
    <p:extLst>
      <p:ext uri="{BB962C8B-B14F-4D97-AF65-F5344CB8AC3E}">
        <p14:creationId xmlns:p14="http://schemas.microsoft.com/office/powerpoint/2010/main" val="12561645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p:cNvSpPr>
            <a:spLocks noGrp="1" noChangeArrowheads="1"/>
          </p:cNvSpPr>
          <p:nvPr>
            <p:ph type="title"/>
          </p:nvPr>
        </p:nvSpPr>
        <p:spPr>
          <a:xfrm>
            <a:off x="2409825" y="-90488"/>
            <a:ext cx="7620000" cy="862013"/>
          </a:xfrm>
        </p:spPr>
        <p:txBody>
          <a:bodyPr/>
          <a:lstStyle/>
          <a:p>
            <a:r>
              <a:rPr lang="zh-CN" altLang="en-US" sz="2800">
                <a:solidFill>
                  <a:schemeClr val="tx1"/>
                </a:solidFill>
                <a:ea typeface="黑体" pitchFamily="49" charset="-122"/>
              </a:rPr>
              <a:t>例</a:t>
            </a:r>
            <a:r>
              <a:rPr lang="zh-CN" altLang="zh-CN" sz="2800">
                <a:solidFill>
                  <a:schemeClr val="tx1"/>
                </a:solidFill>
                <a:latin typeface="Times New Roman" pitchFamily="18" charset="0"/>
                <a:ea typeface="黑体" pitchFamily="49" charset="-122"/>
              </a:rPr>
              <a:t>:</a:t>
            </a:r>
          </a:p>
        </p:txBody>
      </p:sp>
      <p:sp>
        <p:nvSpPr>
          <p:cNvPr id="185347" name="Rectangle 3"/>
          <p:cNvSpPr>
            <a:spLocks noGrp="1" noChangeArrowheads="1"/>
          </p:cNvSpPr>
          <p:nvPr>
            <p:ph type="body" idx="1"/>
          </p:nvPr>
        </p:nvSpPr>
        <p:spPr>
          <a:xfrm>
            <a:off x="1343472" y="980728"/>
            <a:ext cx="8528050" cy="4152900"/>
          </a:xfrm>
        </p:spPr>
        <p:txBody>
          <a:bodyPr/>
          <a:lstStyle/>
          <a:p>
            <a:pPr>
              <a:spcBef>
                <a:spcPct val="50000"/>
              </a:spcBef>
              <a:buClrTx/>
              <a:buSzTx/>
              <a:buFontTx/>
              <a:buNone/>
            </a:pPr>
            <a:r>
              <a:rPr lang="en-US" altLang="zh-CN" sz="2400" b="1"/>
              <a:t>#include&lt;stdio.h&gt;     </a:t>
            </a:r>
          </a:p>
          <a:p>
            <a:pPr>
              <a:spcBef>
                <a:spcPct val="50000"/>
              </a:spcBef>
              <a:buClrTx/>
              <a:buSzTx/>
              <a:buFontTx/>
              <a:buNone/>
            </a:pPr>
            <a:r>
              <a:rPr lang="en-US" altLang="zh-CN" sz="2400" b="1"/>
              <a:t>main( )</a:t>
            </a:r>
          </a:p>
          <a:p>
            <a:pPr>
              <a:spcBef>
                <a:spcPct val="50000"/>
              </a:spcBef>
              <a:buClrTx/>
              <a:buSzTx/>
              <a:buFontTx/>
              <a:buNone/>
            </a:pPr>
            <a:r>
              <a:rPr lang="en-US" altLang="zh-CN" sz="2400" b="1"/>
              <a:t>{ </a:t>
            </a:r>
          </a:p>
          <a:p>
            <a:pPr>
              <a:spcBef>
                <a:spcPct val="50000"/>
              </a:spcBef>
              <a:buClrTx/>
              <a:buSzTx/>
              <a:buFontTx/>
              <a:buNone/>
            </a:pPr>
            <a:r>
              <a:rPr lang="en-US" altLang="zh-CN" sz="2400" b="1"/>
              <a:t>	float  x=123.456;</a:t>
            </a:r>
          </a:p>
          <a:p>
            <a:pPr>
              <a:spcBef>
                <a:spcPct val="50000"/>
              </a:spcBef>
              <a:buClrTx/>
              <a:buSzTx/>
              <a:buFontTx/>
              <a:buNone/>
            </a:pPr>
            <a:r>
              <a:rPr lang="en-US" altLang="zh-CN" sz="2400" b="1"/>
              <a:t>	double  y=321.654321;</a:t>
            </a:r>
          </a:p>
          <a:p>
            <a:pPr>
              <a:spcBef>
                <a:spcPct val="50000"/>
              </a:spcBef>
              <a:buClrTx/>
              <a:buSzTx/>
              <a:buFontTx/>
              <a:buNone/>
            </a:pPr>
            <a:r>
              <a:rPr lang="en-US" altLang="zh-CN" sz="2400" b="1"/>
              <a:t>	printf("%f\n",x);</a:t>
            </a:r>
          </a:p>
          <a:p>
            <a:pPr>
              <a:spcBef>
                <a:spcPct val="50000"/>
              </a:spcBef>
              <a:buClrTx/>
              <a:buSzTx/>
              <a:buFontTx/>
              <a:buNone/>
            </a:pPr>
            <a:r>
              <a:rPr lang="en-US" altLang="zh-CN" sz="2400" b="1"/>
              <a:t>	printf("|%10.4f|\n",x);</a:t>
            </a:r>
          </a:p>
          <a:p>
            <a:pPr>
              <a:spcBef>
                <a:spcPct val="50000"/>
              </a:spcBef>
              <a:buClrTx/>
              <a:buSzTx/>
              <a:buFontTx/>
              <a:buNone/>
            </a:pPr>
            <a:r>
              <a:rPr lang="en-US" altLang="zh-CN" sz="2400" b="1"/>
              <a:t>	printf("|%-7.2f|\n",x) ;</a:t>
            </a:r>
          </a:p>
          <a:p>
            <a:pPr>
              <a:spcBef>
                <a:spcPct val="50000"/>
              </a:spcBef>
              <a:buClrTx/>
              <a:buSzTx/>
              <a:buFontTx/>
              <a:buNone/>
            </a:pPr>
            <a:r>
              <a:rPr lang="en-US" altLang="zh-CN" sz="2400" b="1"/>
              <a:t>	printf("%.10f\n", y);  </a:t>
            </a:r>
          </a:p>
          <a:p>
            <a:pPr>
              <a:spcBef>
                <a:spcPct val="50000"/>
              </a:spcBef>
              <a:buClrTx/>
              <a:buSzTx/>
              <a:buFontTx/>
              <a:buNone/>
            </a:pPr>
            <a:r>
              <a:rPr lang="en-US" altLang="zh-CN" sz="2400" b="1"/>
              <a:t>	printf("%.0f\n",y); </a:t>
            </a:r>
          </a:p>
          <a:p>
            <a:pPr>
              <a:spcBef>
                <a:spcPct val="50000"/>
              </a:spcBef>
              <a:buClrTx/>
              <a:buSzTx/>
              <a:buFontTx/>
              <a:buNone/>
            </a:pPr>
            <a:r>
              <a:rPr lang="en-US" altLang="zh-CN" sz="2400" b="1"/>
              <a:t>}</a:t>
            </a:r>
            <a:endParaRPr lang="zh-CN" altLang="zh-CN" sz="2400" b="1" dirty="0">
              <a:latin typeface="Times New Roman" pitchFamily="18" charset="0"/>
            </a:endParaRPr>
          </a:p>
        </p:txBody>
      </p:sp>
      <p:sp>
        <p:nvSpPr>
          <p:cNvPr id="185348" name="Text Box 4"/>
          <p:cNvSpPr txBox="1">
            <a:spLocks noChangeArrowheads="1"/>
          </p:cNvSpPr>
          <p:nvPr/>
        </p:nvSpPr>
        <p:spPr bwMode="auto">
          <a:xfrm>
            <a:off x="6888088" y="3140968"/>
            <a:ext cx="3240360" cy="33691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fontAlgn="base" hangingPunct="0">
              <a:lnSpc>
                <a:spcPct val="90000"/>
              </a:lnSpc>
              <a:spcBef>
                <a:spcPct val="0"/>
              </a:spcBef>
              <a:spcAft>
                <a:spcPts val="2000"/>
              </a:spcAft>
            </a:pPr>
            <a:r>
              <a:rPr lang="zh-CN" altLang="en-US" sz="2400" b="1" dirty="0">
                <a:solidFill>
                  <a:srgbClr val="000000"/>
                </a:solidFill>
                <a:latin typeface="楷体_GB2312" pitchFamily="49" charset="-122"/>
                <a:ea typeface="楷体_GB2312" pitchFamily="49" charset="-122"/>
              </a:rPr>
              <a:t>输出结果</a:t>
            </a:r>
            <a:r>
              <a:rPr lang="zh-CN" altLang="zh-CN" sz="2400" b="1">
                <a:solidFill>
                  <a:srgbClr val="000000"/>
                </a:solidFill>
                <a:latin typeface="楷体_GB2312" pitchFamily="49" charset="-122"/>
                <a:ea typeface="楷体_GB2312" pitchFamily="49" charset="-122"/>
              </a:rPr>
              <a:t>:</a:t>
            </a:r>
            <a:r>
              <a:rPr lang="zh-CN" altLang="zh-CN" sz="1200" b="1">
                <a:solidFill>
                  <a:srgbClr val="000000"/>
                </a:solidFill>
                <a:latin typeface="楷体_GB2312" pitchFamily="49" charset="-122"/>
                <a:ea typeface="楷体_GB2312" pitchFamily="49" charset="-122"/>
              </a:rPr>
              <a:t> </a:t>
            </a:r>
            <a:r>
              <a:rPr lang="zh-CN" altLang="zh-CN" sz="1200" b="1">
                <a:solidFill>
                  <a:srgbClr val="3333CC"/>
                </a:solidFill>
                <a:latin typeface="黑体" pitchFamily="49" charset="-122"/>
              </a:rPr>
              <a:t> </a:t>
            </a:r>
            <a:endParaRPr lang="en-US" altLang="zh-CN" sz="1200" b="1">
              <a:solidFill>
                <a:srgbClr val="3333CC"/>
              </a:solidFill>
              <a:latin typeface="黑体" pitchFamily="49" charset="-122"/>
            </a:endParaRPr>
          </a:p>
          <a:p>
            <a:pPr eaLnBrk="0" fontAlgn="base" hangingPunct="0">
              <a:lnSpc>
                <a:spcPct val="90000"/>
              </a:lnSpc>
              <a:spcBef>
                <a:spcPct val="0"/>
              </a:spcBef>
              <a:spcAft>
                <a:spcPts val="2000"/>
              </a:spcAft>
            </a:pPr>
            <a:r>
              <a:rPr lang="en-US" altLang="zh-CN" sz="2400" b="1">
                <a:solidFill>
                  <a:srgbClr val="FF0000"/>
                </a:solidFill>
              </a:rPr>
              <a:t>123.456001</a:t>
            </a:r>
          </a:p>
          <a:p>
            <a:pPr eaLnBrk="0" fontAlgn="base" hangingPunct="0">
              <a:lnSpc>
                <a:spcPct val="90000"/>
              </a:lnSpc>
              <a:spcBef>
                <a:spcPct val="0"/>
              </a:spcBef>
              <a:spcAft>
                <a:spcPts val="2000"/>
              </a:spcAft>
            </a:pPr>
            <a:r>
              <a:rPr lang="en-US" altLang="zh-CN" sz="2400" b="1">
                <a:solidFill>
                  <a:srgbClr val="FF0000"/>
                </a:solidFill>
              </a:rPr>
              <a:t>|  123.4560|</a:t>
            </a:r>
          </a:p>
          <a:p>
            <a:pPr eaLnBrk="0" fontAlgn="base" hangingPunct="0">
              <a:lnSpc>
                <a:spcPct val="90000"/>
              </a:lnSpc>
              <a:spcBef>
                <a:spcPct val="0"/>
              </a:spcBef>
              <a:spcAft>
                <a:spcPts val="2000"/>
              </a:spcAft>
            </a:pPr>
            <a:r>
              <a:rPr lang="en-US" altLang="zh-CN" sz="2400" b="1">
                <a:solidFill>
                  <a:srgbClr val="FF0000"/>
                </a:solidFill>
              </a:rPr>
              <a:t>|123.46 |</a:t>
            </a:r>
          </a:p>
          <a:p>
            <a:pPr eaLnBrk="0" fontAlgn="base" hangingPunct="0">
              <a:lnSpc>
                <a:spcPct val="90000"/>
              </a:lnSpc>
              <a:spcBef>
                <a:spcPct val="0"/>
              </a:spcBef>
              <a:spcAft>
                <a:spcPts val="2000"/>
              </a:spcAft>
            </a:pPr>
            <a:r>
              <a:rPr lang="en-US" altLang="zh-CN" sz="2400" b="1">
                <a:solidFill>
                  <a:srgbClr val="FF0000"/>
                </a:solidFill>
              </a:rPr>
              <a:t>321.6543210000</a:t>
            </a:r>
          </a:p>
          <a:p>
            <a:pPr eaLnBrk="0" fontAlgn="base" hangingPunct="0">
              <a:lnSpc>
                <a:spcPct val="90000"/>
              </a:lnSpc>
              <a:spcBef>
                <a:spcPct val="0"/>
              </a:spcBef>
              <a:spcAft>
                <a:spcPts val="2000"/>
              </a:spcAft>
            </a:pPr>
            <a:r>
              <a:rPr lang="en-US" altLang="zh-CN" sz="2400" b="1">
                <a:solidFill>
                  <a:srgbClr val="FF0000"/>
                </a:solidFill>
              </a:rPr>
              <a:t>322</a:t>
            </a:r>
            <a:endParaRPr lang="zh-CN" altLang="zh-CN" sz="2400" b="1" dirty="0">
              <a:solidFill>
                <a:srgbClr val="FF0000"/>
              </a:solidFill>
            </a:endParaRPr>
          </a:p>
        </p:txBody>
      </p:sp>
    </p:spTree>
    <p:extLst>
      <p:ext uri="{BB962C8B-B14F-4D97-AF65-F5344CB8AC3E}">
        <p14:creationId xmlns:p14="http://schemas.microsoft.com/office/powerpoint/2010/main" val="2584207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85348"/>
                                        </p:tgtEl>
                                        <p:attrNameLst>
                                          <p:attrName>style.visibility</p:attrName>
                                        </p:attrNameLst>
                                      </p:cBhvr>
                                      <p:to>
                                        <p:strVal val="visible"/>
                                      </p:to>
                                    </p:set>
                                    <p:animEffect transition="in" filter="wipe(up)">
                                      <p:cBhvr>
                                        <p:cTn id="7" dur="500"/>
                                        <p:tgtEl>
                                          <p:spTgt spid="1853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34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p:cNvSpPr>
            <a:spLocks noGrp="1" noChangeArrowheads="1"/>
          </p:cNvSpPr>
          <p:nvPr>
            <p:ph type="body" idx="1"/>
          </p:nvPr>
        </p:nvSpPr>
        <p:spPr>
          <a:xfrm>
            <a:off x="2103438" y="1204914"/>
            <a:ext cx="8494712" cy="5291137"/>
          </a:xfrm>
        </p:spPr>
        <p:txBody>
          <a:bodyPr/>
          <a:lstStyle/>
          <a:p>
            <a:pPr marL="271463" indent="-271463">
              <a:lnSpc>
                <a:spcPct val="115000"/>
              </a:lnSpc>
            </a:pPr>
            <a:r>
              <a:rPr lang="zh-CN" altLang="en-US" sz="2400" b="1">
                <a:latin typeface="黑体" pitchFamily="49" charset="-122"/>
              </a:rPr>
              <a:t>作用</a:t>
            </a:r>
            <a:r>
              <a:rPr lang="zh-CN" altLang="zh-CN" sz="2400" b="1">
                <a:latin typeface="Times New Roman" pitchFamily="18" charset="0"/>
              </a:rPr>
              <a:t>:   </a:t>
            </a:r>
            <a:r>
              <a:rPr lang="zh-CN" altLang="en-US" sz="2400" b="1">
                <a:latin typeface="黑体" pitchFamily="49" charset="-122"/>
              </a:rPr>
              <a:t>以</a:t>
            </a:r>
            <a:r>
              <a:rPr lang="zh-CN" altLang="en-US" sz="2400" b="1">
                <a:solidFill>
                  <a:schemeClr val="hlink"/>
                </a:solidFill>
                <a:latin typeface="黑体" pitchFamily="49" charset="-122"/>
              </a:rPr>
              <a:t>标准化</a:t>
            </a:r>
            <a:r>
              <a:rPr lang="zh-CN" altLang="en-US" sz="2400" b="1">
                <a:latin typeface="黑体" pitchFamily="49" charset="-122"/>
              </a:rPr>
              <a:t>的</a:t>
            </a:r>
            <a:r>
              <a:rPr lang="zh-CN" altLang="en-US" sz="2400" b="1">
                <a:solidFill>
                  <a:srgbClr val="FF0000"/>
                </a:solidFill>
                <a:latin typeface="Times New Roman" pitchFamily="18" charset="0"/>
              </a:rPr>
              <a:t>指数形式</a:t>
            </a:r>
            <a:r>
              <a:rPr lang="zh-CN" altLang="en-US" sz="2400" b="1">
                <a:latin typeface="Times New Roman" pitchFamily="18" charset="0"/>
              </a:rPr>
              <a:t>输出实数</a:t>
            </a:r>
            <a:endParaRPr lang="en-US" altLang="zh-CN" sz="2400" b="1">
              <a:latin typeface="Times New Roman" pitchFamily="18" charset="0"/>
            </a:endParaRPr>
          </a:p>
          <a:p>
            <a:pPr marL="0" indent="0">
              <a:lnSpc>
                <a:spcPct val="115000"/>
              </a:lnSpc>
              <a:buNone/>
            </a:pPr>
            <a:r>
              <a:rPr lang="en-US" altLang="zh-CN" sz="2400" b="1">
                <a:latin typeface="Times New Roman" pitchFamily="18" charset="0"/>
              </a:rPr>
              <a:t>       </a:t>
            </a:r>
            <a:r>
              <a:rPr lang="zh-CN" altLang="zh-CN" sz="2400" b="1">
                <a:latin typeface="黑体" pitchFamily="49" charset="-122"/>
              </a:rPr>
              <a:t>(</a:t>
            </a:r>
            <a:r>
              <a:rPr lang="zh-CN" altLang="en-US" sz="2400" b="1">
                <a:solidFill>
                  <a:srgbClr val="FF0000"/>
                </a:solidFill>
                <a:effectLst>
                  <a:outerShdw blurRad="38100" dist="38100" dir="2700000" algn="tl">
                    <a:srgbClr val="000000">
                      <a:alpha val="43137"/>
                    </a:srgbClr>
                  </a:outerShdw>
                </a:effectLst>
                <a:latin typeface="黑体" pitchFamily="49" charset="-122"/>
              </a:rPr>
              <a:t>小数点前必须有而且只能有一位为非</a:t>
            </a:r>
            <a:r>
              <a:rPr lang="zh-CN" altLang="zh-CN" sz="2400" b="1">
                <a:solidFill>
                  <a:srgbClr val="FF0000"/>
                </a:solidFill>
                <a:effectLst>
                  <a:outerShdw blurRad="38100" dist="38100" dir="2700000" algn="tl">
                    <a:srgbClr val="000000">
                      <a:alpha val="43137"/>
                    </a:srgbClr>
                  </a:outerShdw>
                </a:effectLst>
                <a:latin typeface="黑体" pitchFamily="49" charset="-122"/>
              </a:rPr>
              <a:t>0</a:t>
            </a:r>
            <a:r>
              <a:rPr lang="zh-CN" altLang="en-US" sz="2400" b="1">
                <a:solidFill>
                  <a:srgbClr val="FF0000"/>
                </a:solidFill>
                <a:effectLst>
                  <a:outerShdw blurRad="38100" dist="38100" dir="2700000" algn="tl">
                    <a:srgbClr val="000000">
                      <a:alpha val="43137"/>
                    </a:srgbClr>
                  </a:outerShdw>
                </a:effectLst>
                <a:latin typeface="黑体" pitchFamily="49" charset="-122"/>
              </a:rPr>
              <a:t>数字</a:t>
            </a:r>
            <a:r>
              <a:rPr lang="zh-CN" altLang="zh-CN" sz="2400" b="1">
                <a:latin typeface="黑体" pitchFamily="49" charset="-122"/>
              </a:rPr>
              <a:t>)</a:t>
            </a:r>
            <a:r>
              <a:rPr lang="zh-CN" altLang="en-US" sz="2400" b="1">
                <a:latin typeface="黑体" pitchFamily="49" charset="-122"/>
              </a:rPr>
              <a:t>。</a:t>
            </a:r>
          </a:p>
          <a:p>
            <a:pPr marL="271463" indent="-271463">
              <a:lnSpc>
                <a:spcPct val="115000"/>
              </a:lnSpc>
              <a:spcBef>
                <a:spcPct val="35000"/>
              </a:spcBef>
            </a:pPr>
            <a:r>
              <a:rPr lang="zh-CN" altLang="en-US" sz="2400" b="1">
                <a:latin typeface="黑体" pitchFamily="49" charset="-122"/>
              </a:rPr>
              <a:t>格式</a:t>
            </a:r>
            <a:r>
              <a:rPr lang="zh-CN" altLang="zh-CN" sz="2400" b="1">
                <a:latin typeface="Times New Roman" pitchFamily="18" charset="0"/>
              </a:rPr>
              <a:t>: </a:t>
            </a:r>
            <a:r>
              <a:rPr lang="zh-CN" altLang="zh-CN" sz="2400" b="1">
                <a:solidFill>
                  <a:srgbClr val="FF3300"/>
                </a:solidFill>
                <a:latin typeface="宋体" pitchFamily="2" charset="-122"/>
              </a:rPr>
              <a:t>    </a:t>
            </a:r>
          </a:p>
          <a:p>
            <a:pPr marL="271463" indent="-271463">
              <a:lnSpc>
                <a:spcPct val="90000"/>
              </a:lnSpc>
              <a:spcBef>
                <a:spcPct val="0"/>
              </a:spcBef>
              <a:buSzPct val="85000"/>
              <a:buNone/>
            </a:pPr>
            <a:r>
              <a:rPr lang="zh-CN" altLang="zh-CN" sz="2400" b="1">
                <a:solidFill>
                  <a:srgbClr val="FF3300"/>
                </a:solidFill>
                <a:latin typeface="宋体" pitchFamily="2" charset="-122"/>
              </a:rPr>
              <a:t>            </a:t>
            </a:r>
            <a:r>
              <a:rPr lang="zh-CN" altLang="zh-CN" sz="2400" b="1">
                <a:solidFill>
                  <a:schemeClr val="hlink"/>
                </a:solidFill>
                <a:latin typeface="宋体" pitchFamily="2" charset="-122"/>
              </a:rPr>
              <a:t>①  </a:t>
            </a:r>
            <a:r>
              <a:rPr lang="zh-CN" altLang="zh-CN" sz="2400" b="1">
                <a:solidFill>
                  <a:schemeClr val="hlink"/>
                </a:solidFill>
              </a:rPr>
              <a:t>%e</a:t>
            </a:r>
            <a:endParaRPr lang="zh-CN" altLang="zh-CN" sz="2400" b="1">
              <a:solidFill>
                <a:schemeClr val="hlink"/>
              </a:solidFill>
              <a:latin typeface="宋体" pitchFamily="2" charset="-122"/>
            </a:endParaRPr>
          </a:p>
          <a:p>
            <a:pPr marL="271463" indent="-271463">
              <a:spcBef>
                <a:spcPct val="40000"/>
              </a:spcBef>
              <a:buClrTx/>
              <a:buSzTx/>
              <a:buNone/>
            </a:pPr>
            <a:r>
              <a:rPr lang="zh-CN" altLang="zh-CN" sz="2400" b="1">
                <a:solidFill>
                  <a:schemeClr val="hlink"/>
                </a:solidFill>
                <a:latin typeface="宋体" pitchFamily="2" charset="-122"/>
              </a:rPr>
              <a:t>            ②  </a:t>
            </a:r>
            <a:r>
              <a:rPr lang="zh-CN" altLang="zh-CN" sz="2400" b="1">
                <a:solidFill>
                  <a:schemeClr val="hlink"/>
                </a:solidFill>
              </a:rPr>
              <a:t>%m</a:t>
            </a:r>
            <a:r>
              <a:rPr lang="zh-CN" altLang="zh-CN" sz="2400" b="1">
                <a:solidFill>
                  <a:schemeClr val="hlink"/>
                </a:solidFill>
                <a:latin typeface="Times New Roman" pitchFamily="18" charset="0"/>
              </a:rPr>
              <a:t>.</a:t>
            </a:r>
            <a:r>
              <a:rPr lang="zh-CN" altLang="zh-CN" sz="2400" b="1">
                <a:solidFill>
                  <a:schemeClr val="hlink"/>
                </a:solidFill>
              </a:rPr>
              <a:t>ne</a:t>
            </a:r>
          </a:p>
          <a:p>
            <a:pPr marL="271463" indent="-271463">
              <a:lnSpc>
                <a:spcPct val="135000"/>
              </a:lnSpc>
              <a:spcBef>
                <a:spcPct val="70000"/>
              </a:spcBef>
            </a:pPr>
            <a:r>
              <a:rPr lang="zh-CN" altLang="en-US" sz="2400" b="1">
                <a:latin typeface="黑体" pitchFamily="49" charset="-122"/>
              </a:rPr>
              <a:t>其中</a:t>
            </a:r>
            <a:r>
              <a:rPr lang="zh-CN" altLang="zh-CN" sz="2400" b="1">
                <a:latin typeface="Times New Roman" pitchFamily="18" charset="0"/>
              </a:rPr>
              <a:t>:</a:t>
            </a:r>
            <a:r>
              <a:rPr lang="zh-CN" altLang="zh-CN" sz="2400" b="1">
                <a:latin typeface="黑体" pitchFamily="49" charset="-122"/>
              </a:rPr>
              <a:t>    </a:t>
            </a:r>
            <a:r>
              <a:rPr lang="zh-CN" altLang="zh-CN" sz="2400" b="1">
                <a:latin typeface="Arial" pitchFamily="34" charset="0"/>
              </a:rPr>
              <a:t>%</a:t>
            </a:r>
            <a:r>
              <a:rPr lang="zh-CN" altLang="zh-CN" sz="2400" b="1"/>
              <a:t>e</a:t>
            </a:r>
            <a:r>
              <a:rPr lang="zh-CN" altLang="zh-CN" sz="2400" b="1">
                <a:solidFill>
                  <a:schemeClr val="hlink"/>
                </a:solidFill>
              </a:rPr>
              <a:t> </a:t>
            </a:r>
            <a:r>
              <a:rPr lang="zh-CN" altLang="zh-CN" sz="2400" b="1">
                <a:latin typeface="Times New Roman"/>
              </a:rPr>
              <a:t>—</a:t>
            </a:r>
            <a:r>
              <a:rPr lang="zh-CN" altLang="en-US" sz="2400" b="1">
                <a:latin typeface="黑体" pitchFamily="49" charset="-122"/>
              </a:rPr>
              <a:t>默认输出</a:t>
            </a:r>
            <a:r>
              <a:rPr lang="zh-CN" altLang="zh-CN" sz="2400" b="1">
                <a:latin typeface="黑体" pitchFamily="49" charset="-122"/>
              </a:rPr>
              <a:t>6</a:t>
            </a:r>
            <a:r>
              <a:rPr lang="zh-CN" altLang="en-US" sz="2400" b="1">
                <a:latin typeface="黑体" pitchFamily="49" charset="-122"/>
              </a:rPr>
              <a:t>位小数</a:t>
            </a:r>
            <a:endParaRPr lang="zh-CN" altLang="en-US" sz="2400" b="1">
              <a:solidFill>
                <a:schemeClr val="hlink"/>
              </a:solidFill>
              <a:latin typeface="黑体" pitchFamily="49" charset="-122"/>
            </a:endParaRPr>
          </a:p>
          <a:p>
            <a:pPr marL="271463" indent="-271463">
              <a:lnSpc>
                <a:spcPct val="125000"/>
              </a:lnSpc>
              <a:buSzPct val="85000"/>
              <a:buNone/>
            </a:pPr>
            <a:r>
              <a:rPr lang="zh-CN" altLang="en-US" sz="2400" b="1"/>
              <a:t>                   </a:t>
            </a:r>
            <a:r>
              <a:rPr lang="zh-CN" altLang="zh-CN" sz="2400" b="1"/>
              <a:t>m</a:t>
            </a:r>
            <a:r>
              <a:rPr lang="zh-CN" altLang="zh-CN" sz="2400" b="1">
                <a:latin typeface="Times New Roman"/>
              </a:rPr>
              <a:t>—</a:t>
            </a:r>
            <a:r>
              <a:rPr lang="zh-CN" altLang="en-US" sz="2400" b="1">
                <a:latin typeface="黑体" pitchFamily="49" charset="-122"/>
              </a:rPr>
              <a:t>字段宽度</a:t>
            </a:r>
            <a:r>
              <a:rPr lang="zh-CN" altLang="zh-CN" sz="2400" b="1">
                <a:latin typeface="黑体" pitchFamily="49" charset="-122"/>
              </a:rPr>
              <a:t>(</a:t>
            </a:r>
            <a:r>
              <a:rPr lang="zh-CN" altLang="en-US" sz="2400" b="1">
                <a:latin typeface="黑体" pitchFamily="49" charset="-122"/>
              </a:rPr>
              <a:t>指数部分占</a:t>
            </a:r>
            <a:r>
              <a:rPr lang="zh-CN" altLang="zh-CN" sz="2400" b="1">
                <a:latin typeface="黑体" pitchFamily="49" charset="-122"/>
              </a:rPr>
              <a:t>5</a:t>
            </a:r>
            <a:r>
              <a:rPr lang="zh-CN" altLang="en-US" sz="2400" b="1">
                <a:latin typeface="黑体" pitchFamily="49" charset="-122"/>
              </a:rPr>
              <a:t>列</a:t>
            </a:r>
            <a:r>
              <a:rPr lang="zh-CN" altLang="zh-CN" sz="2400" b="1">
                <a:latin typeface="黑体" pitchFamily="49" charset="-122"/>
              </a:rPr>
              <a:t>)</a:t>
            </a:r>
          </a:p>
          <a:p>
            <a:pPr marL="271463" indent="-271463">
              <a:lnSpc>
                <a:spcPct val="125000"/>
              </a:lnSpc>
              <a:buClrTx/>
              <a:buSzTx/>
              <a:buNone/>
            </a:pPr>
            <a:r>
              <a:rPr lang="zh-CN" altLang="zh-CN" sz="2400" b="1">
                <a:latin typeface="黑体" pitchFamily="49" charset="-122"/>
              </a:rPr>
              <a:t>           </a:t>
            </a:r>
            <a:r>
              <a:rPr lang="zh-CN" altLang="zh-CN" sz="2400" b="1"/>
              <a:t>n </a:t>
            </a:r>
            <a:r>
              <a:rPr lang="zh-CN" altLang="zh-CN" sz="2400" b="1">
                <a:latin typeface="Times New Roman"/>
              </a:rPr>
              <a:t>—</a:t>
            </a:r>
            <a:r>
              <a:rPr lang="zh-CN" altLang="en-US" sz="2400" b="1">
                <a:latin typeface="黑体" pitchFamily="49" charset="-122"/>
              </a:rPr>
              <a:t>小数部分的位数</a:t>
            </a:r>
          </a:p>
        </p:txBody>
      </p:sp>
      <p:sp>
        <p:nvSpPr>
          <p:cNvPr id="186371" name="Rectangle 3"/>
          <p:cNvSpPr>
            <a:spLocks noChangeArrowheads="1"/>
          </p:cNvSpPr>
          <p:nvPr/>
        </p:nvSpPr>
        <p:spPr bwMode="auto">
          <a:xfrm>
            <a:off x="3808414" y="2413001"/>
            <a:ext cx="2503487" cy="1198563"/>
          </a:xfrm>
          <a:prstGeom prst="rect">
            <a:avLst/>
          </a:prstGeom>
          <a:noFill/>
          <a:ln w="22225" cmpd="sng">
            <a:solidFill>
              <a:srgbClr val="CC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a:solidFill>
                <a:srgbClr val="000000"/>
              </a:solidFill>
              <a:ea typeface="Dotum" pitchFamily="34" charset="-127"/>
            </a:endParaRPr>
          </a:p>
        </p:txBody>
      </p:sp>
      <p:sp>
        <p:nvSpPr>
          <p:cNvPr id="186372" name="Rectangle 4"/>
          <p:cNvSpPr>
            <a:spLocks noGrp="1" noChangeArrowheads="1"/>
          </p:cNvSpPr>
          <p:nvPr>
            <p:ph type="title"/>
          </p:nvPr>
        </p:nvSpPr>
        <p:spPr>
          <a:xfrm>
            <a:off x="2265363" y="123826"/>
            <a:ext cx="7620000" cy="639763"/>
          </a:xfrm>
          <a:noFill/>
          <a:ln/>
        </p:spPr>
        <p:txBody>
          <a:bodyPr/>
          <a:lstStyle/>
          <a:p>
            <a:r>
              <a:rPr lang="zh-CN" altLang="zh-CN" sz="2800" b="0">
                <a:solidFill>
                  <a:schemeClr val="tx1"/>
                </a:solidFill>
                <a:latin typeface="黑体" pitchFamily="49" charset="-122"/>
                <a:ea typeface="黑体" pitchFamily="49" charset="-122"/>
              </a:rPr>
              <a:t>6</a:t>
            </a:r>
            <a:r>
              <a:rPr lang="zh-CN" altLang="zh-CN" sz="2800" b="0">
                <a:solidFill>
                  <a:schemeClr val="tx1"/>
                </a:solidFill>
                <a:latin typeface="Times New Roman" pitchFamily="18" charset="0"/>
                <a:ea typeface="黑体" pitchFamily="49" charset="-122"/>
              </a:rPr>
              <a:t>) </a:t>
            </a:r>
            <a:r>
              <a:rPr lang="zh-CN" altLang="zh-CN" sz="2800" b="0">
                <a:solidFill>
                  <a:schemeClr val="tx1"/>
                </a:solidFill>
                <a:ea typeface="黑体" pitchFamily="49" charset="-122"/>
              </a:rPr>
              <a:t>e </a:t>
            </a:r>
            <a:r>
              <a:rPr lang="zh-CN" altLang="en-US" sz="2800" b="0">
                <a:solidFill>
                  <a:schemeClr val="tx1"/>
                </a:solidFill>
                <a:latin typeface="黑体" pitchFamily="49" charset="-122"/>
                <a:ea typeface="黑体" pitchFamily="49" charset="-122"/>
              </a:rPr>
              <a:t>格式符</a:t>
            </a:r>
          </a:p>
        </p:txBody>
      </p:sp>
    </p:spTree>
    <p:extLst>
      <p:ext uri="{BB962C8B-B14F-4D97-AF65-F5344CB8AC3E}">
        <p14:creationId xmlns:p14="http://schemas.microsoft.com/office/powerpoint/2010/main" val="30097778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p:cNvSpPr>
            <a:spLocks noGrp="1" noChangeArrowheads="1"/>
          </p:cNvSpPr>
          <p:nvPr>
            <p:ph type="title"/>
          </p:nvPr>
        </p:nvSpPr>
        <p:spPr>
          <a:xfrm>
            <a:off x="2419350" y="301626"/>
            <a:ext cx="5035550" cy="493713"/>
          </a:xfrm>
        </p:spPr>
        <p:txBody>
          <a:bodyPr/>
          <a:lstStyle/>
          <a:p>
            <a:r>
              <a:rPr lang="zh-CN" altLang="en-US" sz="2800">
                <a:solidFill>
                  <a:schemeClr val="tx1"/>
                </a:solidFill>
                <a:ea typeface="黑体" pitchFamily="49" charset="-122"/>
              </a:rPr>
              <a:t>例</a:t>
            </a:r>
            <a:r>
              <a:rPr lang="zh-CN" altLang="zh-CN" sz="2800">
                <a:solidFill>
                  <a:schemeClr val="tx1"/>
                </a:solidFill>
                <a:latin typeface="Times New Roman" pitchFamily="18" charset="0"/>
                <a:ea typeface="黑体" pitchFamily="49" charset="-122"/>
              </a:rPr>
              <a:t>:</a:t>
            </a:r>
          </a:p>
        </p:txBody>
      </p:sp>
      <p:sp>
        <p:nvSpPr>
          <p:cNvPr id="187395" name="Rectangle 3"/>
          <p:cNvSpPr>
            <a:spLocks noGrp="1" noChangeArrowheads="1"/>
          </p:cNvSpPr>
          <p:nvPr>
            <p:ph type="body" idx="1"/>
          </p:nvPr>
        </p:nvSpPr>
        <p:spPr>
          <a:xfrm>
            <a:off x="873125" y="1196752"/>
            <a:ext cx="6014963" cy="5359622"/>
          </a:xfrm>
        </p:spPr>
        <p:txBody>
          <a:bodyPr/>
          <a:lstStyle/>
          <a:p>
            <a:pPr>
              <a:lnSpc>
                <a:spcPct val="90000"/>
              </a:lnSpc>
              <a:spcBef>
                <a:spcPts val="2000"/>
              </a:spcBef>
              <a:buFont typeface="Wingdings" pitchFamily="2" charset="2"/>
              <a:buNone/>
            </a:pPr>
            <a:r>
              <a:rPr lang="en-US" altLang="zh-CN" sz="2800" b="1"/>
              <a:t>#include&lt;stdio.h&gt; </a:t>
            </a:r>
          </a:p>
          <a:p>
            <a:pPr>
              <a:lnSpc>
                <a:spcPct val="90000"/>
              </a:lnSpc>
              <a:spcBef>
                <a:spcPts val="2000"/>
              </a:spcBef>
              <a:buFont typeface="Wingdings" pitchFamily="2" charset="2"/>
              <a:buNone/>
            </a:pPr>
            <a:r>
              <a:rPr lang="en-US" altLang="zh-CN" sz="2800" b="1"/>
              <a:t>main( )</a:t>
            </a:r>
          </a:p>
          <a:p>
            <a:pPr>
              <a:lnSpc>
                <a:spcPct val="90000"/>
              </a:lnSpc>
              <a:spcBef>
                <a:spcPts val="2000"/>
              </a:spcBef>
              <a:buFont typeface="Wingdings" pitchFamily="2" charset="2"/>
              <a:buNone/>
            </a:pPr>
            <a:r>
              <a:rPr lang="en-US" altLang="zh-CN" sz="2800" b="1"/>
              <a:t>{ </a:t>
            </a:r>
          </a:p>
          <a:p>
            <a:pPr>
              <a:lnSpc>
                <a:spcPct val="90000"/>
              </a:lnSpc>
              <a:spcBef>
                <a:spcPts val="2000"/>
              </a:spcBef>
              <a:buFont typeface="Wingdings" pitchFamily="2" charset="2"/>
              <a:buNone/>
            </a:pPr>
            <a:r>
              <a:rPr lang="en-US" altLang="zh-CN" sz="2800" b="1"/>
              <a:t>	float  f=123.456;</a:t>
            </a:r>
          </a:p>
          <a:p>
            <a:pPr>
              <a:lnSpc>
                <a:spcPct val="90000"/>
              </a:lnSpc>
              <a:spcBef>
                <a:spcPts val="2000"/>
              </a:spcBef>
              <a:buFont typeface="Wingdings" pitchFamily="2" charset="2"/>
              <a:buNone/>
            </a:pPr>
            <a:r>
              <a:rPr lang="en-US" altLang="zh-CN" sz="2800" b="1"/>
              <a:t>	printf("%e\n", f);</a:t>
            </a:r>
          </a:p>
          <a:p>
            <a:pPr>
              <a:lnSpc>
                <a:spcPct val="90000"/>
              </a:lnSpc>
              <a:spcBef>
                <a:spcPts val="2000"/>
              </a:spcBef>
              <a:buFont typeface="Wingdings" pitchFamily="2" charset="2"/>
              <a:buNone/>
            </a:pPr>
            <a:r>
              <a:rPr lang="en-US" altLang="zh-CN" sz="2800" b="1"/>
              <a:t>	printf("|%10.2e|\n", f);</a:t>
            </a:r>
          </a:p>
          <a:p>
            <a:pPr>
              <a:lnSpc>
                <a:spcPct val="90000"/>
              </a:lnSpc>
              <a:spcBef>
                <a:spcPts val="2000"/>
              </a:spcBef>
              <a:buFont typeface="Wingdings" pitchFamily="2" charset="2"/>
              <a:buNone/>
            </a:pPr>
            <a:r>
              <a:rPr lang="en-US" altLang="zh-CN" sz="2800" b="1"/>
              <a:t>	printf("|%10E|\n", f);</a:t>
            </a:r>
          </a:p>
          <a:p>
            <a:pPr>
              <a:lnSpc>
                <a:spcPct val="90000"/>
              </a:lnSpc>
              <a:spcBef>
                <a:spcPts val="2000"/>
              </a:spcBef>
              <a:buFont typeface="Wingdings" pitchFamily="2" charset="2"/>
              <a:buNone/>
            </a:pPr>
            <a:r>
              <a:rPr lang="en-US" altLang="zh-CN" sz="2800" b="1"/>
              <a:t>}</a:t>
            </a:r>
            <a:endParaRPr lang="zh-CN" altLang="zh-CN" sz="2800"/>
          </a:p>
        </p:txBody>
      </p:sp>
      <p:sp>
        <p:nvSpPr>
          <p:cNvPr id="5" name="Text Box 4">
            <a:extLst>
              <a:ext uri="{FF2B5EF4-FFF2-40B4-BE49-F238E27FC236}">
                <a16:creationId xmlns:a16="http://schemas.microsoft.com/office/drawing/2014/main" id="{91EF1F1D-8B01-4076-B884-9096F8334DCB}"/>
              </a:ext>
            </a:extLst>
          </p:cNvPr>
          <p:cNvSpPr txBox="1">
            <a:spLocks noChangeArrowheads="1"/>
          </p:cNvSpPr>
          <p:nvPr/>
        </p:nvSpPr>
        <p:spPr bwMode="auto">
          <a:xfrm>
            <a:off x="6528048" y="2996952"/>
            <a:ext cx="4536504" cy="2634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fontAlgn="base" hangingPunct="0">
              <a:lnSpc>
                <a:spcPct val="90000"/>
              </a:lnSpc>
              <a:spcBef>
                <a:spcPct val="0"/>
              </a:spcBef>
              <a:spcAft>
                <a:spcPts val="2000"/>
              </a:spcAft>
            </a:pPr>
            <a:r>
              <a:rPr lang="zh-CN" altLang="en-US" sz="3200" b="1" dirty="0">
                <a:solidFill>
                  <a:srgbClr val="000000"/>
                </a:solidFill>
                <a:latin typeface="楷体_GB2312" pitchFamily="49" charset="-122"/>
                <a:ea typeface="楷体_GB2312" pitchFamily="49" charset="-122"/>
              </a:rPr>
              <a:t>输出结果</a:t>
            </a:r>
            <a:r>
              <a:rPr lang="zh-CN" altLang="zh-CN" sz="3200" b="1">
                <a:solidFill>
                  <a:srgbClr val="000000"/>
                </a:solidFill>
                <a:latin typeface="楷体_GB2312" pitchFamily="49" charset="-122"/>
                <a:ea typeface="楷体_GB2312" pitchFamily="49" charset="-122"/>
              </a:rPr>
              <a:t>:</a:t>
            </a:r>
            <a:r>
              <a:rPr lang="zh-CN" altLang="zh-CN" sz="1600" b="1">
                <a:solidFill>
                  <a:srgbClr val="000000"/>
                </a:solidFill>
                <a:latin typeface="楷体_GB2312" pitchFamily="49" charset="-122"/>
                <a:ea typeface="楷体_GB2312" pitchFamily="49" charset="-122"/>
              </a:rPr>
              <a:t> </a:t>
            </a:r>
            <a:r>
              <a:rPr lang="zh-CN" altLang="zh-CN" sz="1600" b="1">
                <a:solidFill>
                  <a:srgbClr val="3333CC"/>
                </a:solidFill>
                <a:latin typeface="黑体" pitchFamily="49" charset="-122"/>
              </a:rPr>
              <a:t> </a:t>
            </a:r>
            <a:endParaRPr lang="en-US" altLang="zh-CN" sz="1600" b="1">
              <a:solidFill>
                <a:srgbClr val="3333CC"/>
              </a:solidFill>
              <a:latin typeface="黑体" pitchFamily="49" charset="-122"/>
            </a:endParaRPr>
          </a:p>
          <a:p>
            <a:pPr eaLnBrk="0" fontAlgn="base" hangingPunct="0">
              <a:lnSpc>
                <a:spcPct val="90000"/>
              </a:lnSpc>
              <a:spcBef>
                <a:spcPct val="0"/>
              </a:spcBef>
              <a:spcAft>
                <a:spcPts val="2000"/>
              </a:spcAft>
            </a:pPr>
            <a:r>
              <a:rPr lang="en-US" altLang="zh-CN" sz="3200" b="1">
                <a:solidFill>
                  <a:srgbClr val="FF0000"/>
                </a:solidFill>
              </a:rPr>
              <a:t>1.234560e+002</a:t>
            </a:r>
          </a:p>
          <a:p>
            <a:pPr eaLnBrk="0" fontAlgn="base" hangingPunct="0">
              <a:lnSpc>
                <a:spcPct val="90000"/>
              </a:lnSpc>
              <a:spcBef>
                <a:spcPct val="0"/>
              </a:spcBef>
              <a:spcAft>
                <a:spcPts val="2000"/>
              </a:spcAft>
            </a:pPr>
            <a:r>
              <a:rPr lang="en-US" altLang="zh-CN" sz="3200" b="1">
                <a:solidFill>
                  <a:srgbClr val="FF0000"/>
                </a:solidFill>
              </a:rPr>
              <a:t>| 1.23e+002|</a:t>
            </a:r>
          </a:p>
          <a:p>
            <a:pPr eaLnBrk="0" fontAlgn="base" hangingPunct="0">
              <a:lnSpc>
                <a:spcPct val="90000"/>
              </a:lnSpc>
              <a:spcBef>
                <a:spcPct val="0"/>
              </a:spcBef>
              <a:spcAft>
                <a:spcPts val="2000"/>
              </a:spcAft>
            </a:pPr>
            <a:r>
              <a:rPr lang="en-US" altLang="zh-CN" sz="3200" b="1">
                <a:solidFill>
                  <a:srgbClr val="FF0000"/>
                </a:solidFill>
              </a:rPr>
              <a:t>|1.234560E+002|</a:t>
            </a:r>
            <a:endParaRPr lang="zh-CN" altLang="zh-CN" sz="3200" b="1" dirty="0">
              <a:solidFill>
                <a:srgbClr val="FF0000"/>
              </a:solidFill>
            </a:endParaRPr>
          </a:p>
        </p:txBody>
      </p:sp>
    </p:spTree>
    <p:extLst>
      <p:ext uri="{BB962C8B-B14F-4D97-AF65-F5344CB8AC3E}">
        <p14:creationId xmlns:p14="http://schemas.microsoft.com/office/powerpoint/2010/main" val="1902337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Text Box 2"/>
          <p:cNvSpPr txBox="1">
            <a:spLocks noChangeArrowheads="1"/>
          </p:cNvSpPr>
          <p:nvPr/>
        </p:nvSpPr>
        <p:spPr bwMode="auto">
          <a:xfrm>
            <a:off x="1420018" y="3284984"/>
            <a:ext cx="9860557" cy="2553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290513" indent="-290513">
              <a:tabLst>
                <a:tab pos="280988" algn="l"/>
              </a:tabLst>
              <a:defRPr sz="2400">
                <a:solidFill>
                  <a:schemeClr val="tx1"/>
                </a:solidFill>
                <a:latin typeface="Times New Roman" pitchFamily="18" charset="0"/>
                <a:ea typeface="宋体" pitchFamily="2" charset="-122"/>
              </a:defRPr>
            </a:lvl1pPr>
            <a:lvl2pPr marL="1119188" indent="-457200">
              <a:tabLst>
                <a:tab pos="280988" algn="l"/>
              </a:tabLst>
              <a:defRPr sz="2400">
                <a:solidFill>
                  <a:schemeClr val="tx1"/>
                </a:solidFill>
                <a:latin typeface="Times New Roman" pitchFamily="18" charset="0"/>
                <a:ea typeface="宋体" pitchFamily="2" charset="-122"/>
              </a:defRPr>
            </a:lvl2pPr>
            <a:lvl3pPr marL="1766888" indent="-457200">
              <a:tabLst>
                <a:tab pos="280988" algn="l"/>
              </a:tabLst>
              <a:defRPr sz="2400">
                <a:solidFill>
                  <a:schemeClr val="tx1"/>
                </a:solidFill>
                <a:latin typeface="Times New Roman" pitchFamily="18" charset="0"/>
                <a:ea typeface="宋体" pitchFamily="2" charset="-122"/>
              </a:defRPr>
            </a:lvl3pPr>
            <a:lvl4pPr marL="2414588" indent="-457200">
              <a:tabLst>
                <a:tab pos="280988" algn="l"/>
              </a:tabLst>
              <a:defRPr sz="2400">
                <a:solidFill>
                  <a:schemeClr val="tx1"/>
                </a:solidFill>
                <a:latin typeface="Times New Roman" pitchFamily="18" charset="0"/>
                <a:ea typeface="宋体" pitchFamily="2" charset="-122"/>
              </a:defRPr>
            </a:lvl4pPr>
            <a:lvl5pPr marL="3062288" indent="-457200">
              <a:tabLst>
                <a:tab pos="280988" algn="l"/>
              </a:tabLst>
              <a:defRPr sz="2400">
                <a:solidFill>
                  <a:schemeClr val="tx1"/>
                </a:solidFill>
                <a:latin typeface="Times New Roman" pitchFamily="18" charset="0"/>
                <a:ea typeface="宋体" pitchFamily="2" charset="-122"/>
              </a:defRPr>
            </a:lvl5pPr>
            <a:lvl6pPr marL="3519488" indent="-457200" fontAlgn="base">
              <a:spcBef>
                <a:spcPct val="0"/>
              </a:spcBef>
              <a:spcAft>
                <a:spcPct val="0"/>
              </a:spcAft>
              <a:tabLst>
                <a:tab pos="280988" algn="l"/>
              </a:tabLst>
              <a:defRPr sz="2400">
                <a:solidFill>
                  <a:schemeClr val="tx1"/>
                </a:solidFill>
                <a:latin typeface="Times New Roman" pitchFamily="18" charset="0"/>
                <a:ea typeface="宋体" pitchFamily="2" charset="-122"/>
              </a:defRPr>
            </a:lvl6pPr>
            <a:lvl7pPr marL="3976688" indent="-457200" fontAlgn="base">
              <a:spcBef>
                <a:spcPct val="0"/>
              </a:spcBef>
              <a:spcAft>
                <a:spcPct val="0"/>
              </a:spcAft>
              <a:tabLst>
                <a:tab pos="280988" algn="l"/>
              </a:tabLst>
              <a:defRPr sz="2400">
                <a:solidFill>
                  <a:schemeClr val="tx1"/>
                </a:solidFill>
                <a:latin typeface="Times New Roman" pitchFamily="18" charset="0"/>
                <a:ea typeface="宋体" pitchFamily="2" charset="-122"/>
              </a:defRPr>
            </a:lvl7pPr>
            <a:lvl8pPr marL="4433888" indent="-457200" fontAlgn="base">
              <a:spcBef>
                <a:spcPct val="0"/>
              </a:spcBef>
              <a:spcAft>
                <a:spcPct val="0"/>
              </a:spcAft>
              <a:tabLst>
                <a:tab pos="280988" algn="l"/>
              </a:tabLst>
              <a:defRPr sz="2400">
                <a:solidFill>
                  <a:schemeClr val="tx1"/>
                </a:solidFill>
                <a:latin typeface="Times New Roman" pitchFamily="18" charset="0"/>
                <a:ea typeface="宋体" pitchFamily="2" charset="-122"/>
              </a:defRPr>
            </a:lvl8pPr>
            <a:lvl9pPr marL="4891088" indent="-457200" fontAlgn="base">
              <a:spcBef>
                <a:spcPct val="0"/>
              </a:spcBef>
              <a:spcAft>
                <a:spcPct val="0"/>
              </a:spcAft>
              <a:tabLst>
                <a:tab pos="280988" algn="l"/>
              </a:tabLst>
              <a:defRPr sz="2400">
                <a:solidFill>
                  <a:schemeClr val="tx1"/>
                </a:solidFill>
                <a:latin typeface="Times New Roman" pitchFamily="18" charset="0"/>
                <a:ea typeface="宋体" pitchFamily="2" charset="-122"/>
              </a:defRPr>
            </a:lvl9pPr>
          </a:lstStyle>
          <a:p>
            <a:pPr fontAlgn="base">
              <a:lnSpc>
                <a:spcPct val="110000"/>
              </a:lnSpc>
              <a:spcBef>
                <a:spcPct val="5000"/>
              </a:spcBef>
              <a:spcAft>
                <a:spcPct val="0"/>
              </a:spcAft>
              <a:buClr>
                <a:srgbClr val="008000"/>
              </a:buClr>
              <a:buSzPct val="50000"/>
              <a:buFont typeface="Wingdings" pitchFamily="2" charset="2"/>
              <a:buChar char="l"/>
            </a:pPr>
            <a:r>
              <a:rPr lang="zh-CN" altLang="en-US" sz="3200" b="1" dirty="0">
                <a:solidFill>
                  <a:srgbClr val="FF0000"/>
                </a:solidFill>
                <a:latin typeface="黑体" pitchFamily="49" charset="-122"/>
                <a:ea typeface="黑体" pitchFamily="49" charset="-122"/>
              </a:rPr>
              <a:t>输出表列中各输出项与各格式说明必须按照从左到右的顺序在类型上一一匹配。</a:t>
            </a:r>
          </a:p>
          <a:p>
            <a:pPr marL="457200" indent="-457200" fontAlgn="base">
              <a:lnSpc>
                <a:spcPct val="115000"/>
              </a:lnSpc>
              <a:spcBef>
                <a:spcPct val="30000"/>
              </a:spcBef>
              <a:spcAft>
                <a:spcPct val="0"/>
              </a:spcAft>
              <a:buClr>
                <a:srgbClr val="009900"/>
              </a:buClr>
              <a:buSzPct val="90000"/>
              <a:buFont typeface="Wingdings" panose="05000000000000000000" pitchFamily="2" charset="2"/>
              <a:buChar char="Ø"/>
            </a:pPr>
            <a:r>
              <a:rPr lang="zh-CN" altLang="en-US" sz="3200" b="1">
                <a:solidFill>
                  <a:srgbClr val="FF0000"/>
                </a:solidFill>
                <a:latin typeface="黑体" pitchFamily="49" charset="-122"/>
                <a:ea typeface="黑体" pitchFamily="49" charset="-122"/>
              </a:rPr>
              <a:t>  实</a:t>
            </a:r>
            <a:r>
              <a:rPr lang="zh-CN" altLang="en-US" sz="3200" b="1" dirty="0">
                <a:solidFill>
                  <a:srgbClr val="FF0000"/>
                </a:solidFill>
                <a:latin typeface="黑体" pitchFamily="49" charset="-122"/>
                <a:ea typeface="黑体" pitchFamily="49" charset="-122"/>
              </a:rPr>
              <a:t>型数据用</a:t>
            </a:r>
            <a:r>
              <a:rPr lang="zh-CN" altLang="zh-CN" sz="3200" b="1">
                <a:solidFill>
                  <a:srgbClr val="FF0000"/>
                </a:solidFill>
                <a:latin typeface="Tahoma" pitchFamily="34" charset="0"/>
                <a:ea typeface="黑体" pitchFamily="49" charset="-122"/>
              </a:rPr>
              <a:t>%d</a:t>
            </a:r>
            <a:r>
              <a:rPr lang="zh-CN" altLang="en-US" sz="3200" b="1">
                <a:solidFill>
                  <a:srgbClr val="FF0000"/>
                </a:solidFill>
                <a:latin typeface="Tahoma" pitchFamily="34" charset="0"/>
                <a:ea typeface="黑体" pitchFamily="49" charset="-122"/>
              </a:rPr>
              <a:t>（</a:t>
            </a:r>
            <a:r>
              <a:rPr lang="en-US" altLang="zh-CN" sz="3200" b="1">
                <a:solidFill>
                  <a:srgbClr val="0070C0"/>
                </a:solidFill>
                <a:latin typeface="Tahoma" pitchFamily="34" charset="0"/>
                <a:ea typeface="黑体" pitchFamily="49" charset="-122"/>
              </a:rPr>
              <a:t>o,x,u,c</a:t>
            </a:r>
            <a:r>
              <a:rPr lang="en-US" altLang="zh-CN" sz="3200" b="1">
                <a:solidFill>
                  <a:srgbClr val="FF0000"/>
                </a:solidFill>
                <a:latin typeface="Tahoma" pitchFamily="34" charset="0"/>
                <a:ea typeface="黑体" pitchFamily="49" charset="-122"/>
              </a:rPr>
              <a:t>)</a:t>
            </a:r>
            <a:r>
              <a:rPr lang="zh-CN" altLang="en-US" sz="3200" b="1">
                <a:solidFill>
                  <a:srgbClr val="FF0000"/>
                </a:solidFill>
                <a:latin typeface="Tahoma" pitchFamily="34" charset="0"/>
                <a:ea typeface="黑体" pitchFamily="49" charset="-122"/>
              </a:rPr>
              <a:t>输出</a:t>
            </a:r>
            <a:r>
              <a:rPr lang="zh-CN" altLang="zh-CN" sz="3200" b="1" dirty="0">
                <a:solidFill>
                  <a:srgbClr val="FF0000"/>
                </a:solidFill>
                <a:ea typeface="黑体" pitchFamily="49" charset="-122"/>
              </a:rPr>
              <a:t>, </a:t>
            </a:r>
            <a:r>
              <a:rPr lang="zh-CN" altLang="en-US" sz="3200" b="1" dirty="0">
                <a:solidFill>
                  <a:srgbClr val="FF0000"/>
                </a:solidFill>
                <a:latin typeface="Tahoma" pitchFamily="34" charset="0"/>
                <a:ea typeface="黑体" pitchFamily="49" charset="-122"/>
              </a:rPr>
              <a:t>结果出错</a:t>
            </a:r>
            <a:r>
              <a:rPr lang="zh-CN" altLang="zh-CN" sz="3200" b="1">
                <a:solidFill>
                  <a:srgbClr val="FF0000"/>
                </a:solidFill>
                <a:ea typeface="黑体" pitchFamily="49" charset="-122"/>
              </a:rPr>
              <a:t>; </a:t>
            </a:r>
            <a:endParaRPr lang="en-US" altLang="zh-CN" sz="3200" b="1">
              <a:solidFill>
                <a:srgbClr val="FF0000"/>
              </a:solidFill>
              <a:ea typeface="黑体" pitchFamily="49" charset="-122"/>
            </a:endParaRPr>
          </a:p>
          <a:p>
            <a:pPr marL="457200" indent="-457200" fontAlgn="base">
              <a:lnSpc>
                <a:spcPct val="115000"/>
              </a:lnSpc>
              <a:spcBef>
                <a:spcPct val="30000"/>
              </a:spcBef>
              <a:spcAft>
                <a:spcPct val="0"/>
              </a:spcAft>
              <a:buClr>
                <a:srgbClr val="009900"/>
              </a:buClr>
              <a:buSzPct val="90000"/>
              <a:buFont typeface="Wingdings" panose="05000000000000000000" pitchFamily="2" charset="2"/>
              <a:buChar char="Ø"/>
            </a:pPr>
            <a:r>
              <a:rPr lang="en-US" altLang="zh-CN" sz="3200" b="1">
                <a:solidFill>
                  <a:srgbClr val="FF0000"/>
                </a:solidFill>
                <a:latin typeface="黑体" pitchFamily="49" charset="-122"/>
                <a:ea typeface="黑体" pitchFamily="49" charset="-122"/>
              </a:rPr>
              <a:t>  </a:t>
            </a:r>
            <a:r>
              <a:rPr lang="zh-CN" altLang="en-US" sz="3200" b="1">
                <a:solidFill>
                  <a:srgbClr val="FF0000"/>
                </a:solidFill>
                <a:latin typeface="黑体" pitchFamily="49" charset="-122"/>
                <a:ea typeface="黑体" pitchFamily="49" charset="-122"/>
              </a:rPr>
              <a:t>整型</a:t>
            </a:r>
            <a:r>
              <a:rPr lang="zh-CN" altLang="en-US" sz="3200" b="1" dirty="0">
                <a:solidFill>
                  <a:srgbClr val="FF0000"/>
                </a:solidFill>
                <a:latin typeface="黑体" pitchFamily="49" charset="-122"/>
                <a:ea typeface="黑体" pitchFamily="49" charset="-122"/>
              </a:rPr>
              <a:t>数据用</a:t>
            </a:r>
            <a:r>
              <a:rPr lang="zh-CN" altLang="zh-CN" sz="3200" b="1" dirty="0">
                <a:solidFill>
                  <a:srgbClr val="FF0000"/>
                </a:solidFill>
                <a:latin typeface="Tahoma" pitchFamily="34" charset="0"/>
                <a:ea typeface="黑体" pitchFamily="49" charset="-122"/>
              </a:rPr>
              <a:t>%</a:t>
            </a:r>
            <a:r>
              <a:rPr lang="zh-CN" altLang="zh-CN" sz="3200" b="1">
                <a:solidFill>
                  <a:srgbClr val="FF0000"/>
                </a:solidFill>
                <a:latin typeface="Tahoma" pitchFamily="34" charset="0"/>
                <a:ea typeface="黑体" pitchFamily="49" charset="-122"/>
              </a:rPr>
              <a:t>f </a:t>
            </a:r>
            <a:r>
              <a:rPr lang="en-US" altLang="zh-CN" sz="3200" b="1">
                <a:solidFill>
                  <a:srgbClr val="FF0000"/>
                </a:solidFill>
                <a:latin typeface="Tahoma" pitchFamily="34" charset="0"/>
                <a:ea typeface="黑体" pitchFamily="49" charset="-122"/>
              </a:rPr>
              <a:t>(</a:t>
            </a:r>
            <a:r>
              <a:rPr lang="en-US" altLang="zh-CN" sz="3200" b="1">
                <a:solidFill>
                  <a:srgbClr val="0070C0"/>
                </a:solidFill>
                <a:latin typeface="Tahoma" pitchFamily="34" charset="0"/>
                <a:ea typeface="黑体" pitchFamily="49" charset="-122"/>
              </a:rPr>
              <a:t>e,g</a:t>
            </a:r>
            <a:r>
              <a:rPr lang="en-US" altLang="zh-CN" sz="3200" b="1">
                <a:solidFill>
                  <a:srgbClr val="FF0000"/>
                </a:solidFill>
                <a:latin typeface="Tahoma" pitchFamily="34" charset="0"/>
                <a:ea typeface="黑体" pitchFamily="49" charset="-122"/>
              </a:rPr>
              <a:t>)</a:t>
            </a:r>
            <a:r>
              <a:rPr lang="zh-CN" altLang="en-US" sz="3200" b="1">
                <a:solidFill>
                  <a:srgbClr val="FF0000"/>
                </a:solidFill>
                <a:latin typeface="Tahoma" pitchFamily="34" charset="0"/>
                <a:ea typeface="黑体" pitchFamily="49" charset="-122"/>
              </a:rPr>
              <a:t>输出</a:t>
            </a:r>
            <a:r>
              <a:rPr lang="zh-CN" altLang="zh-CN" sz="3200" b="1" dirty="0">
                <a:solidFill>
                  <a:srgbClr val="FF0000"/>
                </a:solidFill>
                <a:ea typeface="黑体" pitchFamily="49" charset="-122"/>
              </a:rPr>
              <a:t>,</a:t>
            </a:r>
            <a:r>
              <a:rPr lang="zh-CN" altLang="en-US" sz="3200" b="1" dirty="0">
                <a:solidFill>
                  <a:srgbClr val="FF0000"/>
                </a:solidFill>
                <a:latin typeface="Tahoma" pitchFamily="34" charset="0"/>
                <a:ea typeface="黑体" pitchFamily="49" charset="-122"/>
              </a:rPr>
              <a:t>结果为出错。</a:t>
            </a:r>
          </a:p>
        </p:txBody>
      </p:sp>
      <p:sp>
        <p:nvSpPr>
          <p:cNvPr id="188419" name="Rectangle 3"/>
          <p:cNvSpPr>
            <a:spLocks noGrp="1" noChangeArrowheads="1"/>
          </p:cNvSpPr>
          <p:nvPr>
            <p:ph type="title"/>
          </p:nvPr>
        </p:nvSpPr>
        <p:spPr>
          <a:xfrm>
            <a:off x="2389188" y="-31750"/>
            <a:ext cx="3238500" cy="804863"/>
          </a:xfrm>
        </p:spPr>
        <p:txBody>
          <a:bodyPr/>
          <a:lstStyle/>
          <a:p>
            <a:r>
              <a:rPr lang="zh-CN" altLang="en-US" sz="3600">
                <a:latin typeface="Times New Roman" pitchFamily="18" charset="0"/>
              </a:rPr>
              <a:t>注意：</a:t>
            </a:r>
          </a:p>
        </p:txBody>
      </p:sp>
      <p:sp>
        <p:nvSpPr>
          <p:cNvPr id="188420" name="Rectangle 4"/>
          <p:cNvSpPr>
            <a:spLocks noGrp="1" noChangeArrowheads="1"/>
          </p:cNvSpPr>
          <p:nvPr>
            <p:ph type="body" idx="1"/>
          </p:nvPr>
        </p:nvSpPr>
        <p:spPr>
          <a:xfrm>
            <a:off x="1055440" y="1268760"/>
            <a:ext cx="10153128" cy="1846262"/>
          </a:xfrm>
        </p:spPr>
        <p:txBody>
          <a:bodyPr/>
          <a:lstStyle/>
          <a:p>
            <a:pPr marL="280988" indent="-280988">
              <a:lnSpc>
                <a:spcPct val="110000"/>
              </a:lnSpc>
              <a:buSzPct val="50000"/>
            </a:pPr>
            <a:r>
              <a:rPr lang="zh-CN" altLang="en-US" sz="2800" b="1" dirty="0">
                <a:latin typeface="黑体" pitchFamily="49" charset="-122"/>
              </a:rPr>
              <a:t>输出表列可以是</a:t>
            </a:r>
            <a:r>
              <a:rPr lang="zh-CN" altLang="en-US" sz="2800" b="1" dirty="0">
                <a:latin typeface="宋体" pitchFamily="2" charset="-122"/>
              </a:rPr>
              <a:t>变量</a:t>
            </a:r>
            <a:r>
              <a:rPr lang="zh-CN" altLang="en-US" sz="2400" b="1" dirty="0">
                <a:latin typeface="宋体" pitchFamily="2" charset="-122"/>
              </a:rPr>
              <a:t>、</a:t>
            </a:r>
            <a:r>
              <a:rPr lang="zh-CN" altLang="en-US" sz="2800" b="1" dirty="0">
                <a:latin typeface="宋体" pitchFamily="2" charset="-122"/>
              </a:rPr>
              <a:t>常数、数组元素</a:t>
            </a:r>
            <a:r>
              <a:rPr lang="zh-CN" altLang="en-US" sz="2800" b="1" dirty="0">
                <a:latin typeface="黑体" pitchFamily="49" charset="-122"/>
              </a:rPr>
              <a:t>，</a:t>
            </a:r>
            <a:r>
              <a:rPr lang="zh-CN" altLang="en-US" sz="2800" b="1" dirty="0">
                <a:latin typeface="宋体" pitchFamily="2" charset="-122"/>
              </a:rPr>
              <a:t>函数引用及带运算符的表达式</a:t>
            </a:r>
            <a:r>
              <a:rPr lang="zh-CN" altLang="en-US" sz="2800" b="1" dirty="0">
                <a:latin typeface="黑体" pitchFamily="49" charset="-122"/>
              </a:rPr>
              <a:t>。</a:t>
            </a:r>
          </a:p>
          <a:p>
            <a:pPr marL="280988" indent="-280988">
              <a:lnSpc>
                <a:spcPct val="110000"/>
              </a:lnSpc>
              <a:spcBef>
                <a:spcPct val="45000"/>
              </a:spcBef>
              <a:buClr>
                <a:srgbClr val="009900"/>
              </a:buClr>
              <a:buSzPct val="85000"/>
              <a:buNone/>
            </a:pPr>
            <a:r>
              <a:rPr lang="zh-CN" altLang="en-US" sz="2800" b="1" dirty="0">
                <a:latin typeface="黑体" pitchFamily="49" charset="-122"/>
              </a:rPr>
              <a:t>  例</a:t>
            </a:r>
            <a:r>
              <a:rPr lang="zh-CN" altLang="zh-CN" sz="2800" b="1" dirty="0">
                <a:latin typeface="Times New Roman" pitchFamily="18" charset="0"/>
              </a:rPr>
              <a:t>:</a:t>
            </a:r>
            <a:r>
              <a:rPr lang="zh-CN" altLang="zh-CN" sz="2800" b="1" dirty="0"/>
              <a:t>  printf</a:t>
            </a:r>
            <a:r>
              <a:rPr lang="zh-CN" altLang="zh-CN" sz="2800" b="1" dirty="0">
                <a:latin typeface="Times New Roman" pitchFamily="18" charset="0"/>
              </a:rPr>
              <a:t>(“</a:t>
            </a:r>
            <a:r>
              <a:rPr lang="zh-CN" altLang="zh-CN" sz="2800" b="1" dirty="0"/>
              <a:t>%f %d %d %f </a:t>
            </a:r>
            <a:r>
              <a:rPr lang="zh-CN" altLang="zh-CN" sz="2800" b="1" dirty="0">
                <a:latin typeface="Times New Roman" pitchFamily="18" charset="0"/>
              </a:rPr>
              <a:t>”</a:t>
            </a:r>
            <a:r>
              <a:rPr lang="zh-CN" altLang="zh-CN" sz="2800" b="1" dirty="0">
                <a:solidFill>
                  <a:schemeClr val="hlink"/>
                </a:solidFill>
                <a:latin typeface="Times New Roman" pitchFamily="18" charset="0"/>
              </a:rPr>
              <a:t>,</a:t>
            </a:r>
            <a:r>
              <a:rPr lang="zh-CN" altLang="zh-CN" sz="2800" b="1" dirty="0">
                <a:solidFill>
                  <a:schemeClr val="hlink"/>
                </a:solidFill>
              </a:rPr>
              <a:t> </a:t>
            </a:r>
            <a:r>
              <a:rPr lang="zh-CN" altLang="zh-CN" sz="2800" b="1" dirty="0"/>
              <a:t>3</a:t>
            </a:r>
            <a:r>
              <a:rPr lang="zh-CN" altLang="zh-CN" sz="2800" b="1" dirty="0">
                <a:latin typeface="Times New Roman" pitchFamily="18" charset="0"/>
              </a:rPr>
              <a:t>.</a:t>
            </a:r>
            <a:r>
              <a:rPr lang="zh-CN" altLang="zh-CN" sz="2800" b="1" dirty="0"/>
              <a:t>14</a:t>
            </a:r>
            <a:r>
              <a:rPr lang="zh-CN" altLang="zh-CN" sz="2800" b="1" dirty="0">
                <a:latin typeface="Times New Roman" pitchFamily="18" charset="0"/>
              </a:rPr>
              <a:t>, </a:t>
            </a:r>
            <a:r>
              <a:rPr lang="zh-CN" altLang="zh-CN" sz="2800" b="1" dirty="0"/>
              <a:t>a+b</a:t>
            </a:r>
            <a:r>
              <a:rPr lang="zh-CN" altLang="zh-CN" sz="2800" b="1" dirty="0">
                <a:latin typeface="Times New Roman" pitchFamily="18" charset="0"/>
              </a:rPr>
              <a:t>, </a:t>
            </a:r>
            <a:r>
              <a:rPr lang="zh-CN" altLang="zh-CN" sz="2800" b="1" dirty="0"/>
              <a:t>x</a:t>
            </a:r>
            <a:r>
              <a:rPr lang="zh-CN" altLang="zh-CN" sz="2800" b="1" dirty="0">
                <a:latin typeface="Times New Roman" pitchFamily="18" charset="0"/>
              </a:rPr>
              <a:t>, </a:t>
            </a:r>
            <a:r>
              <a:rPr lang="zh-CN" altLang="zh-CN" sz="2800" b="1" dirty="0"/>
              <a:t>cos</a:t>
            </a:r>
            <a:r>
              <a:rPr lang="zh-CN" altLang="zh-CN" sz="2800" b="1" dirty="0">
                <a:latin typeface="Times New Roman" pitchFamily="18" charset="0"/>
              </a:rPr>
              <a:t>(</a:t>
            </a:r>
            <a:r>
              <a:rPr lang="zh-CN" altLang="zh-CN" sz="2800" b="1" dirty="0"/>
              <a:t>y</a:t>
            </a:r>
            <a:r>
              <a:rPr lang="zh-CN" altLang="zh-CN" sz="2800" b="1" dirty="0">
                <a:latin typeface="Times New Roman" pitchFamily="18" charset="0"/>
              </a:rPr>
              <a:t>));</a:t>
            </a:r>
          </a:p>
        </p:txBody>
      </p:sp>
    </p:spTree>
    <p:extLst>
      <p:ext uri="{BB962C8B-B14F-4D97-AF65-F5344CB8AC3E}">
        <p14:creationId xmlns:p14="http://schemas.microsoft.com/office/powerpoint/2010/main" val="32907376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88418">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8841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8841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18" grpId="0" build="p"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Text Box 2"/>
          <p:cNvSpPr txBox="1">
            <a:spLocks noChangeArrowheads="1"/>
          </p:cNvSpPr>
          <p:nvPr/>
        </p:nvSpPr>
        <p:spPr bwMode="auto">
          <a:xfrm>
            <a:off x="1775520" y="978592"/>
            <a:ext cx="5760640" cy="3006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290513" indent="-290513">
              <a:tabLst>
                <a:tab pos="280988" algn="l"/>
              </a:tabLst>
              <a:defRPr sz="2400">
                <a:solidFill>
                  <a:schemeClr val="tx1"/>
                </a:solidFill>
                <a:latin typeface="Times New Roman" pitchFamily="18" charset="0"/>
                <a:ea typeface="宋体" pitchFamily="2" charset="-122"/>
              </a:defRPr>
            </a:lvl1pPr>
            <a:lvl2pPr marL="1119188" indent="-457200">
              <a:tabLst>
                <a:tab pos="280988" algn="l"/>
              </a:tabLst>
              <a:defRPr sz="2400">
                <a:solidFill>
                  <a:schemeClr val="tx1"/>
                </a:solidFill>
                <a:latin typeface="Times New Roman" pitchFamily="18" charset="0"/>
                <a:ea typeface="宋体" pitchFamily="2" charset="-122"/>
              </a:defRPr>
            </a:lvl2pPr>
            <a:lvl3pPr marL="1766888" indent="-457200">
              <a:tabLst>
                <a:tab pos="280988" algn="l"/>
              </a:tabLst>
              <a:defRPr sz="2400">
                <a:solidFill>
                  <a:schemeClr val="tx1"/>
                </a:solidFill>
                <a:latin typeface="Times New Roman" pitchFamily="18" charset="0"/>
                <a:ea typeface="宋体" pitchFamily="2" charset="-122"/>
              </a:defRPr>
            </a:lvl3pPr>
            <a:lvl4pPr marL="2414588" indent="-457200">
              <a:tabLst>
                <a:tab pos="280988" algn="l"/>
              </a:tabLst>
              <a:defRPr sz="2400">
                <a:solidFill>
                  <a:schemeClr val="tx1"/>
                </a:solidFill>
                <a:latin typeface="Times New Roman" pitchFamily="18" charset="0"/>
                <a:ea typeface="宋体" pitchFamily="2" charset="-122"/>
              </a:defRPr>
            </a:lvl4pPr>
            <a:lvl5pPr marL="3062288" indent="-457200">
              <a:tabLst>
                <a:tab pos="280988" algn="l"/>
              </a:tabLst>
              <a:defRPr sz="2400">
                <a:solidFill>
                  <a:schemeClr val="tx1"/>
                </a:solidFill>
                <a:latin typeface="Times New Roman" pitchFamily="18" charset="0"/>
                <a:ea typeface="宋体" pitchFamily="2" charset="-122"/>
              </a:defRPr>
            </a:lvl5pPr>
            <a:lvl6pPr marL="3519488" indent="-457200" fontAlgn="base">
              <a:spcBef>
                <a:spcPct val="0"/>
              </a:spcBef>
              <a:spcAft>
                <a:spcPct val="0"/>
              </a:spcAft>
              <a:tabLst>
                <a:tab pos="280988" algn="l"/>
              </a:tabLst>
              <a:defRPr sz="2400">
                <a:solidFill>
                  <a:schemeClr val="tx1"/>
                </a:solidFill>
                <a:latin typeface="Times New Roman" pitchFamily="18" charset="0"/>
                <a:ea typeface="宋体" pitchFamily="2" charset="-122"/>
              </a:defRPr>
            </a:lvl6pPr>
            <a:lvl7pPr marL="3976688" indent="-457200" fontAlgn="base">
              <a:spcBef>
                <a:spcPct val="0"/>
              </a:spcBef>
              <a:spcAft>
                <a:spcPct val="0"/>
              </a:spcAft>
              <a:tabLst>
                <a:tab pos="280988" algn="l"/>
              </a:tabLst>
              <a:defRPr sz="2400">
                <a:solidFill>
                  <a:schemeClr val="tx1"/>
                </a:solidFill>
                <a:latin typeface="Times New Roman" pitchFamily="18" charset="0"/>
                <a:ea typeface="宋体" pitchFamily="2" charset="-122"/>
              </a:defRPr>
            </a:lvl7pPr>
            <a:lvl8pPr marL="4433888" indent="-457200" fontAlgn="base">
              <a:spcBef>
                <a:spcPct val="0"/>
              </a:spcBef>
              <a:spcAft>
                <a:spcPct val="0"/>
              </a:spcAft>
              <a:tabLst>
                <a:tab pos="280988" algn="l"/>
              </a:tabLst>
              <a:defRPr sz="2400">
                <a:solidFill>
                  <a:schemeClr val="tx1"/>
                </a:solidFill>
                <a:latin typeface="Times New Roman" pitchFamily="18" charset="0"/>
                <a:ea typeface="宋体" pitchFamily="2" charset="-122"/>
              </a:defRPr>
            </a:lvl8pPr>
            <a:lvl9pPr marL="4891088" indent="-457200" fontAlgn="base">
              <a:spcBef>
                <a:spcPct val="0"/>
              </a:spcBef>
              <a:spcAft>
                <a:spcPct val="0"/>
              </a:spcAft>
              <a:tabLst>
                <a:tab pos="280988" algn="l"/>
              </a:tabLst>
              <a:defRPr sz="2400">
                <a:solidFill>
                  <a:schemeClr val="tx1"/>
                </a:solidFill>
                <a:latin typeface="Times New Roman" pitchFamily="18" charset="0"/>
                <a:ea typeface="宋体" pitchFamily="2" charset="-122"/>
              </a:defRPr>
            </a:lvl9pPr>
          </a:lstStyle>
          <a:p>
            <a:pPr marL="0" indent="0" fontAlgn="base">
              <a:lnSpc>
                <a:spcPct val="110000"/>
              </a:lnSpc>
              <a:spcBef>
                <a:spcPct val="5000"/>
              </a:spcBef>
              <a:spcAft>
                <a:spcPct val="0"/>
              </a:spcAft>
              <a:buClr>
                <a:srgbClr val="008000"/>
              </a:buClr>
              <a:buSzPct val="50000"/>
            </a:pPr>
            <a:r>
              <a:rPr lang="pt-BR" altLang="zh-CN" b="1" dirty="0">
                <a:solidFill>
                  <a:srgbClr val="000000"/>
                </a:solidFill>
                <a:latin typeface="黑体" pitchFamily="49" charset="-122"/>
                <a:ea typeface="黑体" pitchFamily="49" charset="-122"/>
              </a:rPr>
              <a:t>#include &lt;stdio.h&gt;</a:t>
            </a:r>
          </a:p>
          <a:p>
            <a:pPr marL="0" indent="0" fontAlgn="base">
              <a:lnSpc>
                <a:spcPct val="110000"/>
              </a:lnSpc>
              <a:spcBef>
                <a:spcPct val="5000"/>
              </a:spcBef>
              <a:spcAft>
                <a:spcPct val="0"/>
              </a:spcAft>
              <a:buClr>
                <a:srgbClr val="008000"/>
              </a:buClr>
              <a:buSzPct val="50000"/>
            </a:pPr>
            <a:r>
              <a:rPr lang="pt-BR" altLang="zh-CN" b="1" dirty="0">
                <a:solidFill>
                  <a:srgbClr val="000000"/>
                </a:solidFill>
                <a:latin typeface="黑体" pitchFamily="49" charset="-122"/>
                <a:ea typeface="黑体" pitchFamily="49" charset="-122"/>
              </a:rPr>
              <a:t>main()</a:t>
            </a:r>
          </a:p>
          <a:p>
            <a:pPr marL="0" indent="0" fontAlgn="base">
              <a:lnSpc>
                <a:spcPct val="110000"/>
              </a:lnSpc>
              <a:spcBef>
                <a:spcPct val="5000"/>
              </a:spcBef>
              <a:spcAft>
                <a:spcPct val="0"/>
              </a:spcAft>
              <a:buClr>
                <a:srgbClr val="008000"/>
              </a:buClr>
              <a:buSzPct val="50000"/>
            </a:pPr>
            <a:r>
              <a:rPr lang="pt-BR" altLang="zh-CN" b="1" dirty="0">
                <a:solidFill>
                  <a:srgbClr val="000000"/>
                </a:solidFill>
                <a:latin typeface="黑体" pitchFamily="49" charset="-122"/>
                <a:ea typeface="黑体" pitchFamily="49" charset="-122"/>
              </a:rPr>
              <a:t>{</a:t>
            </a:r>
          </a:p>
          <a:p>
            <a:pPr marL="0" indent="0" fontAlgn="base">
              <a:lnSpc>
                <a:spcPct val="110000"/>
              </a:lnSpc>
              <a:spcBef>
                <a:spcPct val="5000"/>
              </a:spcBef>
              <a:spcAft>
                <a:spcPct val="0"/>
              </a:spcAft>
              <a:buClr>
                <a:srgbClr val="008000"/>
              </a:buClr>
              <a:buSzPct val="50000"/>
            </a:pPr>
            <a:r>
              <a:rPr lang="pt-BR" altLang="zh-CN" b="1" dirty="0">
                <a:solidFill>
                  <a:srgbClr val="000000"/>
                </a:solidFill>
                <a:latin typeface="黑体" pitchFamily="49" charset="-122"/>
                <a:ea typeface="黑体" pitchFamily="49" charset="-122"/>
              </a:rPr>
              <a:t>	printf</a:t>
            </a:r>
            <a:r>
              <a:rPr lang="pt-BR" altLang="zh-CN" b="1" dirty="0">
                <a:solidFill>
                  <a:srgbClr val="FF0000"/>
                </a:solidFill>
                <a:effectLst>
                  <a:outerShdw blurRad="38100" dist="38100" dir="2700000" algn="tl">
                    <a:srgbClr val="000000">
                      <a:alpha val="43137"/>
                    </a:srgbClr>
                  </a:outerShdw>
                </a:effectLst>
                <a:latin typeface="黑体" pitchFamily="49" charset="-122"/>
                <a:ea typeface="黑体" pitchFamily="49" charset="-122"/>
              </a:rPr>
              <a:t>("%d,%f</a:t>
            </a:r>
            <a:r>
              <a:rPr lang="pt-BR" altLang="zh-CN" b="1" dirty="0">
                <a:solidFill>
                  <a:srgbClr val="000000"/>
                </a:solidFill>
                <a:latin typeface="黑体" pitchFamily="49" charset="-122"/>
                <a:ea typeface="黑体" pitchFamily="49" charset="-122"/>
              </a:rPr>
              <a:t>\n",3,3.14);</a:t>
            </a:r>
          </a:p>
          <a:p>
            <a:pPr marL="0" indent="0" fontAlgn="base">
              <a:lnSpc>
                <a:spcPct val="110000"/>
              </a:lnSpc>
              <a:spcBef>
                <a:spcPct val="5000"/>
              </a:spcBef>
              <a:spcAft>
                <a:spcPct val="0"/>
              </a:spcAft>
              <a:buClr>
                <a:srgbClr val="008000"/>
              </a:buClr>
              <a:buSzPct val="50000"/>
            </a:pPr>
            <a:r>
              <a:rPr lang="pt-BR" altLang="zh-CN" b="1" dirty="0">
                <a:solidFill>
                  <a:srgbClr val="000000"/>
                </a:solidFill>
                <a:latin typeface="黑体" pitchFamily="49" charset="-122"/>
                <a:ea typeface="黑体" pitchFamily="49" charset="-122"/>
              </a:rPr>
              <a:t>	printf("\n\n");</a:t>
            </a:r>
          </a:p>
          <a:p>
            <a:pPr marL="0" indent="0" fontAlgn="base">
              <a:lnSpc>
                <a:spcPct val="110000"/>
              </a:lnSpc>
              <a:spcBef>
                <a:spcPct val="5000"/>
              </a:spcBef>
              <a:spcAft>
                <a:spcPct val="0"/>
              </a:spcAft>
              <a:buClr>
                <a:srgbClr val="008000"/>
              </a:buClr>
              <a:buSzPct val="50000"/>
            </a:pPr>
            <a:r>
              <a:rPr lang="pt-BR" altLang="zh-CN" b="1" dirty="0">
                <a:solidFill>
                  <a:srgbClr val="000000"/>
                </a:solidFill>
                <a:latin typeface="黑体" pitchFamily="49" charset="-122"/>
                <a:ea typeface="黑体" pitchFamily="49" charset="-122"/>
              </a:rPr>
              <a:t>  printf</a:t>
            </a:r>
            <a:r>
              <a:rPr lang="pt-BR" altLang="zh-CN" b="1" dirty="0">
                <a:solidFill>
                  <a:srgbClr val="FF0000"/>
                </a:solidFill>
                <a:effectLst>
                  <a:outerShdw blurRad="38100" dist="38100" dir="2700000" algn="tl">
                    <a:srgbClr val="000000">
                      <a:alpha val="43137"/>
                    </a:srgbClr>
                  </a:outerShdw>
                </a:effectLst>
                <a:latin typeface="黑体" pitchFamily="49" charset="-122"/>
                <a:ea typeface="黑体" pitchFamily="49" charset="-122"/>
              </a:rPr>
              <a:t>("%f,%d</a:t>
            </a:r>
            <a:r>
              <a:rPr lang="pt-BR" altLang="zh-CN" b="1" dirty="0">
                <a:solidFill>
                  <a:srgbClr val="000000"/>
                </a:solidFill>
                <a:latin typeface="黑体" pitchFamily="49" charset="-122"/>
                <a:ea typeface="黑体" pitchFamily="49" charset="-122"/>
              </a:rPr>
              <a:t>\n",3,3.14);</a:t>
            </a:r>
          </a:p>
          <a:p>
            <a:pPr marL="0" indent="0" fontAlgn="base">
              <a:lnSpc>
                <a:spcPct val="110000"/>
              </a:lnSpc>
              <a:spcBef>
                <a:spcPct val="5000"/>
              </a:spcBef>
              <a:spcAft>
                <a:spcPct val="0"/>
              </a:spcAft>
              <a:buClr>
                <a:srgbClr val="008000"/>
              </a:buClr>
              <a:buSzPct val="50000"/>
            </a:pPr>
            <a:r>
              <a:rPr lang="pt-BR" altLang="zh-CN" b="1" dirty="0">
                <a:solidFill>
                  <a:srgbClr val="000000"/>
                </a:solidFill>
                <a:latin typeface="黑体" pitchFamily="49" charset="-122"/>
                <a:ea typeface="黑体" pitchFamily="49" charset="-122"/>
              </a:rPr>
              <a:t>}</a:t>
            </a:r>
            <a:endParaRPr lang="zh-CN" altLang="en-US" b="1" dirty="0">
              <a:solidFill>
                <a:srgbClr val="000000"/>
              </a:solidFill>
              <a:latin typeface="Tahoma" pitchFamily="34" charset="0"/>
              <a:ea typeface="黑体" pitchFamily="49" charset="-122"/>
            </a:endParaRPr>
          </a:p>
        </p:txBody>
      </p:sp>
      <p:sp>
        <p:nvSpPr>
          <p:cNvPr id="188419" name="Rectangle 3"/>
          <p:cNvSpPr>
            <a:spLocks noGrp="1" noChangeArrowheads="1"/>
          </p:cNvSpPr>
          <p:nvPr>
            <p:ph type="title"/>
          </p:nvPr>
        </p:nvSpPr>
        <p:spPr>
          <a:xfrm>
            <a:off x="2389188" y="-31750"/>
            <a:ext cx="3238500" cy="804863"/>
          </a:xfrm>
        </p:spPr>
        <p:txBody>
          <a:bodyPr/>
          <a:lstStyle/>
          <a:p>
            <a:r>
              <a:rPr lang="zh-CN" altLang="en-US" sz="3600">
                <a:latin typeface="Times New Roman" pitchFamily="18" charset="0"/>
              </a:rPr>
              <a:t>注意：</a:t>
            </a:r>
          </a:p>
        </p:txBody>
      </p:sp>
      <p:pic>
        <p:nvPicPr>
          <p:cNvPr id="4" name="图片 3">
            <a:extLst>
              <a:ext uri="{FF2B5EF4-FFF2-40B4-BE49-F238E27FC236}">
                <a16:creationId xmlns:a16="http://schemas.microsoft.com/office/drawing/2014/main" id="{09BF1AC7-C3D8-468C-B9E1-059E5B8A2637}"/>
              </a:ext>
            </a:extLst>
          </p:cNvPr>
          <p:cNvPicPr>
            <a:picLocks noChangeAspect="1"/>
          </p:cNvPicPr>
          <p:nvPr/>
        </p:nvPicPr>
        <p:blipFill>
          <a:blip r:embed="rId2"/>
          <a:stretch>
            <a:fillRect/>
          </a:stretch>
        </p:blipFill>
        <p:spPr>
          <a:xfrm>
            <a:off x="6384033" y="1556792"/>
            <a:ext cx="5472608" cy="2923406"/>
          </a:xfrm>
          <a:prstGeom prst="rect">
            <a:avLst/>
          </a:prstGeom>
        </p:spPr>
      </p:pic>
    </p:spTree>
    <p:extLst>
      <p:ext uri="{BB962C8B-B14F-4D97-AF65-F5344CB8AC3E}">
        <p14:creationId xmlns:p14="http://schemas.microsoft.com/office/powerpoint/2010/main" val="17522040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8841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8841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8841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8841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8841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8841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8841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6" presetClass="entr" presetSubtype="32" fill="hold" nodeType="click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circle(out)">
                                      <p:cBhvr>
                                        <p:cTn id="35"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18" grpId="0" build="p"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9" name="Rectangle 3"/>
          <p:cNvSpPr>
            <a:spLocks noGrp="1" noChangeArrowheads="1"/>
          </p:cNvSpPr>
          <p:nvPr>
            <p:ph type="title"/>
          </p:nvPr>
        </p:nvSpPr>
        <p:spPr>
          <a:xfrm>
            <a:off x="2389188" y="-31750"/>
            <a:ext cx="3238500" cy="804863"/>
          </a:xfrm>
        </p:spPr>
        <p:txBody>
          <a:bodyPr/>
          <a:lstStyle/>
          <a:p>
            <a:r>
              <a:rPr lang="zh-CN" altLang="en-US" sz="3600">
                <a:latin typeface="Times New Roman" pitchFamily="18" charset="0"/>
              </a:rPr>
              <a:t>注意：</a:t>
            </a:r>
          </a:p>
        </p:txBody>
      </p:sp>
      <p:sp>
        <p:nvSpPr>
          <p:cNvPr id="188421" name="Text Box 5"/>
          <p:cNvSpPr txBox="1">
            <a:spLocks noChangeArrowheads="1"/>
          </p:cNvSpPr>
          <p:nvPr/>
        </p:nvSpPr>
        <p:spPr bwMode="auto">
          <a:xfrm>
            <a:off x="2023268" y="1052736"/>
            <a:ext cx="8145463" cy="1044517"/>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80988" indent="-280988">
              <a:defRPr sz="2400">
                <a:solidFill>
                  <a:schemeClr val="tx1"/>
                </a:solidFill>
                <a:latin typeface="Times New Roman" pitchFamily="18" charset="0"/>
                <a:ea typeface="宋体" pitchFamily="2" charset="-122"/>
              </a:defRPr>
            </a:lvl1pPr>
            <a:lvl2pPr marL="577850">
              <a:defRPr sz="2400">
                <a:solidFill>
                  <a:schemeClr val="tx1"/>
                </a:solidFill>
                <a:latin typeface="Times New Roman" pitchFamily="18" charset="0"/>
                <a:ea typeface="宋体" pitchFamily="2" charset="-122"/>
              </a:defRPr>
            </a:lvl2pPr>
            <a:lvl3pPr>
              <a:defRPr sz="2400">
                <a:solidFill>
                  <a:schemeClr val="tx1"/>
                </a:solidFill>
                <a:latin typeface="Times New Roman" pitchFamily="18" charset="0"/>
                <a:ea typeface="宋体" pitchFamily="2" charset="-122"/>
              </a:defRPr>
            </a:lvl3pPr>
            <a:lvl4pPr>
              <a:defRPr sz="2400">
                <a:solidFill>
                  <a:schemeClr val="tx1"/>
                </a:solidFill>
                <a:latin typeface="Times New Roman" pitchFamily="18" charset="0"/>
                <a:ea typeface="宋体" pitchFamily="2" charset="-122"/>
              </a:defRPr>
            </a:lvl4pPr>
            <a:lvl5pPr>
              <a:defRPr sz="2400">
                <a:solidFill>
                  <a:schemeClr val="tx1"/>
                </a:solidFill>
                <a:latin typeface="Times New Roman" pitchFamily="18" charset="0"/>
                <a:ea typeface="宋体" pitchFamily="2" charset="-122"/>
              </a:defRPr>
            </a:lvl5pPr>
            <a:lvl6pPr fontAlgn="base">
              <a:spcBef>
                <a:spcPct val="0"/>
              </a:spcBef>
              <a:spcAft>
                <a:spcPct val="0"/>
              </a:spcAft>
              <a:defRPr sz="2400">
                <a:solidFill>
                  <a:schemeClr val="tx1"/>
                </a:solidFill>
                <a:latin typeface="Times New Roman" pitchFamily="18" charset="0"/>
                <a:ea typeface="宋体" pitchFamily="2" charset="-122"/>
              </a:defRPr>
            </a:lvl6pPr>
            <a:lvl7pPr fontAlgn="base">
              <a:spcBef>
                <a:spcPct val="0"/>
              </a:spcBef>
              <a:spcAft>
                <a:spcPct val="0"/>
              </a:spcAft>
              <a:defRPr sz="2400">
                <a:solidFill>
                  <a:schemeClr val="tx1"/>
                </a:solidFill>
                <a:latin typeface="Times New Roman" pitchFamily="18" charset="0"/>
                <a:ea typeface="宋体" pitchFamily="2" charset="-122"/>
              </a:defRPr>
            </a:lvl7pPr>
            <a:lvl8pPr fontAlgn="base">
              <a:spcBef>
                <a:spcPct val="0"/>
              </a:spcBef>
              <a:spcAft>
                <a:spcPct val="0"/>
              </a:spcAft>
              <a:defRPr sz="2400">
                <a:solidFill>
                  <a:schemeClr val="tx1"/>
                </a:solidFill>
                <a:latin typeface="Times New Roman" pitchFamily="18" charset="0"/>
                <a:ea typeface="宋体" pitchFamily="2" charset="-122"/>
              </a:defRPr>
            </a:lvl8pPr>
            <a:lvl9pPr fontAlgn="base">
              <a:spcBef>
                <a:spcPct val="0"/>
              </a:spcBef>
              <a:spcAft>
                <a:spcPct val="0"/>
              </a:spcAft>
              <a:defRPr sz="2400">
                <a:solidFill>
                  <a:schemeClr val="tx1"/>
                </a:solidFill>
                <a:latin typeface="Times New Roman" pitchFamily="18" charset="0"/>
                <a:ea typeface="宋体" pitchFamily="2" charset="-122"/>
              </a:defRPr>
            </a:lvl9pPr>
          </a:lstStyle>
          <a:p>
            <a:pPr fontAlgn="base">
              <a:lnSpc>
                <a:spcPct val="125000"/>
              </a:lnSpc>
              <a:spcBef>
                <a:spcPct val="20000"/>
              </a:spcBef>
              <a:spcAft>
                <a:spcPct val="0"/>
              </a:spcAft>
              <a:buClr>
                <a:srgbClr val="008000"/>
              </a:buClr>
              <a:buSzPct val="50000"/>
              <a:buFont typeface="Wingdings" pitchFamily="2" charset="2"/>
              <a:buChar char="l"/>
            </a:pPr>
            <a:r>
              <a:rPr lang="zh-CN" altLang="en-US" b="1" dirty="0">
                <a:solidFill>
                  <a:srgbClr val="FF0000"/>
                </a:solidFill>
                <a:latin typeface="黑体" pitchFamily="49" charset="-122"/>
                <a:ea typeface="黑体" pitchFamily="49" charset="-122"/>
              </a:rPr>
              <a:t>当格式说明个数</a:t>
            </a:r>
            <a:r>
              <a:rPr lang="zh-CN" altLang="zh-CN" b="1" dirty="0">
                <a:solidFill>
                  <a:srgbClr val="FF0000"/>
                </a:solidFill>
                <a:latin typeface="黑体" pitchFamily="49" charset="-122"/>
                <a:ea typeface="黑体" pitchFamily="49" charset="-122"/>
              </a:rPr>
              <a:t>&lt;</a:t>
            </a:r>
            <a:r>
              <a:rPr lang="zh-CN" altLang="en-US" b="1" dirty="0">
                <a:solidFill>
                  <a:srgbClr val="FF0000"/>
                </a:solidFill>
                <a:latin typeface="黑体" pitchFamily="49" charset="-122"/>
                <a:ea typeface="黑体" pitchFamily="49" charset="-122"/>
              </a:rPr>
              <a:t>输出项时，多余的输出项不予输出。</a:t>
            </a:r>
          </a:p>
          <a:p>
            <a:pPr fontAlgn="base">
              <a:lnSpc>
                <a:spcPct val="125000"/>
              </a:lnSpc>
              <a:spcBef>
                <a:spcPct val="25000"/>
              </a:spcBef>
              <a:spcAft>
                <a:spcPct val="0"/>
              </a:spcAft>
              <a:buClr>
                <a:srgbClr val="008000"/>
              </a:buClr>
              <a:buSzPct val="50000"/>
              <a:buFont typeface="Wingdings" pitchFamily="2" charset="2"/>
              <a:buChar char="l"/>
            </a:pPr>
            <a:r>
              <a:rPr lang="zh-CN" altLang="en-US" b="1" dirty="0">
                <a:solidFill>
                  <a:srgbClr val="FF0000"/>
                </a:solidFill>
                <a:latin typeface="黑体" pitchFamily="49" charset="-122"/>
                <a:ea typeface="黑体" pitchFamily="49" charset="-122"/>
              </a:rPr>
              <a:t>当格式说明个数</a:t>
            </a:r>
            <a:r>
              <a:rPr lang="zh-CN" altLang="zh-CN" b="1" dirty="0">
                <a:solidFill>
                  <a:srgbClr val="FF0000"/>
                </a:solidFill>
                <a:latin typeface="黑体" pitchFamily="49" charset="-122"/>
                <a:ea typeface="黑体" pitchFamily="49" charset="-122"/>
              </a:rPr>
              <a:t>&gt;</a:t>
            </a:r>
            <a:r>
              <a:rPr lang="zh-CN" altLang="en-US" b="1" dirty="0">
                <a:solidFill>
                  <a:srgbClr val="FF0000"/>
                </a:solidFill>
                <a:latin typeface="黑体" pitchFamily="49" charset="-122"/>
                <a:ea typeface="黑体" pitchFamily="49" charset="-122"/>
              </a:rPr>
              <a:t>输出项时，输出不定值。</a:t>
            </a:r>
          </a:p>
        </p:txBody>
      </p:sp>
      <p:sp>
        <p:nvSpPr>
          <p:cNvPr id="7" name="文本框 6">
            <a:extLst>
              <a:ext uri="{FF2B5EF4-FFF2-40B4-BE49-F238E27FC236}">
                <a16:creationId xmlns:a16="http://schemas.microsoft.com/office/drawing/2014/main" id="{5342F43D-2EB2-4095-B05E-DA35F99233BA}"/>
              </a:ext>
            </a:extLst>
          </p:cNvPr>
          <p:cNvSpPr txBox="1"/>
          <p:nvPr/>
        </p:nvSpPr>
        <p:spPr>
          <a:xfrm>
            <a:off x="2023268" y="2123437"/>
            <a:ext cx="5656908" cy="4154984"/>
          </a:xfrm>
          <a:prstGeom prst="rect">
            <a:avLst/>
          </a:prstGeom>
          <a:noFill/>
        </p:spPr>
        <p:txBody>
          <a:bodyPr wrap="square">
            <a:spAutoFit/>
          </a:bodyPr>
          <a:lstStyle/>
          <a:p>
            <a:r>
              <a:rPr lang="en-US" altLang="zh-CN" sz="2400" dirty="0"/>
              <a:t>#include &lt;</a:t>
            </a:r>
            <a:r>
              <a:rPr lang="en-US" altLang="zh-CN" sz="2400" dirty="0" err="1"/>
              <a:t>stdio.h</a:t>
            </a:r>
            <a:r>
              <a:rPr lang="en-US" altLang="zh-CN" sz="2400" dirty="0"/>
              <a:t>&gt;</a:t>
            </a:r>
          </a:p>
          <a:p>
            <a:r>
              <a:rPr lang="en-US" altLang="zh-CN" sz="2400" dirty="0"/>
              <a:t>main()</a:t>
            </a:r>
          </a:p>
          <a:p>
            <a:r>
              <a:rPr lang="en-US" altLang="zh-CN" sz="2400" dirty="0"/>
              <a:t>{</a:t>
            </a:r>
          </a:p>
          <a:p>
            <a:r>
              <a:rPr lang="en-US" altLang="zh-CN" sz="2400" dirty="0"/>
              <a:t>	</a:t>
            </a:r>
            <a:r>
              <a:rPr lang="en-US" altLang="zh-CN" sz="2400" dirty="0" err="1"/>
              <a:t>printf</a:t>
            </a:r>
            <a:r>
              <a:rPr lang="en-US" altLang="zh-CN" sz="2400" dirty="0"/>
              <a:t>("%</a:t>
            </a:r>
            <a:r>
              <a:rPr lang="en-US" altLang="zh-CN" sz="2400" dirty="0" err="1"/>
              <a:t>d,%d</a:t>
            </a:r>
            <a:r>
              <a:rPr lang="en-US" altLang="zh-CN" sz="2400" dirty="0"/>
              <a:t>\n",3,4,5);</a:t>
            </a:r>
          </a:p>
          <a:p>
            <a:r>
              <a:rPr lang="en-US" altLang="zh-CN" sz="2400" dirty="0"/>
              <a:t>	</a:t>
            </a:r>
            <a:r>
              <a:rPr lang="en-US" altLang="zh-CN" sz="2400" dirty="0" err="1"/>
              <a:t>printf</a:t>
            </a:r>
            <a:r>
              <a:rPr lang="en-US" altLang="zh-CN" sz="2400" dirty="0"/>
              <a:t>("%</a:t>
            </a:r>
            <a:r>
              <a:rPr lang="en-US" altLang="zh-CN" sz="2400" dirty="0" err="1"/>
              <a:t>f,%f</a:t>
            </a:r>
            <a:r>
              <a:rPr lang="en-US" altLang="zh-CN" sz="2400" dirty="0"/>
              <a:t>\n",3.0,4.0,5.0);</a:t>
            </a:r>
          </a:p>
          <a:p>
            <a:r>
              <a:rPr lang="en-US" altLang="zh-CN" sz="2400" dirty="0"/>
              <a:t>  //</a:t>
            </a:r>
            <a:r>
              <a:rPr lang="zh-CN" altLang="en-US" sz="2400" b="1" dirty="0">
                <a:solidFill>
                  <a:srgbClr val="FF0000"/>
                </a:solidFill>
                <a:effectLst>
                  <a:outerShdw blurRad="38100" dist="38100" dir="2700000" algn="tl">
                    <a:srgbClr val="000000">
                      <a:alpha val="43137"/>
                    </a:srgbClr>
                  </a:outerShdw>
                </a:effectLst>
              </a:rPr>
              <a:t>多出的输出项不输出</a:t>
            </a:r>
          </a:p>
          <a:p>
            <a:r>
              <a:rPr lang="zh-CN" altLang="en-US" sz="2400" dirty="0"/>
              <a:t>	</a:t>
            </a:r>
          </a:p>
          <a:p>
            <a:r>
              <a:rPr lang="zh-CN" altLang="en-US" sz="2400" dirty="0"/>
              <a:t>	</a:t>
            </a:r>
            <a:r>
              <a:rPr lang="en-US" altLang="zh-CN" sz="2400" dirty="0" err="1"/>
              <a:t>printf</a:t>
            </a:r>
            <a:r>
              <a:rPr lang="en-US" altLang="zh-CN" sz="2400" dirty="0"/>
              <a:t>("%</a:t>
            </a:r>
            <a:r>
              <a:rPr lang="en-US" altLang="zh-CN" sz="2400" dirty="0" err="1"/>
              <a:t>d,%d,%d</a:t>
            </a:r>
            <a:r>
              <a:rPr lang="en-US" altLang="zh-CN" sz="2400" dirty="0"/>
              <a:t>\n",3,4);</a:t>
            </a:r>
          </a:p>
          <a:p>
            <a:r>
              <a:rPr lang="en-US" altLang="zh-CN" sz="2400" dirty="0"/>
              <a:t>	</a:t>
            </a:r>
            <a:r>
              <a:rPr lang="en-US" altLang="zh-CN" sz="2400" dirty="0" err="1"/>
              <a:t>printf</a:t>
            </a:r>
            <a:r>
              <a:rPr lang="en-US" altLang="zh-CN" sz="2400" dirty="0"/>
              <a:t>("%</a:t>
            </a:r>
            <a:r>
              <a:rPr lang="en-US" altLang="zh-CN" sz="2400" dirty="0" err="1"/>
              <a:t>f,%f,%f</a:t>
            </a:r>
            <a:r>
              <a:rPr lang="en-US" altLang="zh-CN" sz="2400" dirty="0"/>
              <a:t>\n",3.0,4.0);</a:t>
            </a:r>
          </a:p>
          <a:p>
            <a:r>
              <a:rPr lang="en-US" altLang="zh-CN" sz="2400" dirty="0"/>
              <a:t>//</a:t>
            </a:r>
            <a:r>
              <a:rPr lang="zh-CN" altLang="en-US" sz="2400" b="1" dirty="0">
                <a:solidFill>
                  <a:srgbClr val="FF0000"/>
                </a:solidFill>
                <a:effectLst>
                  <a:outerShdw blurRad="38100" dist="38100" dir="2700000" algn="tl">
                    <a:srgbClr val="000000">
                      <a:alpha val="43137"/>
                    </a:srgbClr>
                  </a:outerShdw>
                </a:effectLst>
              </a:rPr>
              <a:t>多的格式符显示不定值</a:t>
            </a:r>
          </a:p>
          <a:p>
            <a:r>
              <a:rPr lang="en-US" altLang="zh-CN" sz="2400" dirty="0"/>
              <a:t>}</a:t>
            </a:r>
          </a:p>
        </p:txBody>
      </p:sp>
      <p:pic>
        <p:nvPicPr>
          <p:cNvPr id="4" name="图片 3">
            <a:extLst>
              <a:ext uri="{FF2B5EF4-FFF2-40B4-BE49-F238E27FC236}">
                <a16:creationId xmlns:a16="http://schemas.microsoft.com/office/drawing/2014/main" id="{D11F406A-7BDD-40B1-B9E2-B3572AF4A81A}"/>
              </a:ext>
            </a:extLst>
          </p:cNvPr>
          <p:cNvPicPr>
            <a:picLocks noChangeAspect="1"/>
          </p:cNvPicPr>
          <p:nvPr/>
        </p:nvPicPr>
        <p:blipFill>
          <a:blip r:embed="rId2"/>
          <a:stretch>
            <a:fillRect/>
          </a:stretch>
        </p:blipFill>
        <p:spPr>
          <a:xfrm>
            <a:off x="3431704" y="370681"/>
            <a:ext cx="5496669" cy="2742102"/>
          </a:xfrm>
          <a:prstGeom prst="rect">
            <a:avLst/>
          </a:prstGeom>
        </p:spPr>
      </p:pic>
    </p:spTree>
    <p:extLst>
      <p:ext uri="{BB962C8B-B14F-4D97-AF65-F5344CB8AC3E}">
        <p14:creationId xmlns:p14="http://schemas.microsoft.com/office/powerpoint/2010/main" val="1834680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88421">
                                            <p:bg/>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88421">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88421">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down)">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3" presetClass="entr" presetSubtype="32" fill="hold"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plus(out)">
                                      <p:cBhvr>
                                        <p:cTn id="24"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21" grpId="0" build="p" animBg="1" autoUpdateAnimBg="0"/>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1E4C86AC-0BA0-321C-667F-684592803BC7}"/>
              </a:ext>
            </a:extLst>
          </p:cNvPr>
          <p:cNvSpPr txBox="1"/>
          <p:nvPr>
            <p:custDataLst>
              <p:tags r:id="rId2"/>
            </p:custDataLst>
          </p:nvPr>
        </p:nvSpPr>
        <p:spPr>
          <a:xfrm>
            <a:off x="1219200" y="635000"/>
            <a:ext cx="9753600" cy="5890344"/>
          </a:xfrm>
          <a:prstGeom prst="rect">
            <a:avLst/>
          </a:prstGeom>
          <a:noFill/>
        </p:spPr>
        <p:txBody>
          <a:bodyPr vert="horz" wrap="square" rtlCol="0" anchor="ctr" anchorCtr="0">
            <a:noAutofit/>
          </a:bodyPr>
          <a:lstStyle/>
          <a:p>
            <a:pPr marL="265113" indent="-265113">
              <a:lnSpc>
                <a:spcPct val="110000"/>
              </a:lnSpc>
              <a:spcBef>
                <a:spcPct val="40000"/>
              </a:spcBef>
              <a:buSzPct val="50000"/>
            </a:pPr>
            <a:r>
              <a:rPr lang="zh-CN" altLang="en-US" sz="3200" b="1" dirty="0">
                <a:latin typeface="Arial" pitchFamily="34" charset="0"/>
              </a:rPr>
              <a:t>输出表列的求值</a:t>
            </a:r>
            <a:r>
              <a:rPr lang="zh-CN" altLang="en-US" sz="3200" b="1" dirty="0"/>
              <a:t>顺序</a:t>
            </a:r>
            <a:r>
              <a:rPr lang="zh-CN" altLang="zh-CN" sz="3200" b="1" dirty="0">
                <a:latin typeface="Times New Roman" pitchFamily="18" charset="0"/>
              </a:rPr>
              <a:t>:  </a:t>
            </a:r>
            <a:r>
              <a:rPr lang="zh-CN" altLang="zh-CN" sz="3200" b="1" dirty="0">
                <a:latin typeface="Arial" pitchFamily="34" charset="0"/>
              </a:rPr>
              <a:t>VC</a:t>
            </a:r>
            <a:r>
              <a:rPr lang="zh-CN" altLang="en-US" sz="3200" b="1" dirty="0"/>
              <a:t>是</a:t>
            </a:r>
            <a:r>
              <a:rPr lang="zh-CN" altLang="en-US" sz="3200" b="1" dirty="0">
                <a:solidFill>
                  <a:srgbClr val="FF0000"/>
                </a:solidFill>
                <a:effectLst>
                  <a:outerShdw blurRad="38100" dist="38100" dir="2700000" algn="tl">
                    <a:srgbClr val="000000">
                      <a:alpha val="43137"/>
                    </a:srgbClr>
                  </a:outerShdw>
                </a:effectLst>
              </a:rPr>
              <a:t>从右到左顺序求值的</a:t>
            </a:r>
            <a:r>
              <a:rPr lang="zh-CN" altLang="en-US" sz="3200" b="1" dirty="0"/>
              <a:t>。</a:t>
            </a:r>
          </a:p>
          <a:p>
            <a:pPr marL="265113" indent="-265113">
              <a:lnSpc>
                <a:spcPct val="110000"/>
              </a:lnSpc>
              <a:spcBef>
                <a:spcPct val="40000"/>
              </a:spcBef>
              <a:buNone/>
            </a:pPr>
            <a:r>
              <a:rPr lang="en-US" altLang="zh-CN" sz="3200" b="1"/>
              <a:t>#include &lt;stdio.h&gt;</a:t>
            </a:r>
          </a:p>
          <a:p>
            <a:pPr marL="265113" indent="-265113">
              <a:lnSpc>
                <a:spcPct val="110000"/>
              </a:lnSpc>
              <a:spcBef>
                <a:spcPct val="40000"/>
              </a:spcBef>
              <a:buNone/>
            </a:pPr>
            <a:r>
              <a:rPr lang="en-US" altLang="zh-CN" sz="3200" b="1"/>
              <a:t>main()</a:t>
            </a:r>
          </a:p>
          <a:p>
            <a:pPr marL="265113" indent="-265113">
              <a:lnSpc>
                <a:spcPct val="110000"/>
              </a:lnSpc>
              <a:spcBef>
                <a:spcPct val="40000"/>
              </a:spcBef>
              <a:buNone/>
            </a:pPr>
            <a:r>
              <a:rPr lang="en-US" altLang="zh-CN" sz="3200" b="1"/>
              <a:t>{ </a:t>
            </a:r>
          </a:p>
          <a:p>
            <a:pPr marL="265113" indent="-265113">
              <a:lnSpc>
                <a:spcPct val="110000"/>
              </a:lnSpc>
              <a:spcBef>
                <a:spcPct val="40000"/>
              </a:spcBef>
              <a:buNone/>
            </a:pPr>
            <a:r>
              <a:rPr lang="en-US" altLang="zh-CN" sz="3200" b="1"/>
              <a:t>	int  a,b ;   </a:t>
            </a:r>
          </a:p>
          <a:p>
            <a:pPr marL="265113" indent="-265113">
              <a:lnSpc>
                <a:spcPct val="110000"/>
              </a:lnSpc>
              <a:spcBef>
                <a:spcPct val="40000"/>
              </a:spcBef>
              <a:buNone/>
            </a:pPr>
            <a:r>
              <a:rPr lang="en-US" altLang="zh-CN" sz="3200" b="1"/>
              <a:t>	printf("%d,%d,%d\n", a+b,a=2,b=1); </a:t>
            </a:r>
          </a:p>
          <a:p>
            <a:pPr marL="265113" indent="-265113">
              <a:lnSpc>
                <a:spcPct val="110000"/>
              </a:lnSpc>
              <a:spcBef>
                <a:spcPct val="40000"/>
              </a:spcBef>
              <a:buNone/>
            </a:pPr>
            <a:r>
              <a:rPr lang="en-US" altLang="zh-CN" sz="3200" b="1"/>
              <a:t>}</a:t>
            </a:r>
            <a:r>
              <a:rPr lang="zh-CN" altLang="en-US" sz="3200" b="1">
                <a:latin typeface="Arial" pitchFamily="34" charset="0"/>
              </a:rPr>
              <a:t>输出</a:t>
            </a:r>
            <a:r>
              <a:rPr lang="zh-CN" altLang="en-US" sz="3200" b="1">
                <a:solidFill>
                  <a:srgbClr val="639EF4"/>
                </a:solidFill>
                <a:latin typeface="Arial" pitchFamily="34" charset="0"/>
              </a:rPr>
              <a:t> </a:t>
            </a:r>
            <a:r>
              <a:rPr lang="en-US" altLang="zh-CN" sz="3200" b="1" dirty="0">
                <a:solidFill>
                  <a:srgbClr val="639EF4"/>
                </a:solidFill>
                <a:latin typeface="Arial" pitchFamily="34" charset="0"/>
              </a:rPr>
              <a:t>[</a:t>
            </a:r>
            <a:r>
              <a:rPr lang="zh-CN" altLang="en-US" sz="3200" b="1" dirty="0">
                <a:solidFill>
                  <a:srgbClr val="639EF4"/>
                </a:solidFill>
                <a:latin typeface="Arial" pitchFamily="34" charset="0"/>
              </a:rPr>
              <a:t>填空</a:t>
            </a:r>
            <a:r>
              <a:rPr lang="en-US" altLang="zh-CN" sz="3200" b="1" dirty="0">
                <a:solidFill>
                  <a:srgbClr val="639EF4"/>
                </a:solidFill>
                <a:latin typeface="Arial" pitchFamily="34" charset="0"/>
              </a:rPr>
              <a:t>1</a:t>
            </a:r>
            <a:r>
              <a:rPr lang="en-US" altLang="zh-CN" sz="3200" b="1">
                <a:solidFill>
                  <a:srgbClr val="639EF4"/>
                </a:solidFill>
                <a:latin typeface="Arial" pitchFamily="34" charset="0"/>
              </a:rPr>
              <a:t>]</a:t>
            </a:r>
            <a:r>
              <a:rPr lang="en-US" altLang="zh-CN" sz="3200" b="1">
                <a:solidFill>
                  <a:srgbClr val="000000"/>
                </a:solidFill>
                <a:latin typeface="Arial" pitchFamily="34" charset="0"/>
              </a:rPr>
              <a:t> </a:t>
            </a:r>
            <a:endParaRPr lang="en-US" altLang="zh-CN" sz="3200" b="1" dirty="0">
              <a:solidFill>
                <a:srgbClr val="000000"/>
              </a:solidFill>
              <a:latin typeface="Arial" pitchFamily="34" charset="0"/>
            </a:endParaRPr>
          </a:p>
        </p:txBody>
      </p:sp>
      <p:sp>
        <p:nvSpPr>
          <p:cNvPr id="7" name="矩形: 圆角 6">
            <a:extLst>
              <a:ext uri="{FF2B5EF4-FFF2-40B4-BE49-F238E27FC236}">
                <a16:creationId xmlns:a16="http://schemas.microsoft.com/office/drawing/2014/main" id="{DCBE8016-8CF1-66A5-206B-3ACE8CFBE579}"/>
              </a:ext>
            </a:extLst>
          </p:cNvPr>
          <p:cNvSpPr/>
          <p:nvPr>
            <p:custDataLst>
              <p:tags r:id="rId3"/>
            </p:custDataLst>
          </p:nvPr>
        </p:nvSpPr>
        <p:spPr bwMode="auto">
          <a:xfrm>
            <a:off x="8915400" y="6215063"/>
            <a:ext cx="1543050" cy="411480"/>
          </a:xfrm>
          <a:prstGeom prst="roundRect">
            <a:avLst/>
          </a:prstGeom>
          <a:solidFill>
            <a:srgbClr val="808080">
              <a:alpha val="50000"/>
            </a:srgbClr>
          </a:solidFill>
          <a:ln w="38100" cap="flat" cmpd="sng" algn="ctr">
            <a:solidFill>
              <a:srgbClr val="000000"/>
            </a:solidFill>
            <a:prstDash val="solid"/>
            <a:round/>
            <a:headEnd type="none" w="med" len="med"/>
            <a:tailEnd type="none" w="med" len="med"/>
          </a:ln>
          <a:effectLst>
            <a:outerShdw dist="107763" dir="2700000" algn="ctr" rotWithShape="0">
              <a:schemeClr val="bg2"/>
            </a:outerShdw>
          </a:effectLst>
        </p:spPr>
        <p:txBody>
          <a:bodyPr vert="horz" wrap="none" lIns="91440" tIns="45720" rIns="91440" bIns="45720" numCol="1" rtlCol="0" anchor="ctr" anchorCtr="1"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grpSp>
        <p:nvGrpSpPr>
          <p:cNvPr id="12" name="组合 11">
            <a:extLst>
              <a:ext uri="{FF2B5EF4-FFF2-40B4-BE49-F238E27FC236}">
                <a16:creationId xmlns:a16="http://schemas.microsoft.com/office/drawing/2014/main" id="{BD37C80C-8DB4-1CC9-EC9B-DC0A85333DCF}"/>
              </a:ext>
            </a:extLst>
          </p:cNvPr>
          <p:cNvGrpSpPr/>
          <p:nvPr>
            <p:custDataLst>
              <p:tags r:id="rId4"/>
            </p:custDataLst>
          </p:nvPr>
        </p:nvGrpSpPr>
        <p:grpSpPr>
          <a:xfrm>
            <a:off x="0" y="0"/>
            <a:ext cx="12192000" cy="635000"/>
            <a:chOff x="0" y="0"/>
            <a:chExt cx="12192000" cy="635000"/>
          </a:xfrm>
        </p:grpSpPr>
        <p:sp>
          <p:nvSpPr>
            <p:cNvPr id="8" name="TitleBackground">
              <a:extLst>
                <a:ext uri="{FF2B5EF4-FFF2-40B4-BE49-F238E27FC236}">
                  <a16:creationId xmlns:a16="http://schemas.microsoft.com/office/drawing/2014/main" id="{9414F0C9-AA7D-ED20-3C26-5EAAF84D80F2}"/>
                </a:ext>
              </a:extLst>
            </p:cNvPr>
            <p:cNvSpPr/>
            <p:nvPr>
              <p:custDataLst>
                <p:tags r:id="rId6"/>
              </p:custDataLst>
            </p:nvPr>
          </p:nvSpPr>
          <p:spPr bwMode="auto">
            <a:xfrm>
              <a:off x="0" y="0"/>
              <a:ext cx="12192000" cy="635000"/>
            </a:xfrm>
            <a:prstGeom prst="rect">
              <a:avLst/>
            </a:prstGeom>
            <a:solidFill>
              <a:srgbClr val="F6F7F8">
                <a:alpha val="50000"/>
              </a:srgbClr>
            </a:solidFill>
            <a:ln w="0" cap="flat" cmpd="sng" algn="ctr">
              <a:noFill/>
              <a:prstDash val="solid"/>
              <a:round/>
              <a:headEnd type="none" w="med" len="med"/>
              <a:tailEnd type="none" w="med" len="med"/>
            </a:ln>
            <a:effectLst>
              <a:outerShdw dist="107763" dir="2700000" algn="ctr" rotWithShape="0">
                <a:schemeClr val="bg2"/>
              </a:outerShdw>
            </a:effectLst>
            <a:extLst>
              <a:ext uri="{91240B29-F687-4F45-9708-019B960494DF}">
                <a14:hiddenLine xmlns:a14="http://schemas.microsoft.com/office/drawing/2010/main" w="0" cap="flat" cmpd="sng" algn="ctr">
                  <a:solidFill>
                    <a:srgbClr val="002BB4"/>
                  </a:solidFill>
                  <a:prstDash val="solid"/>
                  <a:round/>
                  <a:headEnd type="none" w="med" len="med"/>
                  <a:tailEnd type="none" w="med" len="med"/>
                </a14:hiddenLine>
              </a:ext>
            </a:ex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a:ln>
                  <a:noFill/>
                </a:ln>
                <a:solidFill>
                  <a:schemeClr val="tx1"/>
                </a:solidFill>
                <a:effectLst/>
                <a:latin typeface="Tahoma" pitchFamily="34" charset="0"/>
                <a:ea typeface="Dotum" pitchFamily="34" charset="-127"/>
              </a:endParaRPr>
            </a:p>
          </p:txBody>
        </p:sp>
        <p:sp>
          <p:nvSpPr>
            <p:cNvPr id="9" name="ColorBlock">
              <a:extLst>
                <a:ext uri="{FF2B5EF4-FFF2-40B4-BE49-F238E27FC236}">
                  <a16:creationId xmlns:a16="http://schemas.microsoft.com/office/drawing/2014/main" id="{129672CC-EB12-2818-1F19-F2EB5A416F75}"/>
                </a:ext>
              </a:extLst>
            </p:cNvPr>
            <p:cNvSpPr/>
            <p:nvPr>
              <p:custDataLst>
                <p:tags r:id="rId7"/>
              </p:custDataLst>
            </p:nvPr>
          </p:nvSpPr>
          <p:spPr bwMode="auto">
            <a:xfrm>
              <a:off x="0" y="0"/>
              <a:ext cx="190500" cy="635000"/>
            </a:xfrm>
            <a:prstGeom prst="rect">
              <a:avLst/>
            </a:prstGeom>
            <a:solidFill>
              <a:srgbClr val="639EF4">
                <a:alpha val="50000"/>
              </a:srgbClr>
            </a:solidFill>
            <a:ln w="0" cap="flat" cmpd="sng" algn="ctr">
              <a:noFill/>
              <a:prstDash val="solid"/>
              <a:round/>
              <a:headEnd type="none" w="med" len="med"/>
              <a:tailEnd type="none" w="med" len="med"/>
            </a:ln>
            <a:effectLst>
              <a:outerShdw dist="107763" dir="2700000" algn="ctr" rotWithShape="0">
                <a:schemeClr val="bg2"/>
              </a:outerShdw>
            </a:effectLst>
            <a:extLst>
              <a:ext uri="{91240B29-F687-4F45-9708-019B960494DF}">
                <a14:hiddenLine xmlns:a14="http://schemas.microsoft.com/office/drawing/2010/main" w="0" cap="flat" cmpd="sng" algn="ctr">
                  <a:solidFill>
                    <a:srgbClr val="002BB4"/>
                  </a:solidFill>
                  <a:prstDash val="solid"/>
                  <a:round/>
                  <a:headEnd type="none" w="med" len="med"/>
                  <a:tailEnd type="none" w="med" len="med"/>
                </a14:hiddenLine>
              </a:ext>
            </a:ex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a:ln>
                  <a:noFill/>
                </a:ln>
                <a:solidFill>
                  <a:schemeClr val="tx1"/>
                </a:solidFill>
                <a:effectLst/>
                <a:latin typeface="Tahoma" pitchFamily="34" charset="0"/>
                <a:ea typeface="Dotum" pitchFamily="34" charset="-127"/>
              </a:endParaRPr>
            </a:p>
          </p:txBody>
        </p:sp>
        <p:sp>
          <p:nvSpPr>
            <p:cNvPr id="10" name="TypeText">
              <a:extLst>
                <a:ext uri="{FF2B5EF4-FFF2-40B4-BE49-F238E27FC236}">
                  <a16:creationId xmlns:a16="http://schemas.microsoft.com/office/drawing/2014/main" id="{CE207148-FE26-AF15-D388-792F1B7B5CD5}"/>
                </a:ext>
              </a:extLst>
            </p:cNvPr>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填空题</a:t>
              </a:r>
            </a:p>
          </p:txBody>
        </p:sp>
        <p:sp>
          <p:nvSpPr>
            <p:cNvPr id="11" name="TipText">
              <a:extLst>
                <a:ext uri="{FF2B5EF4-FFF2-40B4-BE49-F238E27FC236}">
                  <a16:creationId xmlns:a16="http://schemas.microsoft.com/office/drawing/2014/main" id="{872DA114-0941-7837-2F0D-DE8B09DB49BA}"/>
                </a:ext>
              </a:extLst>
            </p:cNvPr>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CC15BAD9-245C-D697-4B0F-29AB7C5B3BAD}"/>
              </a:ext>
            </a:extLst>
          </p:cNvPr>
          <p:cNvPicPr>
            <a:picLocks/>
          </p:cNvPicPr>
          <p:nvPr>
            <p:custDataLst>
              <p:tags r:id="rId5"/>
            </p:custDataLst>
          </p:nvPr>
        </p:nvPicPr>
        <p:blipFill>
          <a:blip r:embed="rId11">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33760823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ChangeArrowheads="1"/>
          </p:cNvSpPr>
          <p:nvPr>
            <p:ph type="title"/>
          </p:nvPr>
        </p:nvSpPr>
        <p:spPr>
          <a:xfrm>
            <a:off x="2278064" y="106364"/>
            <a:ext cx="7793037" cy="669925"/>
          </a:xfrm>
        </p:spPr>
        <p:txBody>
          <a:bodyPr/>
          <a:lstStyle/>
          <a:p>
            <a:r>
              <a:rPr lang="zh-CN" altLang="en-US" sz="3600">
                <a:latin typeface="Times New Roman" pitchFamily="18" charset="0"/>
              </a:rPr>
              <a:t>注意：</a:t>
            </a:r>
          </a:p>
        </p:txBody>
      </p:sp>
      <p:sp>
        <p:nvSpPr>
          <p:cNvPr id="189443" name="Rectangle 3"/>
          <p:cNvSpPr>
            <a:spLocks noGrp="1" noChangeArrowheads="1"/>
          </p:cNvSpPr>
          <p:nvPr>
            <p:ph type="body" idx="1"/>
          </p:nvPr>
        </p:nvSpPr>
        <p:spPr>
          <a:xfrm>
            <a:off x="2098676" y="1127126"/>
            <a:ext cx="8569325" cy="3738563"/>
          </a:xfrm>
        </p:spPr>
        <p:txBody>
          <a:bodyPr/>
          <a:lstStyle/>
          <a:p>
            <a:pPr marL="265113" indent="-265113">
              <a:buNone/>
            </a:pPr>
            <a:r>
              <a:rPr lang="en-US" altLang="zh-CN" sz="2800" b="1" dirty="0"/>
              <a:t>*</a:t>
            </a:r>
            <a:r>
              <a:rPr lang="zh-CN" altLang="en-US" sz="2800" b="1" dirty="0"/>
              <a:t>可以在格式符的域宽前加</a:t>
            </a:r>
            <a:r>
              <a:rPr lang="en-US" altLang="zh-CN" sz="2800" b="1" dirty="0"/>
              <a:t>0</a:t>
            </a:r>
            <a:r>
              <a:rPr lang="zh-CN" altLang="en-US" sz="2800" b="1" dirty="0"/>
              <a:t>，用来</a:t>
            </a:r>
            <a:r>
              <a:rPr lang="zh-CN" altLang="en-US" sz="2800" b="1"/>
              <a:t>补</a:t>
            </a:r>
            <a:r>
              <a:rPr lang="en-US" altLang="zh-CN" sz="2800" b="1"/>
              <a:t>0(</a:t>
            </a:r>
            <a:r>
              <a:rPr lang="zh-CN" altLang="en-US" sz="2800" b="1">
                <a:solidFill>
                  <a:srgbClr val="FF0000"/>
                </a:solidFill>
              </a:rPr>
              <a:t>只能补在左边</a:t>
            </a:r>
            <a:r>
              <a:rPr lang="en-US" altLang="zh-CN" sz="2800" b="1"/>
              <a:t>)</a:t>
            </a:r>
            <a:endParaRPr lang="en-US" altLang="zh-CN" sz="2800" b="1" dirty="0"/>
          </a:p>
          <a:p>
            <a:pPr marL="265113" indent="-265113">
              <a:buNone/>
            </a:pPr>
            <a:r>
              <a:rPr lang="en-US" altLang="zh-CN" sz="2800" b="1" dirty="0"/>
              <a:t>#include &lt;stdio.h&gt;</a:t>
            </a:r>
          </a:p>
          <a:p>
            <a:pPr marL="265113" indent="-265113">
              <a:buNone/>
            </a:pPr>
            <a:r>
              <a:rPr lang="en-US" altLang="zh-CN" sz="2800" b="1" dirty="0"/>
              <a:t>main()</a:t>
            </a:r>
          </a:p>
          <a:p>
            <a:pPr marL="265113" indent="-265113">
              <a:buNone/>
            </a:pPr>
            <a:r>
              <a:rPr lang="en-US" altLang="zh-CN" sz="2800" b="1" dirty="0"/>
              <a:t>{</a:t>
            </a:r>
          </a:p>
          <a:p>
            <a:pPr marL="265113" indent="-265113">
              <a:buNone/>
            </a:pPr>
            <a:r>
              <a:rPr lang="en-US" altLang="zh-CN" sz="2800" b="1" dirty="0"/>
              <a:t>	printf("|%05d|\n",12);</a:t>
            </a:r>
          </a:p>
          <a:p>
            <a:pPr marL="265113" indent="-265113">
              <a:buNone/>
            </a:pPr>
            <a:r>
              <a:rPr lang="en-US" altLang="zh-CN" sz="2800" b="1" dirty="0"/>
              <a:t>	printf("|%-05d|\n",12);</a:t>
            </a:r>
          </a:p>
          <a:p>
            <a:pPr marL="265113" indent="-265113">
              <a:buNone/>
            </a:pPr>
            <a:r>
              <a:rPr lang="en-US" altLang="zh-CN" sz="2800" b="1" dirty="0"/>
              <a:t>	printf("%d</a:t>
            </a:r>
            <a:r>
              <a:rPr lang="zh-CN" altLang="en-US" sz="2800" b="1" dirty="0"/>
              <a:t>年</a:t>
            </a:r>
            <a:r>
              <a:rPr lang="en-US" altLang="zh-CN" sz="2800" b="1" dirty="0"/>
              <a:t>%02d</a:t>
            </a:r>
            <a:r>
              <a:rPr lang="zh-CN" altLang="en-US" sz="2800" b="1" dirty="0"/>
              <a:t>月</a:t>
            </a:r>
            <a:r>
              <a:rPr lang="en-US" altLang="zh-CN" sz="2800" b="1" dirty="0"/>
              <a:t>%02d</a:t>
            </a:r>
            <a:r>
              <a:rPr lang="zh-CN" altLang="en-US" sz="2800" b="1" dirty="0"/>
              <a:t>日</a:t>
            </a:r>
            <a:r>
              <a:rPr lang="en-US" altLang="zh-CN" sz="2800" b="1" dirty="0"/>
              <a:t>\n</a:t>
            </a:r>
            <a:r>
              <a:rPr lang="en-US" altLang="zh-CN" sz="2800" b="1"/>
              <a:t>",2023,5,8</a:t>
            </a:r>
            <a:r>
              <a:rPr lang="en-US" altLang="zh-CN" sz="2800" b="1" dirty="0"/>
              <a:t>);</a:t>
            </a:r>
          </a:p>
          <a:p>
            <a:pPr marL="265113" indent="-265113">
              <a:buNone/>
            </a:pPr>
            <a:r>
              <a:rPr lang="en-US" altLang="zh-CN" sz="2800" b="1" dirty="0"/>
              <a:t>	</a:t>
            </a:r>
          </a:p>
          <a:p>
            <a:pPr marL="265113" indent="-265113">
              <a:buNone/>
            </a:pPr>
            <a:r>
              <a:rPr lang="en-US" altLang="zh-CN" sz="2800" b="1" dirty="0"/>
              <a:t>}</a:t>
            </a:r>
          </a:p>
          <a:p>
            <a:pPr marL="265113" indent="-265113">
              <a:lnSpc>
                <a:spcPct val="110000"/>
              </a:lnSpc>
              <a:spcBef>
                <a:spcPct val="40000"/>
              </a:spcBef>
              <a:buSzPct val="50000"/>
            </a:pPr>
            <a:endParaRPr lang="zh-CN" altLang="zh-CN" sz="2800" b="1" dirty="0"/>
          </a:p>
          <a:p>
            <a:pPr marL="265113" indent="-265113">
              <a:buSzPct val="50000"/>
            </a:pPr>
            <a:endParaRPr lang="zh-CN" altLang="zh-CN" sz="2400" b="1" dirty="0"/>
          </a:p>
        </p:txBody>
      </p:sp>
      <p:sp>
        <p:nvSpPr>
          <p:cNvPr id="189445" name="Text Box 5"/>
          <p:cNvSpPr txBox="1">
            <a:spLocks noChangeArrowheads="1"/>
          </p:cNvSpPr>
          <p:nvPr/>
        </p:nvSpPr>
        <p:spPr bwMode="auto">
          <a:xfrm>
            <a:off x="4295800" y="4762061"/>
            <a:ext cx="4464496" cy="2062103"/>
          </a:xfrm>
          <a:prstGeom prst="rect">
            <a:avLst/>
          </a:prstGeom>
          <a:solidFill>
            <a:schemeClr val="bg1"/>
          </a:solidFill>
          <a:ln w="28575" cmpd="sng">
            <a:solidFill>
              <a:srgbClr val="000099"/>
            </a:solidFill>
            <a:miter lim="800000"/>
            <a:headEnd/>
            <a:tailEnd/>
          </a:ln>
          <a:effectLst>
            <a:outerShdw dist="81320" dir="2319588" algn="ctr" rotWithShape="0">
              <a:schemeClr val="bg2"/>
            </a:outerShdw>
          </a:effectLst>
        </p:spPr>
        <p:txBody>
          <a:bodyPr wrap="square">
            <a:spAutoFit/>
          </a:bodyPr>
          <a:lstStyle/>
          <a:p>
            <a:pPr fontAlgn="base">
              <a:spcBef>
                <a:spcPct val="50000"/>
              </a:spcBef>
              <a:spcAft>
                <a:spcPct val="0"/>
              </a:spcAft>
            </a:pPr>
            <a:r>
              <a:rPr lang="zh-CN" altLang="en-US" sz="2000" b="1" dirty="0">
                <a:solidFill>
                  <a:srgbClr val="000099"/>
                </a:solidFill>
                <a:latin typeface="楷体_GB2312" pitchFamily="49" charset="-122"/>
                <a:ea typeface="楷体_GB2312" pitchFamily="49" charset="-122"/>
              </a:rPr>
              <a:t>输出结果</a:t>
            </a:r>
            <a:r>
              <a:rPr lang="zh-CN" altLang="zh-CN" sz="2000" b="1" dirty="0">
                <a:solidFill>
                  <a:srgbClr val="000099"/>
                </a:solidFill>
                <a:latin typeface="楷体_GB2312" pitchFamily="49" charset="-122"/>
                <a:ea typeface="楷体_GB2312" pitchFamily="49" charset="-122"/>
              </a:rPr>
              <a:t>:</a:t>
            </a:r>
          </a:p>
          <a:p>
            <a:pPr fontAlgn="base">
              <a:spcBef>
                <a:spcPct val="50000"/>
              </a:spcBef>
              <a:spcAft>
                <a:spcPct val="0"/>
              </a:spcAft>
            </a:pPr>
            <a:r>
              <a:rPr lang="zh-CN" altLang="en-US" sz="2400" b="1" dirty="0">
                <a:solidFill>
                  <a:srgbClr val="000000"/>
                </a:solidFill>
                <a:latin typeface="Courier New" pitchFamily="49" charset="0"/>
                <a:ea typeface="宋体" pitchFamily="2" charset="-122"/>
              </a:rPr>
              <a:t>｜</a:t>
            </a:r>
            <a:r>
              <a:rPr lang="en-US" altLang="zh-CN" sz="2400" b="1" dirty="0">
                <a:solidFill>
                  <a:srgbClr val="000000"/>
                </a:solidFill>
                <a:latin typeface="Courier New" pitchFamily="49" charset="0"/>
                <a:ea typeface="宋体" pitchFamily="2" charset="-122"/>
              </a:rPr>
              <a:t>00012</a:t>
            </a:r>
            <a:r>
              <a:rPr lang="zh-CN" altLang="en-US" sz="2400" b="1" dirty="0">
                <a:solidFill>
                  <a:srgbClr val="000000"/>
                </a:solidFill>
                <a:latin typeface="Courier New" pitchFamily="49" charset="0"/>
                <a:ea typeface="宋体" pitchFamily="2" charset="-122"/>
              </a:rPr>
              <a:t>｜</a:t>
            </a:r>
            <a:endParaRPr lang="en-US" altLang="zh-CN" sz="2400" b="1" dirty="0">
              <a:solidFill>
                <a:srgbClr val="000000"/>
              </a:solidFill>
              <a:latin typeface="Courier New" pitchFamily="49" charset="0"/>
              <a:ea typeface="宋体" pitchFamily="2" charset="-122"/>
            </a:endParaRPr>
          </a:p>
          <a:p>
            <a:pPr fontAlgn="base">
              <a:spcBef>
                <a:spcPct val="50000"/>
              </a:spcBef>
              <a:spcAft>
                <a:spcPct val="0"/>
              </a:spcAft>
            </a:pPr>
            <a:r>
              <a:rPr lang="zh-CN" altLang="en-US" sz="2400" b="1" dirty="0">
                <a:solidFill>
                  <a:srgbClr val="000000"/>
                </a:solidFill>
                <a:latin typeface="Courier New" pitchFamily="49" charset="0"/>
                <a:ea typeface="宋体" pitchFamily="2" charset="-122"/>
              </a:rPr>
              <a:t>｜</a:t>
            </a:r>
            <a:r>
              <a:rPr lang="en-US" altLang="zh-CN" sz="2400" b="1" dirty="0">
                <a:solidFill>
                  <a:srgbClr val="000000"/>
                </a:solidFill>
                <a:latin typeface="Courier New" pitchFamily="49" charset="0"/>
                <a:ea typeface="宋体" pitchFamily="2" charset="-122"/>
              </a:rPr>
              <a:t>12   </a:t>
            </a:r>
            <a:r>
              <a:rPr lang="zh-CN" altLang="en-US" sz="2400" b="1" dirty="0">
                <a:solidFill>
                  <a:srgbClr val="000000"/>
                </a:solidFill>
                <a:latin typeface="Courier New" pitchFamily="49" charset="0"/>
                <a:ea typeface="宋体" pitchFamily="2" charset="-122"/>
              </a:rPr>
              <a:t>｜</a:t>
            </a:r>
            <a:endParaRPr lang="en-US" altLang="zh-CN" sz="2400" b="1" dirty="0">
              <a:solidFill>
                <a:srgbClr val="000000"/>
              </a:solidFill>
              <a:latin typeface="Courier New" pitchFamily="49" charset="0"/>
              <a:ea typeface="宋体" pitchFamily="2" charset="-122"/>
            </a:endParaRPr>
          </a:p>
          <a:p>
            <a:pPr fontAlgn="base">
              <a:spcBef>
                <a:spcPct val="50000"/>
              </a:spcBef>
              <a:spcAft>
                <a:spcPct val="0"/>
              </a:spcAft>
            </a:pPr>
            <a:r>
              <a:rPr lang="en-US" altLang="zh-CN" sz="2400" b="1">
                <a:solidFill>
                  <a:srgbClr val="000000"/>
                </a:solidFill>
                <a:latin typeface="Courier New" pitchFamily="49" charset="0"/>
                <a:ea typeface="宋体" pitchFamily="2" charset="-122"/>
              </a:rPr>
              <a:t>2023</a:t>
            </a:r>
            <a:r>
              <a:rPr lang="zh-CN" altLang="en-US" sz="2400" b="1">
                <a:solidFill>
                  <a:srgbClr val="000000"/>
                </a:solidFill>
                <a:latin typeface="Courier New" pitchFamily="49" charset="0"/>
                <a:ea typeface="宋体" pitchFamily="2" charset="-122"/>
              </a:rPr>
              <a:t>年</a:t>
            </a:r>
            <a:r>
              <a:rPr lang="en-US" altLang="zh-CN" sz="2400" b="1" dirty="0">
                <a:solidFill>
                  <a:srgbClr val="000000"/>
                </a:solidFill>
                <a:latin typeface="Courier New" pitchFamily="49" charset="0"/>
                <a:ea typeface="宋体" pitchFamily="2" charset="-122"/>
              </a:rPr>
              <a:t>05</a:t>
            </a:r>
            <a:r>
              <a:rPr lang="zh-CN" altLang="en-US" sz="2400" b="1" dirty="0">
                <a:solidFill>
                  <a:srgbClr val="000000"/>
                </a:solidFill>
                <a:latin typeface="Courier New" pitchFamily="49" charset="0"/>
                <a:ea typeface="宋体" pitchFamily="2" charset="-122"/>
              </a:rPr>
              <a:t>月</a:t>
            </a:r>
            <a:r>
              <a:rPr lang="en-US" altLang="zh-CN" sz="2400" b="1" dirty="0">
                <a:solidFill>
                  <a:srgbClr val="000000"/>
                </a:solidFill>
                <a:latin typeface="Courier New" pitchFamily="49" charset="0"/>
                <a:ea typeface="宋体" pitchFamily="2" charset="-122"/>
              </a:rPr>
              <a:t>08</a:t>
            </a:r>
            <a:r>
              <a:rPr lang="zh-CN" altLang="en-US" sz="2400" b="1" dirty="0">
                <a:solidFill>
                  <a:srgbClr val="000000"/>
                </a:solidFill>
                <a:latin typeface="Courier New" pitchFamily="49" charset="0"/>
                <a:ea typeface="宋体" pitchFamily="2" charset="-122"/>
              </a:rPr>
              <a:t>日</a:t>
            </a:r>
            <a:endParaRPr lang="zh-CN" altLang="zh-CN" sz="2400" b="1" dirty="0">
              <a:solidFill>
                <a:srgbClr val="000000"/>
              </a:solidFill>
              <a:latin typeface="Courier New" pitchFamily="49" charset="0"/>
              <a:ea typeface="宋体" pitchFamily="2" charset="-122"/>
            </a:endParaRPr>
          </a:p>
        </p:txBody>
      </p:sp>
    </p:spTree>
    <p:extLst>
      <p:ext uri="{BB962C8B-B14F-4D97-AF65-F5344CB8AC3E}">
        <p14:creationId xmlns:p14="http://schemas.microsoft.com/office/powerpoint/2010/main" val="293157577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89445">
                                            <p:bg/>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8944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8944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8944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8944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45" grpId="0" build="p" animBg="1"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ChangeArrowheads="1"/>
          </p:cNvSpPr>
          <p:nvPr>
            <p:ph type="title"/>
          </p:nvPr>
        </p:nvSpPr>
        <p:spPr>
          <a:xfrm>
            <a:off x="2278064" y="106364"/>
            <a:ext cx="7793037" cy="669925"/>
          </a:xfrm>
        </p:spPr>
        <p:txBody>
          <a:bodyPr/>
          <a:lstStyle/>
          <a:p>
            <a:r>
              <a:rPr lang="zh-CN" altLang="en-US" sz="3600">
                <a:latin typeface="Times New Roman" pitchFamily="18" charset="0"/>
              </a:rPr>
              <a:t>注意：</a:t>
            </a:r>
          </a:p>
        </p:txBody>
      </p:sp>
      <p:sp>
        <p:nvSpPr>
          <p:cNvPr id="189443" name="Rectangle 3"/>
          <p:cNvSpPr>
            <a:spLocks noGrp="1" noChangeArrowheads="1"/>
          </p:cNvSpPr>
          <p:nvPr>
            <p:ph type="body" idx="1"/>
          </p:nvPr>
        </p:nvSpPr>
        <p:spPr>
          <a:xfrm>
            <a:off x="2098676" y="1127126"/>
            <a:ext cx="8569325" cy="3738563"/>
          </a:xfrm>
        </p:spPr>
        <p:txBody>
          <a:bodyPr/>
          <a:lstStyle/>
          <a:p>
            <a:pPr marL="265113" indent="-265113">
              <a:buNone/>
            </a:pPr>
            <a:r>
              <a:rPr lang="en-US" altLang="zh-CN" sz="2800" b="1" dirty="0"/>
              <a:t>*</a:t>
            </a:r>
            <a:r>
              <a:rPr lang="zh-CN" altLang="en-US" sz="2800" b="1" dirty="0"/>
              <a:t>可以在格式符前加</a:t>
            </a:r>
            <a:r>
              <a:rPr lang="en-US" altLang="zh-CN" sz="2800" b="1" dirty="0"/>
              <a:t>*</a:t>
            </a:r>
            <a:r>
              <a:rPr lang="zh-CN" altLang="en-US" sz="2800" b="1" dirty="0"/>
              <a:t>，用来读后面的一个数字（不常用）</a:t>
            </a:r>
            <a:endParaRPr lang="en-US" altLang="zh-CN" sz="2800" b="1" dirty="0"/>
          </a:p>
          <a:p>
            <a:pPr marL="265113" indent="-265113">
              <a:buNone/>
            </a:pPr>
            <a:r>
              <a:rPr lang="en-US" altLang="zh-CN" sz="2800" b="1" dirty="0"/>
              <a:t>#include &lt;</a:t>
            </a:r>
            <a:r>
              <a:rPr lang="en-US" altLang="zh-CN" sz="2800" b="1" dirty="0" err="1"/>
              <a:t>stdio.h</a:t>
            </a:r>
            <a:r>
              <a:rPr lang="en-US" altLang="zh-CN" sz="2800" b="1" dirty="0"/>
              <a:t>&gt;</a:t>
            </a:r>
          </a:p>
          <a:p>
            <a:pPr marL="265113" indent="-265113">
              <a:buNone/>
            </a:pPr>
            <a:r>
              <a:rPr lang="en-US" altLang="zh-CN" sz="2800" b="1" dirty="0"/>
              <a:t>main()</a:t>
            </a:r>
          </a:p>
          <a:p>
            <a:pPr marL="265113" indent="-265113">
              <a:buNone/>
            </a:pPr>
            <a:r>
              <a:rPr lang="en-US" altLang="zh-CN" sz="2800" b="1" dirty="0"/>
              <a:t>{</a:t>
            </a:r>
          </a:p>
          <a:p>
            <a:pPr marL="265113" indent="-265113">
              <a:buNone/>
            </a:pPr>
            <a:r>
              <a:rPr lang="en-US" altLang="zh-CN" sz="2800" b="1" dirty="0"/>
              <a:t>	</a:t>
            </a:r>
            <a:r>
              <a:rPr lang="en-US" altLang="zh-CN" sz="2800" b="1" dirty="0" err="1"/>
              <a:t>printf</a:t>
            </a:r>
            <a:r>
              <a:rPr lang="en-US" altLang="zh-CN" sz="2800" b="1" dirty="0"/>
              <a:t>("|%*d|\n",5,12);</a:t>
            </a:r>
          </a:p>
          <a:p>
            <a:pPr marL="265113" indent="-265113">
              <a:buNone/>
            </a:pPr>
            <a:r>
              <a:rPr lang="en-US" altLang="zh-CN" sz="2800" b="1" dirty="0"/>
              <a:t>	</a:t>
            </a:r>
            <a:r>
              <a:rPr lang="en-US" altLang="zh-CN" sz="2800" b="1" dirty="0" err="1"/>
              <a:t>printf</a:t>
            </a:r>
            <a:r>
              <a:rPr lang="en-US" altLang="zh-CN" sz="2800" b="1" dirty="0"/>
              <a:t>("|%*.*f|\n",5,1,12.34);</a:t>
            </a:r>
          </a:p>
          <a:p>
            <a:pPr marL="265113" indent="-265113">
              <a:buNone/>
            </a:pPr>
            <a:r>
              <a:rPr lang="en-US" altLang="zh-CN" sz="2800" b="1" dirty="0"/>
              <a:t>}</a:t>
            </a:r>
            <a:endParaRPr lang="zh-CN" altLang="zh-CN" sz="2800" b="1" dirty="0"/>
          </a:p>
          <a:p>
            <a:pPr marL="265113" indent="-265113">
              <a:buSzPct val="50000"/>
            </a:pPr>
            <a:endParaRPr lang="zh-CN" altLang="zh-CN" sz="2400" b="1" dirty="0"/>
          </a:p>
        </p:txBody>
      </p:sp>
      <p:sp>
        <p:nvSpPr>
          <p:cNvPr id="189445" name="Text Box 5"/>
          <p:cNvSpPr txBox="1">
            <a:spLocks noChangeArrowheads="1"/>
          </p:cNvSpPr>
          <p:nvPr/>
        </p:nvSpPr>
        <p:spPr bwMode="auto">
          <a:xfrm>
            <a:off x="7645052" y="2204864"/>
            <a:ext cx="2448272" cy="1508105"/>
          </a:xfrm>
          <a:prstGeom prst="rect">
            <a:avLst/>
          </a:prstGeom>
          <a:solidFill>
            <a:schemeClr val="bg1"/>
          </a:solidFill>
          <a:ln w="28575" cmpd="sng">
            <a:solidFill>
              <a:srgbClr val="000099"/>
            </a:solidFill>
            <a:miter lim="800000"/>
            <a:headEnd/>
            <a:tailEnd/>
          </a:ln>
          <a:effectLst>
            <a:outerShdw dist="81320" dir="2319588" algn="ctr" rotWithShape="0">
              <a:schemeClr val="bg2"/>
            </a:outerShdw>
          </a:effectLst>
        </p:spPr>
        <p:txBody>
          <a:bodyPr wrap="square">
            <a:spAutoFit/>
          </a:bodyPr>
          <a:lstStyle/>
          <a:p>
            <a:pPr fontAlgn="base">
              <a:spcBef>
                <a:spcPct val="50000"/>
              </a:spcBef>
              <a:spcAft>
                <a:spcPct val="0"/>
              </a:spcAft>
            </a:pPr>
            <a:r>
              <a:rPr lang="zh-CN" altLang="en-US" sz="2000" b="1" dirty="0">
                <a:solidFill>
                  <a:srgbClr val="000099"/>
                </a:solidFill>
                <a:latin typeface="楷体_GB2312" pitchFamily="49" charset="-122"/>
                <a:ea typeface="楷体_GB2312" pitchFamily="49" charset="-122"/>
              </a:rPr>
              <a:t>输出结果</a:t>
            </a:r>
            <a:r>
              <a:rPr lang="zh-CN" altLang="zh-CN" sz="2000" b="1" dirty="0">
                <a:solidFill>
                  <a:srgbClr val="000099"/>
                </a:solidFill>
                <a:latin typeface="楷体_GB2312" pitchFamily="49" charset="-122"/>
                <a:ea typeface="楷体_GB2312" pitchFamily="49" charset="-122"/>
              </a:rPr>
              <a:t>:</a:t>
            </a:r>
          </a:p>
          <a:p>
            <a:pPr fontAlgn="base">
              <a:spcBef>
                <a:spcPct val="50000"/>
              </a:spcBef>
              <a:spcAft>
                <a:spcPct val="0"/>
              </a:spcAft>
            </a:pPr>
            <a:r>
              <a:rPr lang="zh-CN" altLang="en-US" sz="2400" b="1" dirty="0">
                <a:solidFill>
                  <a:srgbClr val="000000"/>
                </a:solidFill>
                <a:latin typeface="Courier New" pitchFamily="49" charset="0"/>
                <a:ea typeface="宋体" pitchFamily="2" charset="-122"/>
              </a:rPr>
              <a:t>｜   </a:t>
            </a:r>
            <a:r>
              <a:rPr lang="en-US" altLang="zh-CN" sz="2400" b="1" dirty="0">
                <a:solidFill>
                  <a:srgbClr val="000000"/>
                </a:solidFill>
                <a:latin typeface="Courier New" pitchFamily="49" charset="0"/>
                <a:ea typeface="宋体" pitchFamily="2" charset="-122"/>
              </a:rPr>
              <a:t>12</a:t>
            </a:r>
            <a:r>
              <a:rPr lang="zh-CN" altLang="en-US" sz="2400" b="1" dirty="0">
                <a:solidFill>
                  <a:srgbClr val="000000"/>
                </a:solidFill>
                <a:latin typeface="Courier New" pitchFamily="49" charset="0"/>
                <a:ea typeface="宋体" pitchFamily="2" charset="-122"/>
              </a:rPr>
              <a:t>｜</a:t>
            </a:r>
            <a:endParaRPr lang="en-US" altLang="zh-CN" sz="2400" b="1" dirty="0">
              <a:solidFill>
                <a:srgbClr val="000000"/>
              </a:solidFill>
              <a:latin typeface="Courier New" pitchFamily="49" charset="0"/>
              <a:ea typeface="宋体" pitchFamily="2" charset="-122"/>
            </a:endParaRPr>
          </a:p>
          <a:p>
            <a:pPr fontAlgn="base">
              <a:spcBef>
                <a:spcPct val="50000"/>
              </a:spcBef>
              <a:spcAft>
                <a:spcPct val="0"/>
              </a:spcAft>
            </a:pPr>
            <a:r>
              <a:rPr lang="zh-CN" altLang="en-US" sz="2400" b="1" dirty="0">
                <a:solidFill>
                  <a:srgbClr val="000000"/>
                </a:solidFill>
                <a:latin typeface="Courier New" pitchFamily="49" charset="0"/>
                <a:ea typeface="宋体" pitchFamily="2" charset="-122"/>
              </a:rPr>
              <a:t>｜ </a:t>
            </a:r>
            <a:r>
              <a:rPr lang="en-US" altLang="zh-CN" sz="2400" b="1" dirty="0">
                <a:solidFill>
                  <a:srgbClr val="000000"/>
                </a:solidFill>
                <a:latin typeface="Courier New" pitchFamily="49" charset="0"/>
                <a:ea typeface="宋体" pitchFamily="2" charset="-122"/>
              </a:rPr>
              <a:t>12.3</a:t>
            </a:r>
            <a:r>
              <a:rPr lang="zh-CN" altLang="en-US" sz="2400" b="1" dirty="0">
                <a:solidFill>
                  <a:srgbClr val="000000"/>
                </a:solidFill>
                <a:latin typeface="Courier New" pitchFamily="49" charset="0"/>
                <a:ea typeface="宋体" pitchFamily="2" charset="-122"/>
              </a:rPr>
              <a:t>｜</a:t>
            </a:r>
            <a:endParaRPr lang="zh-CN" altLang="zh-CN" sz="2400" b="1" dirty="0">
              <a:solidFill>
                <a:srgbClr val="000000"/>
              </a:solidFill>
              <a:latin typeface="Courier New" pitchFamily="49" charset="0"/>
              <a:ea typeface="宋体" pitchFamily="2" charset="-122"/>
            </a:endParaRPr>
          </a:p>
        </p:txBody>
      </p:sp>
      <p:sp>
        <p:nvSpPr>
          <p:cNvPr id="6" name="Rectangle 4"/>
          <p:cNvSpPr>
            <a:spLocks noChangeArrowheads="1"/>
          </p:cNvSpPr>
          <p:nvPr/>
        </p:nvSpPr>
        <p:spPr bwMode="auto">
          <a:xfrm>
            <a:off x="1991545" y="5949280"/>
            <a:ext cx="8532813" cy="594265"/>
          </a:xfrm>
          <a:prstGeom prst="rect">
            <a:avLst/>
          </a:prstGeom>
          <a:noFill/>
          <a:ln>
            <a:noFill/>
          </a:ln>
          <a:effectLst/>
          <a:extLst>
            <a:ext uri="{909E8E84-426E-40DD-AFC4-6F175D3DCCD1}">
              <a14:hiddenFill xmlns:a14="http://schemas.microsoft.com/office/drawing/2010/main">
                <a:solidFill>
                  <a:srgbClr val="CC99FF">
                    <a:alpha val="50000"/>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a:spAutoFit/>
          </a:bodyPr>
          <a:lstStyle/>
          <a:p>
            <a:pPr marL="265113" indent="-265113" fontAlgn="base">
              <a:lnSpc>
                <a:spcPct val="110000"/>
              </a:lnSpc>
              <a:spcBef>
                <a:spcPct val="30000"/>
              </a:spcBef>
              <a:spcAft>
                <a:spcPct val="0"/>
              </a:spcAft>
              <a:buClr>
                <a:srgbClr val="008000"/>
              </a:buClr>
              <a:buSzPct val="50000"/>
              <a:buFont typeface="Wingdings" pitchFamily="2" charset="2"/>
              <a:buChar char="l"/>
            </a:pPr>
            <a:r>
              <a:rPr lang="zh-CN" altLang="en-US" sz="2800" b="1" dirty="0">
                <a:solidFill>
                  <a:srgbClr val="000000"/>
                </a:solidFill>
                <a:latin typeface="Arial" pitchFamily="34" charset="0"/>
              </a:rPr>
              <a:t>除 </a:t>
            </a:r>
            <a:r>
              <a:rPr lang="zh-CN" altLang="zh-CN" sz="3200" b="1" dirty="0">
                <a:solidFill>
                  <a:srgbClr val="FF0000"/>
                </a:solidFill>
                <a:effectLst>
                  <a:outerShdw blurRad="38100" dist="38100" dir="2700000" algn="tl">
                    <a:srgbClr val="000000">
                      <a:alpha val="43137"/>
                    </a:srgbClr>
                  </a:outerShdw>
                </a:effectLst>
                <a:latin typeface="Arial" pitchFamily="34" charset="0"/>
              </a:rPr>
              <a:t>X</a:t>
            </a:r>
            <a:r>
              <a:rPr lang="zh-CN" altLang="zh-CN" sz="3200" b="1" dirty="0">
                <a:solidFill>
                  <a:srgbClr val="FF0000"/>
                </a:solidFill>
                <a:effectLst>
                  <a:outerShdw blurRad="38100" dist="38100" dir="2700000" algn="tl">
                    <a:srgbClr val="000000">
                      <a:alpha val="43137"/>
                    </a:srgbClr>
                  </a:outerShdw>
                </a:effectLst>
                <a:latin typeface="Times New Roman" pitchFamily="18" charset="0"/>
              </a:rPr>
              <a:t>,</a:t>
            </a:r>
            <a:r>
              <a:rPr lang="zh-CN" altLang="zh-CN" sz="3200" b="1" dirty="0">
                <a:solidFill>
                  <a:srgbClr val="FF0000"/>
                </a:solidFill>
                <a:effectLst>
                  <a:outerShdw blurRad="38100" dist="38100" dir="2700000" algn="tl">
                    <a:srgbClr val="000000">
                      <a:alpha val="43137"/>
                    </a:srgbClr>
                  </a:outerShdw>
                </a:effectLst>
                <a:latin typeface="Arial" pitchFamily="34" charset="0"/>
              </a:rPr>
              <a:t> E</a:t>
            </a:r>
            <a:r>
              <a:rPr lang="zh-CN" altLang="zh-CN" sz="3200" b="1" dirty="0">
                <a:solidFill>
                  <a:srgbClr val="FF0000"/>
                </a:solidFill>
                <a:effectLst>
                  <a:outerShdw blurRad="38100" dist="38100" dir="2700000" algn="tl">
                    <a:srgbClr val="000000">
                      <a:alpha val="43137"/>
                    </a:srgbClr>
                  </a:outerShdw>
                </a:effectLst>
                <a:latin typeface="Times New Roman" pitchFamily="18" charset="0"/>
              </a:rPr>
              <a:t>,</a:t>
            </a:r>
            <a:r>
              <a:rPr lang="zh-CN" altLang="zh-CN" sz="3200" b="1" dirty="0">
                <a:solidFill>
                  <a:srgbClr val="FF0000"/>
                </a:solidFill>
                <a:effectLst>
                  <a:outerShdw blurRad="38100" dist="38100" dir="2700000" algn="tl">
                    <a:srgbClr val="000000">
                      <a:alpha val="43137"/>
                    </a:srgbClr>
                  </a:outerShdw>
                </a:effectLst>
                <a:latin typeface="Arial" pitchFamily="34" charset="0"/>
              </a:rPr>
              <a:t> G </a:t>
            </a:r>
            <a:r>
              <a:rPr lang="zh-CN" altLang="en-US" sz="2800" b="1" dirty="0">
                <a:solidFill>
                  <a:srgbClr val="000000"/>
                </a:solidFill>
                <a:latin typeface="Arial" pitchFamily="34" charset="0"/>
              </a:rPr>
              <a:t>格式符外</a:t>
            </a:r>
            <a:r>
              <a:rPr lang="zh-CN" altLang="zh-CN" sz="2800" b="1" dirty="0">
                <a:solidFill>
                  <a:srgbClr val="000000"/>
                </a:solidFill>
                <a:latin typeface="Times New Roman" pitchFamily="18" charset="0"/>
              </a:rPr>
              <a:t>, </a:t>
            </a:r>
            <a:r>
              <a:rPr lang="zh-CN" altLang="zh-CN" sz="2800" b="1" dirty="0">
                <a:solidFill>
                  <a:srgbClr val="000000"/>
                </a:solidFill>
                <a:latin typeface="Arial" pitchFamily="34" charset="0"/>
              </a:rPr>
              <a:t> </a:t>
            </a:r>
            <a:r>
              <a:rPr lang="zh-CN" altLang="en-US" sz="2800" b="1" dirty="0">
                <a:solidFill>
                  <a:srgbClr val="000000"/>
                </a:solidFill>
                <a:latin typeface="Arial" pitchFamily="34" charset="0"/>
              </a:rPr>
              <a:t>其他格式符必须用小写字母</a:t>
            </a:r>
            <a:r>
              <a:rPr lang="zh-CN" altLang="en-US" sz="2400" b="1" dirty="0">
                <a:solidFill>
                  <a:srgbClr val="000000"/>
                </a:solidFill>
                <a:latin typeface="Arial" pitchFamily="34" charset="0"/>
              </a:rPr>
              <a:t>。</a:t>
            </a:r>
          </a:p>
        </p:txBody>
      </p:sp>
    </p:spTree>
    <p:extLst>
      <p:ext uri="{BB962C8B-B14F-4D97-AF65-F5344CB8AC3E}">
        <p14:creationId xmlns:p14="http://schemas.microsoft.com/office/powerpoint/2010/main" val="141427960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89445">
                                            <p:bg/>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8944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8944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8944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45" grpId="0" build="p" animBg="1" autoUpdateAnimBg="0"/>
      <p:bldP spid="6"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Box 4"/>
          <p:cNvSpPr txBox="1">
            <a:spLocks noChangeArrowheads="1"/>
          </p:cNvSpPr>
          <p:nvPr>
            <p:custDataLst>
              <p:tags r:id="rId2"/>
            </p:custDataLst>
          </p:nvPr>
        </p:nvSpPr>
        <p:spPr bwMode="auto">
          <a:xfrm>
            <a:off x="2133600" y="846667"/>
            <a:ext cx="7924800" cy="2144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287" tIns="53643" rIns="107287" bIns="53643"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300" dirty="0"/>
              <a:t>以下叙述正确的是</a:t>
            </a:r>
            <a:r>
              <a:rPr lang="en-US" altLang="zh-CN" sz="3300" dirty="0"/>
              <a:t>: </a:t>
            </a:r>
          </a:p>
        </p:txBody>
      </p:sp>
      <p:sp>
        <p:nvSpPr>
          <p:cNvPr id="31747" name="TextBox 5"/>
          <p:cNvSpPr txBox="1">
            <a:spLocks noChangeArrowheads="1"/>
          </p:cNvSpPr>
          <p:nvPr>
            <p:custDataLst>
              <p:tags r:id="rId3"/>
            </p:custDataLst>
          </p:nvPr>
        </p:nvSpPr>
        <p:spPr bwMode="auto">
          <a:xfrm>
            <a:off x="3124200" y="2785534"/>
            <a:ext cx="6934200" cy="643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287" tIns="53643" rIns="107287" bIns="53643"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2300"/>
              <a:t>在</a:t>
            </a:r>
            <a:r>
              <a:rPr lang="en-US" altLang="zh-CN" sz="2300"/>
              <a:t>C</a:t>
            </a:r>
            <a:r>
              <a:rPr lang="zh-CN" altLang="en-US" sz="2300"/>
              <a:t>程序中</a:t>
            </a:r>
            <a:r>
              <a:rPr lang="en-US" altLang="zh-CN" sz="2300"/>
              <a:t>,main</a:t>
            </a:r>
            <a:r>
              <a:rPr lang="zh-CN" altLang="en-US" sz="2300"/>
              <a:t>函数必须位于程序的最前面 </a:t>
            </a:r>
          </a:p>
        </p:txBody>
      </p:sp>
      <p:sp>
        <p:nvSpPr>
          <p:cNvPr id="31748" name="TextBox 6"/>
          <p:cNvSpPr txBox="1">
            <a:spLocks noChangeArrowheads="1"/>
          </p:cNvSpPr>
          <p:nvPr>
            <p:custDataLst>
              <p:tags r:id="rId4"/>
            </p:custDataLst>
          </p:nvPr>
        </p:nvSpPr>
        <p:spPr bwMode="auto">
          <a:xfrm>
            <a:off x="3124200" y="3642785"/>
            <a:ext cx="6934200" cy="643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287" tIns="53643" rIns="107287" bIns="53643"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2300"/>
              <a:t>C</a:t>
            </a:r>
            <a:r>
              <a:rPr lang="zh-CN" altLang="en-US" sz="2300"/>
              <a:t>程序的每行中只能写一条语句 </a:t>
            </a:r>
          </a:p>
        </p:txBody>
      </p:sp>
      <p:sp>
        <p:nvSpPr>
          <p:cNvPr id="31749" name="TextBox 7"/>
          <p:cNvSpPr txBox="1">
            <a:spLocks noChangeArrowheads="1"/>
          </p:cNvSpPr>
          <p:nvPr>
            <p:custDataLst>
              <p:tags r:id="rId5"/>
            </p:custDataLst>
          </p:nvPr>
        </p:nvSpPr>
        <p:spPr bwMode="auto">
          <a:xfrm>
            <a:off x="3124200" y="4500034"/>
            <a:ext cx="6934200" cy="643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287" tIns="53643" rIns="107287" bIns="53643"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2300"/>
              <a:t>C</a:t>
            </a:r>
            <a:r>
              <a:rPr lang="zh-CN" altLang="en-US" sz="2300"/>
              <a:t>语言本身没有输入输出语句 </a:t>
            </a:r>
          </a:p>
        </p:txBody>
      </p:sp>
      <p:sp>
        <p:nvSpPr>
          <p:cNvPr id="31750" name="TextBox 8"/>
          <p:cNvSpPr txBox="1">
            <a:spLocks noChangeArrowheads="1"/>
          </p:cNvSpPr>
          <p:nvPr>
            <p:custDataLst>
              <p:tags r:id="rId6"/>
            </p:custDataLst>
          </p:nvPr>
        </p:nvSpPr>
        <p:spPr bwMode="auto">
          <a:xfrm>
            <a:off x="3124200" y="5357285"/>
            <a:ext cx="6934200" cy="643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287" tIns="53643" rIns="107287" bIns="53643"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2300"/>
              <a:t>在对一个</a:t>
            </a:r>
            <a:r>
              <a:rPr lang="en-US" altLang="zh-CN" sz="2300"/>
              <a:t>C</a:t>
            </a:r>
            <a:r>
              <a:rPr lang="zh-CN" altLang="en-US" sz="2300"/>
              <a:t>程序进行编译的过程中</a:t>
            </a:r>
            <a:r>
              <a:rPr lang="en-US" altLang="zh-CN" sz="2300"/>
              <a:t>,</a:t>
            </a:r>
            <a:r>
              <a:rPr lang="zh-CN" altLang="en-US" sz="2300"/>
              <a:t>可发现注释中的拼写错误</a:t>
            </a:r>
            <a:endParaRPr lang="zh-CN" altLang="zh-CN" sz="2300"/>
          </a:p>
        </p:txBody>
      </p:sp>
      <p:sp>
        <p:nvSpPr>
          <p:cNvPr id="10" name="椭圆 9"/>
          <p:cNvSpPr>
            <a:spLocks noChangeAspect="1"/>
          </p:cNvSpPr>
          <p:nvPr>
            <p:custDataLst>
              <p:tags r:id="rId7"/>
            </p:custDataLst>
          </p:nvPr>
        </p:nvSpPr>
        <p:spPr>
          <a:xfrm>
            <a:off x="2420806" y="2851152"/>
            <a:ext cx="416190" cy="514349"/>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07287" tIns="53643" rIns="107287" bIns="53643" anchor="ctr" anchorCtr="1"/>
          <a:lstStyle/>
          <a:p>
            <a:pPr algn="ctr">
              <a:defRPr/>
            </a:pPr>
            <a:r>
              <a:rPr lang="en-US" altLang="zh-CN" sz="1600">
                <a:solidFill>
                  <a:schemeClr val="tx1"/>
                </a:solidFill>
                <a:latin typeface="Microsoft Yahei"/>
                <a:ea typeface="Microsoft Yahei"/>
                <a:sym typeface="Microsoft Yahei"/>
              </a:rPr>
              <a:t>A</a:t>
            </a:r>
            <a:endParaRPr lang="zh-CN" altLang="en-US" sz="1600">
              <a:solidFill>
                <a:schemeClr val="tx1"/>
              </a:solidFill>
              <a:latin typeface="Microsoft Yahei"/>
              <a:ea typeface="Microsoft Yahei"/>
              <a:sym typeface="Microsoft Yahei"/>
            </a:endParaRPr>
          </a:p>
        </p:txBody>
      </p:sp>
      <p:sp>
        <p:nvSpPr>
          <p:cNvPr id="11" name="椭圆 10"/>
          <p:cNvSpPr>
            <a:spLocks noChangeAspect="1"/>
          </p:cNvSpPr>
          <p:nvPr>
            <p:custDataLst>
              <p:tags r:id="rId8"/>
            </p:custDataLst>
          </p:nvPr>
        </p:nvSpPr>
        <p:spPr>
          <a:xfrm>
            <a:off x="2420806" y="3708402"/>
            <a:ext cx="416190" cy="514351"/>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07287" tIns="53643" rIns="107287" bIns="53643" anchor="ctr" anchorCtr="1"/>
          <a:lstStyle/>
          <a:p>
            <a:pPr algn="ctr">
              <a:defRPr/>
            </a:pPr>
            <a:r>
              <a:rPr lang="en-US" altLang="zh-CN" sz="1600" dirty="0">
                <a:solidFill>
                  <a:schemeClr val="tx1"/>
                </a:solidFill>
                <a:latin typeface="Microsoft Yahei"/>
                <a:ea typeface="Microsoft Yahei"/>
                <a:sym typeface="Microsoft Yahei"/>
              </a:rPr>
              <a:t>B</a:t>
            </a:r>
            <a:endParaRPr lang="zh-CN" altLang="en-US" sz="1600" dirty="0">
              <a:solidFill>
                <a:schemeClr val="tx1"/>
              </a:solidFill>
              <a:latin typeface="Microsoft Yahei"/>
              <a:ea typeface="Microsoft Yahei"/>
              <a:sym typeface="Microsoft Yahei"/>
            </a:endParaRPr>
          </a:p>
        </p:txBody>
      </p:sp>
      <p:sp>
        <p:nvSpPr>
          <p:cNvPr id="13" name="椭圆 12"/>
          <p:cNvSpPr>
            <a:spLocks noChangeAspect="1"/>
          </p:cNvSpPr>
          <p:nvPr>
            <p:custDataLst>
              <p:tags r:id="rId9"/>
            </p:custDataLst>
          </p:nvPr>
        </p:nvSpPr>
        <p:spPr>
          <a:xfrm>
            <a:off x="2420806" y="5422902"/>
            <a:ext cx="416190" cy="514351"/>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07287" tIns="53643" rIns="107287" bIns="53643" anchor="ctr" anchorCtr="1"/>
          <a:lstStyle/>
          <a:p>
            <a:pPr algn="ctr">
              <a:defRPr/>
            </a:pPr>
            <a:r>
              <a:rPr lang="en-US" altLang="zh-CN" sz="1600">
                <a:solidFill>
                  <a:schemeClr val="tx1"/>
                </a:solidFill>
                <a:latin typeface="Microsoft Yahei"/>
                <a:ea typeface="Microsoft Yahei"/>
                <a:sym typeface="Microsoft Yahei"/>
              </a:rPr>
              <a:t>D</a:t>
            </a:r>
            <a:endParaRPr lang="zh-CN" altLang="en-US" sz="1600">
              <a:solidFill>
                <a:schemeClr val="tx1"/>
              </a:solidFill>
              <a:latin typeface="Microsoft Yahei"/>
              <a:ea typeface="Microsoft Yahei"/>
              <a:sym typeface="Microsoft Yahei"/>
            </a:endParaRPr>
          </a:p>
        </p:txBody>
      </p:sp>
      <p:sp>
        <p:nvSpPr>
          <p:cNvPr id="14" name="圆角矩形 13"/>
          <p:cNvSpPr/>
          <p:nvPr>
            <p:custDataLst>
              <p:tags r:id="rId10"/>
            </p:custDataLst>
          </p:nvPr>
        </p:nvSpPr>
        <p:spPr>
          <a:xfrm>
            <a:off x="8386763" y="6214535"/>
            <a:ext cx="1253729" cy="412751"/>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07287" tIns="53643" rIns="107287" bIns="53643" anchor="ctr" anchorCtr="1"/>
          <a:lstStyle/>
          <a:p>
            <a:pPr algn="ctr">
              <a:defRPr/>
            </a:pPr>
            <a:r>
              <a:rPr lang="zh-CN" altLang="en-US" sz="1900">
                <a:solidFill>
                  <a:schemeClr val="tx1"/>
                </a:solidFill>
                <a:latin typeface="Microsoft Yahei"/>
                <a:ea typeface="Microsoft Yahei"/>
                <a:sym typeface="Microsoft Yahei"/>
              </a:rPr>
              <a:t>提交</a:t>
            </a:r>
          </a:p>
        </p:txBody>
      </p:sp>
      <p:sp>
        <p:nvSpPr>
          <p:cNvPr id="19" name="椭圆 18"/>
          <p:cNvSpPr>
            <a:spLocks noChangeAspect="1"/>
          </p:cNvSpPr>
          <p:nvPr>
            <p:custDataLst>
              <p:tags r:id="rId11"/>
            </p:custDataLst>
          </p:nvPr>
        </p:nvSpPr>
        <p:spPr>
          <a:xfrm>
            <a:off x="2420806" y="4500034"/>
            <a:ext cx="416190" cy="514351"/>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07287" tIns="53643" rIns="107287" bIns="53643" anchor="ctr" anchorCtr="1"/>
          <a:lstStyle/>
          <a:p>
            <a:pPr algn="ctr">
              <a:defRPr/>
            </a:pPr>
            <a:r>
              <a:rPr lang="en-US" altLang="zh-CN" sz="1600" dirty="0">
                <a:solidFill>
                  <a:schemeClr val="tx1"/>
                </a:solidFill>
                <a:latin typeface="Microsoft Yahei"/>
                <a:ea typeface="Microsoft Yahei"/>
                <a:sym typeface="Microsoft Yahei"/>
              </a:rPr>
              <a:t>C</a:t>
            </a:r>
            <a:endParaRPr lang="zh-CN" altLang="en-US" sz="1600" dirty="0">
              <a:solidFill>
                <a:schemeClr val="tx1"/>
              </a:solidFill>
              <a:latin typeface="Microsoft Yahei"/>
              <a:ea typeface="Microsoft Yahei"/>
              <a:sym typeface="Microsoft Yahei"/>
            </a:endParaRPr>
          </a:p>
        </p:txBody>
      </p:sp>
      <p:grpSp>
        <p:nvGrpSpPr>
          <p:cNvPr id="31756" name="组合 18"/>
          <p:cNvGrpSpPr>
            <a:grpSpLocks/>
          </p:cNvGrpSpPr>
          <p:nvPr>
            <p:custDataLst>
              <p:tags r:id="rId12"/>
            </p:custDataLst>
          </p:nvPr>
        </p:nvGrpSpPr>
        <p:grpSpPr bwMode="auto">
          <a:xfrm>
            <a:off x="0" y="0"/>
            <a:ext cx="9906000" cy="846667"/>
            <a:chOff x="-1055077" y="-1"/>
            <a:chExt cx="9144000" cy="635000"/>
          </a:xfrm>
        </p:grpSpPr>
        <p:sp>
          <p:nvSpPr>
            <p:cNvPr id="15" name="TitleBackground"/>
            <p:cNvSpPr/>
            <p:nvPr>
              <p:custDataLst>
                <p:tags r:id="rId15"/>
              </p:custDataLst>
            </p:nvPr>
          </p:nvSpPr>
          <p:spPr>
            <a:xfrm>
              <a:off x="-1055077" y="-1"/>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solidFill>
              </a:endParaRPr>
            </a:p>
          </p:txBody>
        </p:sp>
        <p:sp>
          <p:nvSpPr>
            <p:cNvPr id="16" name="ColorBlock"/>
            <p:cNvSpPr/>
            <p:nvPr>
              <p:custDataLst>
                <p:tags r:id="rId16"/>
              </p:custDataLst>
            </p:nvPr>
          </p:nvSpPr>
          <p:spPr>
            <a:xfrm>
              <a:off x="-1055077" y="-1"/>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solidFill>
              </a:endParaRPr>
            </a:p>
          </p:txBody>
        </p:sp>
        <p:sp>
          <p:nvSpPr>
            <p:cNvPr id="31760" name="TypeText"/>
            <p:cNvSpPr txBox="1">
              <a:spLocks noChangeArrowheads="1"/>
            </p:cNvSpPr>
            <p:nvPr>
              <p:custDataLst>
                <p:tags r:id="rId17"/>
              </p:custDataLst>
            </p:nvPr>
          </p:nvSpPr>
          <p:spPr bwMode="auto">
            <a:xfrm>
              <a:off x="-820615" y="-1"/>
              <a:ext cx="190500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100">
                  <a:solidFill>
                    <a:srgbClr val="000000"/>
                  </a:solidFill>
                  <a:latin typeface="Microsoft Yahei" pitchFamily="34" charset="-122"/>
                  <a:ea typeface="Microsoft Yahei" pitchFamily="34" charset="-122"/>
                  <a:sym typeface="Microsoft Yahei" pitchFamily="34" charset="-122"/>
                </a:rPr>
                <a:t>单选题</a:t>
              </a:r>
            </a:p>
          </p:txBody>
        </p:sp>
        <p:sp>
          <p:nvSpPr>
            <p:cNvPr id="31761" name="TipText"/>
            <p:cNvSpPr txBox="1">
              <a:spLocks noChangeArrowheads="1"/>
            </p:cNvSpPr>
            <p:nvPr>
              <p:custDataLst>
                <p:tags r:id="rId18"/>
              </p:custDataLst>
            </p:nvPr>
          </p:nvSpPr>
          <p:spPr bwMode="auto">
            <a:xfrm>
              <a:off x="545417" y="81914"/>
              <a:ext cx="2286000"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2300">
                  <a:solidFill>
                    <a:srgbClr val="808080"/>
                  </a:solidFill>
                  <a:latin typeface="Microsoft Yahei" pitchFamily="34" charset="-122"/>
                  <a:ea typeface="Microsoft Yahei" pitchFamily="34" charset="-122"/>
                  <a:sym typeface="Microsoft Yahei" pitchFamily="34" charset="-122"/>
                </a:rPr>
                <a:t>1</a:t>
              </a:r>
              <a:r>
                <a:rPr lang="zh-CN" altLang="en-US" sz="2300">
                  <a:solidFill>
                    <a:srgbClr val="808080"/>
                  </a:solidFill>
                  <a:latin typeface="Microsoft Yahei" pitchFamily="34" charset="-122"/>
                  <a:ea typeface="Microsoft Yahei" pitchFamily="34" charset="-122"/>
                  <a:sym typeface="Microsoft Yahei" pitchFamily="34" charset="-122"/>
                </a:rPr>
                <a:t>分</a:t>
              </a:r>
            </a:p>
          </p:txBody>
        </p:sp>
      </p:grpSp>
      <p:pic>
        <p:nvPicPr>
          <p:cNvPr id="2" name="图片 1"/>
          <p:cNvPicPr>
            <a:picLocks/>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3" name="文本框 2"/>
          <p:cNvSpPr txBox="1"/>
          <p:nvPr>
            <p:custDataLst>
              <p:tags r:id="rId14"/>
            </p:custDataLst>
          </p:nvPr>
        </p:nvSpPr>
        <p:spPr>
          <a:xfrm>
            <a:off x="1219200" y="635000"/>
            <a:ext cx="9753600" cy="487680"/>
          </a:xfrm>
          <a:prstGeom prst="rect">
            <a:avLst/>
          </a:prstGeom>
          <a:solidFill>
            <a:srgbClr val="FBFAEF">
              <a:alpha val="90000"/>
            </a:srgbClr>
          </a:solidFill>
        </p:spPr>
        <p:txBody>
          <a:bodyPr vert="horz" wrap="none" rtlCol="0" anchor="ctr" anchorCtr="1">
            <a:noAutofit/>
          </a:bodyPr>
          <a:lstStyle/>
          <a:p>
            <a:endParaRPr lang="zh-CN" altLang="en-US" sz="1600" dirty="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Tree>
    <p:custDataLst>
      <p:tags r:id="rId1"/>
    </p:custDataLst>
    <p:extLst>
      <p:ext uri="{BB962C8B-B14F-4D97-AF65-F5344CB8AC3E}">
        <p14:creationId xmlns:p14="http://schemas.microsoft.com/office/powerpoint/2010/main" val="36861645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custDataLst>
              <p:tags r:id="rId2"/>
            </p:custDataLst>
          </p:nvPr>
        </p:nvSpPr>
        <p:spPr>
          <a:xfrm>
            <a:off x="2438400" y="1092500"/>
            <a:ext cx="7315200" cy="1678498"/>
          </a:xfrm>
          <a:prstGeom prst="rect">
            <a:avLst/>
          </a:prstGeom>
          <a:noFill/>
        </p:spPr>
        <p:txBody>
          <a:bodyPr vert="horz" wrap="square" rtlCol="0" anchor="ctr" anchorCtr="0">
            <a:noAutofit/>
          </a:bodyPr>
          <a:lstStyle/>
          <a:p>
            <a:r>
              <a:rPr lang="zh-CN" altLang="zh-CN" sz="2400" b="1" dirty="0">
                <a:ea typeface="黑体" pitchFamily="49" charset="-122"/>
              </a:rPr>
              <a:t>若 x 为 </a:t>
            </a:r>
            <a:r>
              <a:rPr lang="zh-CN" altLang="zh-CN" sz="2400" b="1" dirty="0">
                <a:latin typeface="Times New Roman" pitchFamily="18" charset="0"/>
                <a:ea typeface="黑体" pitchFamily="49" charset="-122"/>
              </a:rPr>
              <a:t>float </a:t>
            </a:r>
            <a:r>
              <a:rPr lang="zh-CN" altLang="zh-CN" sz="2400" b="1" dirty="0">
                <a:ea typeface="黑体" pitchFamily="49" charset="-122"/>
              </a:rPr>
              <a:t>型变量，则以下语句</a:t>
            </a:r>
            <a:r>
              <a:rPr lang="zh-CN" altLang="zh-CN" sz="2400" b="1" dirty="0">
                <a:latin typeface="Times New Roman" pitchFamily="18" charset="0"/>
                <a:ea typeface="黑体" pitchFamily="49" charset="-122"/>
              </a:rPr>
              <a:t>:</a:t>
            </a:r>
            <a:endParaRPr lang="en-US" altLang="zh-CN" sz="2600" dirty="0">
              <a:latin typeface="Microsoft Yahei"/>
              <a:ea typeface="Microsoft Yahei"/>
              <a:sym typeface="Microsoft Yahei"/>
            </a:endParaRPr>
          </a:p>
          <a:p>
            <a:r>
              <a:rPr lang="en-US" altLang="zh-CN" sz="2600" dirty="0">
                <a:latin typeface="Microsoft Yahei"/>
                <a:ea typeface="Microsoft Yahei"/>
                <a:sym typeface="Microsoft Yahei"/>
              </a:rPr>
              <a:t>x=213.82631 ;</a:t>
            </a:r>
          </a:p>
          <a:p>
            <a:r>
              <a:rPr lang="en-US" altLang="zh-CN" sz="2600" dirty="0">
                <a:latin typeface="Microsoft Yahei"/>
                <a:ea typeface="Microsoft Yahei"/>
                <a:sym typeface="Microsoft Yahei"/>
              </a:rPr>
              <a:t>printf(“%-4.2 f \</a:t>
            </a:r>
            <a:r>
              <a:rPr lang="en-US" altLang="zh-CN" sz="2600" dirty="0" err="1">
                <a:latin typeface="Microsoft Yahei"/>
                <a:ea typeface="Microsoft Yahei"/>
                <a:sym typeface="Microsoft Yahei"/>
              </a:rPr>
              <a:t>n”,x</a:t>
            </a:r>
            <a:r>
              <a:rPr lang="en-US" altLang="zh-CN" sz="2600" dirty="0">
                <a:latin typeface="Microsoft Yahei"/>
                <a:ea typeface="Microsoft Yahei"/>
                <a:sym typeface="Microsoft Yahei"/>
              </a:rPr>
              <a:t>);</a:t>
            </a:r>
          </a:p>
        </p:txBody>
      </p:sp>
      <p:sp>
        <p:nvSpPr>
          <p:cNvPr id="6" name="TextBox 5"/>
          <p:cNvSpPr txBox="1"/>
          <p:nvPr>
            <p:custDataLst>
              <p:tags r:id="rId3"/>
            </p:custDataLst>
          </p:nvPr>
        </p:nvSpPr>
        <p:spPr>
          <a:xfrm>
            <a:off x="3352800" y="27860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a:ea typeface="Microsoft Yahei"/>
                <a:sym typeface="Microsoft Yahei"/>
              </a:rPr>
              <a:t>输出格式描述符的域宽不够，不能输出。</a:t>
            </a:r>
          </a:p>
        </p:txBody>
      </p:sp>
      <p:sp>
        <p:nvSpPr>
          <p:cNvPr id="7" name="TextBox 6"/>
          <p:cNvSpPr txBox="1"/>
          <p:nvPr>
            <p:custDataLst>
              <p:tags r:id="rId4"/>
            </p:custDataLst>
          </p:nvPr>
        </p:nvSpPr>
        <p:spPr>
          <a:xfrm>
            <a:off x="3352800" y="36433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a:ea typeface="Microsoft Yahei"/>
                <a:sym typeface="Microsoft Yahei"/>
              </a:rPr>
              <a:t>输出为 </a:t>
            </a:r>
            <a:r>
              <a:rPr lang="en-US" altLang="zh-CN" sz="2600" dirty="0">
                <a:solidFill>
                  <a:srgbClr val="000000"/>
                </a:solidFill>
                <a:latin typeface="Microsoft Yahei"/>
                <a:ea typeface="Microsoft Yahei"/>
                <a:sym typeface="Microsoft Yahei"/>
              </a:rPr>
              <a:t>213.83</a:t>
            </a:r>
            <a:endParaRPr lang="zh-CN" altLang="en-US" sz="2600" dirty="0">
              <a:solidFill>
                <a:srgbClr val="000000"/>
              </a:solidFill>
              <a:latin typeface="Microsoft Yahei"/>
              <a:ea typeface="Microsoft Yahei"/>
              <a:sym typeface="Microsoft Yahei"/>
            </a:endParaRPr>
          </a:p>
        </p:txBody>
      </p:sp>
      <p:sp>
        <p:nvSpPr>
          <p:cNvPr id="8" name="TextBox 7"/>
          <p:cNvSpPr txBox="1"/>
          <p:nvPr>
            <p:custDataLst>
              <p:tags r:id="rId5"/>
            </p:custDataLst>
          </p:nvPr>
        </p:nvSpPr>
        <p:spPr>
          <a:xfrm>
            <a:off x="3352800" y="45005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a:ea typeface="Microsoft Yahei"/>
                <a:sym typeface="Microsoft Yahei"/>
              </a:rPr>
              <a:t>输出为 </a:t>
            </a:r>
            <a:r>
              <a:rPr lang="en-US" altLang="zh-CN" sz="2600" dirty="0">
                <a:solidFill>
                  <a:srgbClr val="000000"/>
                </a:solidFill>
                <a:latin typeface="Microsoft Yahei"/>
                <a:ea typeface="Microsoft Yahei"/>
                <a:sym typeface="Microsoft Yahei"/>
              </a:rPr>
              <a:t>213.82</a:t>
            </a:r>
            <a:endParaRPr lang="zh-CN" altLang="en-US" sz="2600" dirty="0">
              <a:solidFill>
                <a:srgbClr val="000000"/>
              </a:solidFill>
              <a:latin typeface="Microsoft Yahei"/>
              <a:ea typeface="Microsoft Yahei"/>
              <a:sym typeface="Microsoft Yahei"/>
            </a:endParaRPr>
          </a:p>
        </p:txBody>
      </p:sp>
      <p:sp>
        <p:nvSpPr>
          <p:cNvPr id="9" name="TextBox 8"/>
          <p:cNvSpPr txBox="1"/>
          <p:nvPr>
            <p:custDataLst>
              <p:tags r:id="rId6"/>
            </p:custDataLst>
          </p:nvPr>
        </p:nvSpPr>
        <p:spPr>
          <a:xfrm>
            <a:off x="3352800" y="53578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a:ea typeface="Microsoft Yahei"/>
                <a:sym typeface="Microsoft Yahei"/>
              </a:rPr>
              <a:t>输出为 </a:t>
            </a:r>
            <a:r>
              <a:rPr lang="en-US" altLang="zh-CN" sz="2600" dirty="0">
                <a:solidFill>
                  <a:srgbClr val="000000"/>
                </a:solidFill>
                <a:latin typeface="Microsoft Yahei"/>
                <a:ea typeface="Microsoft Yahei"/>
                <a:sym typeface="Microsoft Yahei"/>
              </a:rPr>
              <a:t>-213.82</a:t>
            </a:r>
            <a:endParaRPr lang="zh-CN" altLang="en-US" sz="2600" dirty="0">
              <a:solidFill>
                <a:srgbClr val="000000"/>
              </a:solidFill>
              <a:latin typeface="Microsoft Yahei"/>
              <a:ea typeface="Microsoft Yahei"/>
              <a:sym typeface="Microsoft Yahei"/>
            </a:endParaRPr>
          </a:p>
        </p:txBody>
      </p:sp>
      <p:sp>
        <p:nvSpPr>
          <p:cNvPr id="10" name="椭圆 9"/>
          <p:cNvSpPr>
            <a:spLocks noChangeAspect="1"/>
          </p:cNvSpPr>
          <p:nvPr>
            <p:custDataLst>
              <p:tags r:id="rId7"/>
            </p:custDataLst>
          </p:nvPr>
        </p:nvSpPr>
        <p:spPr bwMode="auto">
          <a:xfrm>
            <a:off x="2638425" y="2850356"/>
            <a:ext cx="514350" cy="514350"/>
          </a:xfrm>
          <a:prstGeom prst="ellipse">
            <a:avLst/>
          </a:prstGeom>
          <a:solidFill>
            <a:srgbClr val="808080">
              <a:alpha val="50000"/>
            </a:srgbClr>
          </a:solidFill>
          <a:ln w="12700"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en-US" altLang="zh-CN" sz="1600">
                <a:solidFill>
                  <a:srgbClr val="FFFFFF"/>
                </a:solidFill>
                <a:latin typeface="Microsoft Yahei"/>
                <a:ea typeface="Microsoft Yahei"/>
                <a:sym typeface="Microsoft Yahei"/>
              </a:rPr>
              <a:t>A</a:t>
            </a:r>
            <a:endParaRPr lang="zh-CN" altLang="en-US" sz="1600">
              <a:solidFill>
                <a:srgbClr val="FFFFFF"/>
              </a:solidFill>
              <a:latin typeface="Microsoft Yahei"/>
              <a:ea typeface="Microsoft Yahei"/>
              <a:sym typeface="Microsoft Yahei"/>
            </a:endParaRPr>
          </a:p>
        </p:txBody>
      </p:sp>
      <p:sp>
        <p:nvSpPr>
          <p:cNvPr id="12" name="椭圆 11"/>
          <p:cNvSpPr>
            <a:spLocks noChangeAspect="1"/>
          </p:cNvSpPr>
          <p:nvPr>
            <p:custDataLst>
              <p:tags r:id="rId8"/>
            </p:custDataLst>
          </p:nvPr>
        </p:nvSpPr>
        <p:spPr bwMode="auto">
          <a:xfrm>
            <a:off x="2638425" y="4564856"/>
            <a:ext cx="514350" cy="514350"/>
          </a:xfrm>
          <a:prstGeom prst="ellipse">
            <a:avLst/>
          </a:prstGeom>
          <a:solidFill>
            <a:srgbClr val="808080">
              <a:alpha val="50000"/>
            </a:srgbClr>
          </a:solidFill>
          <a:ln w="12700"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en-US" altLang="zh-CN" sz="1600">
                <a:solidFill>
                  <a:srgbClr val="FFFFFF"/>
                </a:solidFill>
                <a:latin typeface="Microsoft Yahei"/>
                <a:ea typeface="Microsoft Yahei"/>
                <a:sym typeface="Microsoft Yahei"/>
              </a:rPr>
              <a:t>C</a:t>
            </a:r>
            <a:endParaRPr lang="zh-CN" altLang="en-US" sz="1600">
              <a:solidFill>
                <a:srgbClr val="FFFFFF"/>
              </a:solidFill>
              <a:latin typeface="Microsoft Yahei"/>
              <a:ea typeface="Microsoft Yahei"/>
              <a:sym typeface="Microsoft Yahei"/>
            </a:endParaRPr>
          </a:p>
        </p:txBody>
      </p:sp>
      <p:sp>
        <p:nvSpPr>
          <p:cNvPr id="13" name="椭圆 12"/>
          <p:cNvSpPr>
            <a:spLocks noChangeAspect="1"/>
          </p:cNvSpPr>
          <p:nvPr>
            <p:custDataLst>
              <p:tags r:id="rId9"/>
            </p:custDataLst>
          </p:nvPr>
        </p:nvSpPr>
        <p:spPr bwMode="auto">
          <a:xfrm>
            <a:off x="2638425" y="5422106"/>
            <a:ext cx="514350" cy="514350"/>
          </a:xfrm>
          <a:prstGeom prst="ellipse">
            <a:avLst/>
          </a:prstGeom>
          <a:solidFill>
            <a:srgbClr val="808080">
              <a:alpha val="50000"/>
            </a:srgbClr>
          </a:solidFill>
          <a:ln w="12700"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en-US" altLang="zh-CN" sz="1600">
                <a:solidFill>
                  <a:srgbClr val="FFFFFF"/>
                </a:solidFill>
                <a:latin typeface="Microsoft Yahei"/>
                <a:ea typeface="Microsoft Yahei"/>
                <a:sym typeface="Microsoft Yahei"/>
              </a:rPr>
              <a:t>D</a:t>
            </a:r>
            <a:endParaRPr lang="zh-CN" altLang="en-US" sz="1600">
              <a:solidFill>
                <a:srgbClr val="FFFFFF"/>
              </a:solidFill>
              <a:latin typeface="Microsoft Yahei"/>
              <a:ea typeface="Microsoft Yahei"/>
              <a:sym typeface="Microsoft Yahei"/>
            </a:endParaRPr>
          </a:p>
        </p:txBody>
      </p:sp>
      <p:sp>
        <p:nvSpPr>
          <p:cNvPr id="14" name="圆角矩形 13"/>
          <p:cNvSpPr/>
          <p:nvPr>
            <p:custDataLst>
              <p:tags r:id="rId10"/>
            </p:custDataLst>
          </p:nvPr>
        </p:nvSpPr>
        <p:spPr bwMode="auto">
          <a:xfrm>
            <a:off x="7696200" y="6215063"/>
            <a:ext cx="1543050" cy="411480"/>
          </a:xfrm>
          <a:prstGeom prst="roundRect">
            <a:avLst/>
          </a:prstGeom>
          <a:solidFill>
            <a:srgbClr val="808080">
              <a:alpha val="50000"/>
            </a:srgbClr>
          </a:solidFill>
          <a:ln w="38100" cap="flat" cmpd="sng" algn="ctr">
            <a:solidFill>
              <a:srgbClr val="000000"/>
            </a:solidFill>
            <a:prstDash val="solid"/>
            <a:round/>
            <a:headEnd type="none" w="med" len="med"/>
            <a:tailEnd type="none" w="med" len="med"/>
          </a:ln>
          <a:effectLst>
            <a:outerShdw dist="107763" dir="2700000" algn="ctr" rotWithShape="0">
              <a:schemeClr val="bg2"/>
            </a:outerShdw>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zh-CN" altLang="en-US" sz="1600">
                <a:solidFill>
                  <a:srgbClr val="FFFFFF"/>
                </a:solidFill>
                <a:latin typeface="Microsoft Yahei"/>
                <a:ea typeface="Microsoft Yahei"/>
                <a:sym typeface="Microsoft Yahei"/>
              </a:rPr>
              <a:t>提交</a:t>
            </a:r>
          </a:p>
        </p:txBody>
      </p:sp>
      <p:sp>
        <p:nvSpPr>
          <p:cNvPr id="20" name="椭圆 19"/>
          <p:cNvSpPr>
            <a:spLocks noChangeAspect="1"/>
          </p:cNvSpPr>
          <p:nvPr>
            <p:custDataLst>
              <p:tags r:id="rId11"/>
            </p:custDataLst>
          </p:nvPr>
        </p:nvSpPr>
        <p:spPr bwMode="auto">
          <a:xfrm>
            <a:off x="2638425" y="3747984"/>
            <a:ext cx="514350" cy="514350"/>
          </a:xfrm>
          <a:prstGeom prst="ellipse">
            <a:avLst/>
          </a:prstGeom>
          <a:solidFill>
            <a:srgbClr val="808080">
              <a:alpha val="50000"/>
            </a:srgbClr>
          </a:solidFill>
          <a:ln w="12700"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en-US" altLang="zh-CN" sz="1600" dirty="0">
                <a:solidFill>
                  <a:srgbClr val="FFFFFF"/>
                </a:solidFill>
                <a:latin typeface="Microsoft Yahei"/>
                <a:ea typeface="Microsoft Yahei"/>
                <a:sym typeface="Microsoft Yahei"/>
              </a:rPr>
              <a:t>B</a:t>
            </a:r>
            <a:endParaRPr lang="zh-CN" altLang="en-US" sz="1600" dirty="0">
              <a:solidFill>
                <a:srgbClr val="FFFFFF"/>
              </a:solidFill>
              <a:latin typeface="Microsoft Yahei"/>
              <a:ea typeface="Microsoft Yahei"/>
              <a:sym typeface="Microsoft Yahei"/>
            </a:endParaRPr>
          </a:p>
        </p:txBody>
      </p:sp>
      <p:grpSp>
        <p:nvGrpSpPr>
          <p:cNvPr id="19" name="组合 18"/>
          <p:cNvGrpSpPr/>
          <p:nvPr>
            <p:custDataLst>
              <p:tags r:id="rId12"/>
            </p:custDataLst>
          </p:nvPr>
        </p:nvGrpSpPr>
        <p:grpSpPr>
          <a:xfrm>
            <a:off x="0" y="0"/>
            <a:ext cx="9144000" cy="635000"/>
            <a:chOff x="-1524000" y="0"/>
            <a:chExt cx="9144000" cy="635000"/>
          </a:xfrm>
        </p:grpSpPr>
        <p:sp>
          <p:nvSpPr>
            <p:cNvPr id="15" name="TitleBackground"/>
            <p:cNvSpPr/>
            <p:nvPr>
              <p:custDataLst>
                <p:tags r:id="rId15"/>
              </p:custDataLst>
            </p:nvPr>
          </p:nvSpPr>
          <p:spPr bwMode="auto">
            <a:xfrm>
              <a:off x="-1524000" y="0"/>
              <a:ext cx="9144000" cy="635000"/>
            </a:xfrm>
            <a:prstGeom prst="rect">
              <a:avLst/>
            </a:prstGeom>
            <a:solidFill>
              <a:srgbClr val="F6F7F8">
                <a:alpha val="50000"/>
              </a:srgbClr>
            </a:solidFill>
            <a:ln w="0" cap="flat" cmpd="sng" algn="ctr">
              <a:noFill/>
              <a:prstDash val="solid"/>
              <a:round/>
              <a:headEnd type="none" w="med" len="med"/>
              <a:tailEnd type="none" w="med" len="med"/>
            </a:ln>
            <a:effectLst>
              <a:outerShdw dist="107763" dir="2700000" algn="ctr" rotWithShape="0">
                <a:schemeClr val="bg2"/>
              </a:outerShdw>
            </a:effectLst>
            <a:extLst>
              <a:ext uri="{91240B29-F687-4F45-9708-019B960494DF}">
                <a14:hiddenLine xmlns:a14="http://schemas.microsoft.com/office/drawing/2010/main" w="0" cap="flat" cmpd="sng" algn="ctr">
                  <a:solidFill>
                    <a:srgbClr val="002BB4"/>
                  </a:solidFill>
                  <a:prstDash val="solid"/>
                  <a:round/>
                  <a:headEnd type="none" w="med" len="med"/>
                  <a:tailEnd type="none" w="med" len="med"/>
                </a14:hiddenLine>
              </a:ext>
            </a:extLst>
          </p:spPr>
          <p:txBody>
            <a:bodyPr vert="horz" wrap="none" lIns="91440" tIns="45720" rIns="91440" bIns="45720" numCol="1" rtlCol="0" anchor="ctr" anchorCtr="0" compatLnSpc="1">
              <a:prstTxWarp prst="textNoShape">
                <a:avLst/>
              </a:prstTxWarp>
            </a:bodyPr>
            <a:lstStyle/>
            <a:p>
              <a:pPr fontAlgn="base">
                <a:spcBef>
                  <a:spcPct val="0"/>
                </a:spcBef>
                <a:spcAft>
                  <a:spcPct val="0"/>
                </a:spcAft>
              </a:pPr>
              <a:endParaRPr lang="zh-CN" altLang="en-US" sz="2400">
                <a:latin typeface="Tahoma" pitchFamily="34" charset="0"/>
                <a:ea typeface="Dotum" pitchFamily="34" charset="-127"/>
              </a:endParaRPr>
            </a:p>
          </p:txBody>
        </p:sp>
        <p:sp>
          <p:nvSpPr>
            <p:cNvPr id="16" name="ColorBlock"/>
            <p:cNvSpPr/>
            <p:nvPr>
              <p:custDataLst>
                <p:tags r:id="rId16"/>
              </p:custDataLst>
            </p:nvPr>
          </p:nvSpPr>
          <p:spPr bwMode="auto">
            <a:xfrm>
              <a:off x="-1524000" y="0"/>
              <a:ext cx="190500" cy="635000"/>
            </a:xfrm>
            <a:prstGeom prst="rect">
              <a:avLst/>
            </a:prstGeom>
            <a:solidFill>
              <a:srgbClr val="639EF4">
                <a:alpha val="50000"/>
              </a:srgbClr>
            </a:solidFill>
            <a:ln w="0" cap="flat" cmpd="sng" algn="ctr">
              <a:noFill/>
              <a:prstDash val="solid"/>
              <a:round/>
              <a:headEnd type="none" w="med" len="med"/>
              <a:tailEnd type="none" w="med" len="med"/>
            </a:ln>
            <a:effectLst>
              <a:outerShdw dist="107763" dir="2700000" algn="ctr" rotWithShape="0">
                <a:schemeClr val="bg2"/>
              </a:outerShdw>
            </a:effectLst>
            <a:extLst>
              <a:ext uri="{91240B29-F687-4F45-9708-019B960494DF}">
                <a14:hiddenLine xmlns:a14="http://schemas.microsoft.com/office/drawing/2010/main" w="0" cap="flat" cmpd="sng" algn="ctr">
                  <a:solidFill>
                    <a:srgbClr val="002BB4"/>
                  </a:solidFill>
                  <a:prstDash val="solid"/>
                  <a:round/>
                  <a:headEnd type="none" w="med" len="med"/>
                  <a:tailEnd type="none" w="med" len="med"/>
                </a14:hiddenLine>
              </a:ext>
            </a:extLst>
          </p:spPr>
          <p:txBody>
            <a:bodyPr vert="horz" wrap="none" lIns="91440" tIns="45720" rIns="91440" bIns="45720" numCol="1" rtlCol="0" anchor="ctr" anchorCtr="0" compatLnSpc="1">
              <a:prstTxWarp prst="textNoShape">
                <a:avLst/>
              </a:prstTxWarp>
            </a:bodyPr>
            <a:lstStyle/>
            <a:p>
              <a:pPr fontAlgn="base">
                <a:spcBef>
                  <a:spcPct val="0"/>
                </a:spcBef>
                <a:spcAft>
                  <a:spcPct val="0"/>
                </a:spcAft>
              </a:pPr>
              <a:endParaRPr lang="zh-CN" altLang="en-US" sz="2400">
                <a:latin typeface="Tahoma" pitchFamily="34" charset="0"/>
                <a:ea typeface="Dotum" pitchFamily="34" charset="-127"/>
              </a:endParaRPr>
            </a:p>
          </p:txBody>
        </p:sp>
        <p:sp>
          <p:nvSpPr>
            <p:cNvPr id="17" name="TypeText"/>
            <p:cNvSpPr txBox="1"/>
            <p:nvPr>
              <p:custDataLst>
                <p:tags r:id="rId17"/>
              </p:custDataLst>
            </p:nvPr>
          </p:nvSpPr>
          <p:spPr>
            <a:xfrm>
              <a:off x="-1270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a:ea typeface="Microsoft Yahei"/>
                  <a:sym typeface="Microsoft Yahei"/>
                </a:rPr>
                <a:t>单选题</a:t>
              </a:r>
            </a:p>
          </p:txBody>
        </p:sp>
        <p:sp>
          <p:nvSpPr>
            <p:cNvPr id="18" name="TipText"/>
            <p:cNvSpPr txBox="1"/>
            <p:nvPr>
              <p:custDataLst>
                <p:tags r:id="rId18"/>
              </p:custDataLst>
            </p:nvPr>
          </p:nvSpPr>
          <p:spPr>
            <a:xfrm>
              <a:off x="1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a:ea typeface="Microsoft Yahei"/>
                  <a:sym typeface="Microsoft Yahei"/>
                </a:rPr>
                <a:t>1</a:t>
              </a:r>
              <a:r>
                <a:rPr lang="zh-CN" altLang="en-US" sz="2000">
                  <a:solidFill>
                    <a:srgbClr val="808080"/>
                  </a:solidFill>
                  <a:latin typeface="Microsoft Yahei"/>
                  <a:ea typeface="Microsoft Yahei"/>
                  <a:sym typeface="Microsoft Yahei"/>
                </a:rPr>
                <a:t>分</a:t>
              </a:r>
            </a:p>
          </p:txBody>
        </p:sp>
      </p:grpSp>
      <p:pic>
        <p:nvPicPr>
          <p:cNvPr id="4" name="图片 3"/>
          <p:cNvPicPr>
            <a:picLocks/>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2" name="文本框 1"/>
          <p:cNvSpPr txBox="1"/>
          <p:nvPr>
            <p:custDataLst>
              <p:tags r:id="rId14"/>
            </p:custDataLst>
          </p:nvPr>
        </p:nvSpPr>
        <p:spPr>
          <a:xfrm>
            <a:off x="1219200" y="635000"/>
            <a:ext cx="9753600" cy="487680"/>
          </a:xfrm>
          <a:prstGeom prst="rect">
            <a:avLst/>
          </a:prstGeom>
          <a:solidFill>
            <a:srgbClr val="FBFAEF">
              <a:alpha val="90000"/>
            </a:srgbClr>
          </a:solidFill>
        </p:spPr>
        <p:txBody>
          <a:bodyPr vert="horz" wrap="none" rtlCol="0" anchor="ctr" anchorCtr="1">
            <a:noAutofit/>
          </a:bodyPr>
          <a:lstStyle/>
          <a:p>
            <a:endParaRPr lang="zh-CN" altLang="en-US" sz="1600" dirty="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Tree>
    <p:custDataLst>
      <p:tags r:id="rId1"/>
    </p:custDataLst>
    <p:extLst>
      <p:ext uri="{BB962C8B-B14F-4D97-AF65-F5344CB8AC3E}">
        <p14:creationId xmlns:p14="http://schemas.microsoft.com/office/powerpoint/2010/main" val="23700710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custDataLst>
              <p:tags r:id="rId2"/>
            </p:custDataLst>
          </p:nvPr>
        </p:nvSpPr>
        <p:spPr>
          <a:xfrm>
            <a:off x="2438400" y="635001"/>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a:ea typeface="Microsoft Yahei"/>
                <a:sym typeface="Microsoft Yahei"/>
              </a:rPr>
              <a:t>若</a:t>
            </a:r>
            <a:r>
              <a:rPr lang="en-US" altLang="zh-CN" sz="2600" dirty="0">
                <a:solidFill>
                  <a:srgbClr val="000000"/>
                </a:solidFill>
                <a:latin typeface="Microsoft Yahei"/>
                <a:ea typeface="Microsoft Yahei"/>
                <a:sym typeface="Microsoft Yahei"/>
              </a:rPr>
              <a:t>k</a:t>
            </a:r>
            <a:r>
              <a:rPr lang="zh-CN" altLang="en-US" sz="2600" dirty="0">
                <a:solidFill>
                  <a:srgbClr val="000000"/>
                </a:solidFill>
                <a:latin typeface="Microsoft Yahei"/>
                <a:ea typeface="Microsoft Yahei"/>
                <a:sym typeface="Microsoft Yahei"/>
              </a:rPr>
              <a:t>为</a:t>
            </a:r>
            <a:r>
              <a:rPr lang="en-US" altLang="zh-CN" sz="2600" dirty="0">
                <a:solidFill>
                  <a:srgbClr val="000000"/>
                </a:solidFill>
                <a:latin typeface="Microsoft Yahei"/>
                <a:ea typeface="Microsoft Yahei"/>
                <a:sym typeface="Microsoft Yahei"/>
              </a:rPr>
              <a:t>int</a:t>
            </a:r>
            <a:r>
              <a:rPr lang="zh-CN" altLang="en-US" sz="2600" dirty="0">
                <a:solidFill>
                  <a:srgbClr val="000000"/>
                </a:solidFill>
                <a:latin typeface="Microsoft Yahei"/>
                <a:ea typeface="Microsoft Yahei"/>
                <a:sym typeface="Microsoft Yahei"/>
              </a:rPr>
              <a:t>型变量，则以下语句</a:t>
            </a:r>
            <a:r>
              <a:rPr lang="en-US" altLang="zh-CN" sz="2600" dirty="0">
                <a:solidFill>
                  <a:srgbClr val="000000"/>
                </a:solidFill>
                <a:latin typeface="Microsoft Yahei"/>
                <a:ea typeface="Microsoft Yahei"/>
                <a:sym typeface="Microsoft Yahei"/>
              </a:rPr>
              <a:t>:</a:t>
            </a:r>
          </a:p>
          <a:p>
            <a:r>
              <a:rPr lang="en-US" altLang="zh-CN" sz="2600" dirty="0">
                <a:solidFill>
                  <a:srgbClr val="000000"/>
                </a:solidFill>
                <a:latin typeface="Microsoft Yahei"/>
                <a:ea typeface="Microsoft Yahei"/>
                <a:sym typeface="Microsoft Yahei"/>
              </a:rPr>
              <a:t>            k=8567 ;</a:t>
            </a:r>
          </a:p>
          <a:p>
            <a:r>
              <a:rPr lang="en-US" altLang="zh-CN" sz="2600" dirty="0">
                <a:solidFill>
                  <a:srgbClr val="000000"/>
                </a:solidFill>
                <a:latin typeface="Microsoft Yahei"/>
                <a:ea typeface="Microsoft Yahei"/>
                <a:sym typeface="Microsoft Yahei"/>
              </a:rPr>
              <a:t>            </a:t>
            </a:r>
            <a:r>
              <a:rPr lang="en-US" altLang="zh-CN" sz="2600" dirty="0" err="1">
                <a:solidFill>
                  <a:srgbClr val="000000"/>
                </a:solidFill>
                <a:latin typeface="Microsoft Yahei"/>
                <a:ea typeface="Microsoft Yahei"/>
                <a:sym typeface="Microsoft Yahei"/>
              </a:rPr>
              <a:t>printf</a:t>
            </a:r>
            <a:r>
              <a:rPr lang="en-US" altLang="zh-CN" sz="2600" dirty="0">
                <a:solidFill>
                  <a:srgbClr val="000000"/>
                </a:solidFill>
                <a:latin typeface="Microsoft Yahei"/>
                <a:ea typeface="Microsoft Yahei"/>
                <a:sym typeface="Microsoft Yahei"/>
              </a:rPr>
              <a:t>(“|%06d|\n”, k );</a:t>
            </a:r>
          </a:p>
        </p:txBody>
      </p:sp>
      <p:sp>
        <p:nvSpPr>
          <p:cNvPr id="6" name="TextBox 5"/>
          <p:cNvSpPr txBox="1"/>
          <p:nvPr>
            <p:custDataLst>
              <p:tags r:id="rId3"/>
            </p:custDataLst>
          </p:nvPr>
        </p:nvSpPr>
        <p:spPr>
          <a:xfrm>
            <a:off x="3352800" y="27860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a:ea typeface="Microsoft Yahei"/>
                <a:sym typeface="Microsoft Yahei"/>
              </a:rPr>
              <a:t>输出格式描述符不合法</a:t>
            </a:r>
          </a:p>
        </p:txBody>
      </p:sp>
      <p:sp>
        <p:nvSpPr>
          <p:cNvPr id="7" name="TextBox 6"/>
          <p:cNvSpPr txBox="1"/>
          <p:nvPr>
            <p:custDataLst>
              <p:tags r:id="rId4"/>
            </p:custDataLst>
          </p:nvPr>
        </p:nvSpPr>
        <p:spPr>
          <a:xfrm>
            <a:off x="3352800" y="36433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a:ea typeface="Microsoft Yahei"/>
                <a:sym typeface="Microsoft Yahei"/>
              </a:rPr>
              <a:t>输出为</a:t>
            </a:r>
            <a:r>
              <a:rPr lang="en-US" altLang="zh-CN" sz="2600" dirty="0">
                <a:solidFill>
                  <a:srgbClr val="000000"/>
                </a:solidFill>
                <a:latin typeface="Microsoft Yahei"/>
                <a:ea typeface="Microsoft Yahei"/>
                <a:sym typeface="Microsoft Yahei"/>
              </a:rPr>
              <a:t>|008567|</a:t>
            </a:r>
          </a:p>
        </p:txBody>
      </p:sp>
      <p:sp>
        <p:nvSpPr>
          <p:cNvPr id="8" name="TextBox 7"/>
          <p:cNvSpPr txBox="1"/>
          <p:nvPr>
            <p:custDataLst>
              <p:tags r:id="rId5"/>
            </p:custDataLst>
          </p:nvPr>
        </p:nvSpPr>
        <p:spPr>
          <a:xfrm>
            <a:off x="3352800" y="45005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a:ea typeface="Microsoft Yahei"/>
                <a:sym typeface="Microsoft Yahei"/>
              </a:rPr>
              <a:t>输出为</a:t>
            </a:r>
            <a:r>
              <a:rPr lang="en-US" altLang="zh-CN" sz="2600" dirty="0">
                <a:solidFill>
                  <a:srgbClr val="000000"/>
                </a:solidFill>
                <a:latin typeface="Microsoft Yahei"/>
                <a:ea typeface="Microsoft Yahei"/>
                <a:sym typeface="Microsoft Yahei"/>
              </a:rPr>
              <a:t>|8567  |</a:t>
            </a:r>
            <a:endParaRPr lang="zh-CN" altLang="en-US" sz="2600" dirty="0">
              <a:solidFill>
                <a:srgbClr val="000000"/>
              </a:solidFill>
              <a:latin typeface="Microsoft Yahei"/>
              <a:ea typeface="Microsoft Yahei"/>
              <a:sym typeface="Microsoft Yahei"/>
            </a:endParaRPr>
          </a:p>
        </p:txBody>
      </p:sp>
      <p:sp>
        <p:nvSpPr>
          <p:cNvPr id="9" name="TextBox 8"/>
          <p:cNvSpPr txBox="1"/>
          <p:nvPr>
            <p:custDataLst>
              <p:tags r:id="rId6"/>
            </p:custDataLst>
          </p:nvPr>
        </p:nvSpPr>
        <p:spPr>
          <a:xfrm>
            <a:off x="3352800" y="53578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a:ea typeface="Microsoft Yahei"/>
                <a:sym typeface="Microsoft Yahei"/>
              </a:rPr>
              <a:t>输出为</a:t>
            </a:r>
            <a:r>
              <a:rPr lang="en-US" altLang="zh-CN" sz="2600" dirty="0">
                <a:solidFill>
                  <a:srgbClr val="000000"/>
                </a:solidFill>
                <a:latin typeface="Microsoft Yahei"/>
                <a:ea typeface="Microsoft Yahei"/>
                <a:sym typeface="Microsoft Yahei"/>
              </a:rPr>
              <a:t>|-08567|</a:t>
            </a:r>
          </a:p>
        </p:txBody>
      </p:sp>
      <p:sp>
        <p:nvSpPr>
          <p:cNvPr id="10" name="椭圆 9"/>
          <p:cNvSpPr>
            <a:spLocks noChangeAspect="1"/>
          </p:cNvSpPr>
          <p:nvPr>
            <p:custDataLst>
              <p:tags r:id="rId7"/>
            </p:custDataLst>
          </p:nvPr>
        </p:nvSpPr>
        <p:spPr bwMode="auto">
          <a:xfrm>
            <a:off x="2638425" y="2850356"/>
            <a:ext cx="514350" cy="514350"/>
          </a:xfrm>
          <a:prstGeom prst="ellipse">
            <a:avLst/>
          </a:prstGeom>
          <a:solidFill>
            <a:srgbClr val="808080">
              <a:alpha val="50000"/>
            </a:srgbClr>
          </a:solidFill>
          <a:ln w="12700"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en-US" altLang="zh-CN" sz="1600" dirty="0">
                <a:solidFill>
                  <a:srgbClr val="FFFFFF"/>
                </a:solidFill>
                <a:latin typeface="Microsoft Yahei"/>
                <a:ea typeface="Microsoft Yahei"/>
                <a:sym typeface="Microsoft Yahei"/>
              </a:rPr>
              <a:t>A</a:t>
            </a:r>
            <a:endParaRPr lang="zh-CN" altLang="en-US" sz="1600" dirty="0">
              <a:solidFill>
                <a:srgbClr val="FFFFFF"/>
              </a:solidFill>
              <a:latin typeface="Microsoft Yahei"/>
              <a:ea typeface="Microsoft Yahei"/>
              <a:sym typeface="Microsoft Yahei"/>
            </a:endParaRPr>
          </a:p>
        </p:txBody>
      </p:sp>
      <p:sp>
        <p:nvSpPr>
          <p:cNvPr id="12" name="椭圆 11"/>
          <p:cNvSpPr>
            <a:spLocks noChangeAspect="1"/>
          </p:cNvSpPr>
          <p:nvPr>
            <p:custDataLst>
              <p:tags r:id="rId8"/>
            </p:custDataLst>
          </p:nvPr>
        </p:nvSpPr>
        <p:spPr bwMode="auto">
          <a:xfrm>
            <a:off x="2638425" y="4564856"/>
            <a:ext cx="514350" cy="514350"/>
          </a:xfrm>
          <a:prstGeom prst="ellipse">
            <a:avLst/>
          </a:prstGeom>
          <a:solidFill>
            <a:srgbClr val="808080">
              <a:alpha val="50000"/>
            </a:srgbClr>
          </a:solidFill>
          <a:ln w="12700"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en-US" altLang="zh-CN" sz="1600">
                <a:solidFill>
                  <a:srgbClr val="FFFFFF"/>
                </a:solidFill>
                <a:latin typeface="Microsoft Yahei"/>
                <a:ea typeface="Microsoft Yahei"/>
                <a:sym typeface="Microsoft Yahei"/>
              </a:rPr>
              <a:t>C</a:t>
            </a:r>
            <a:endParaRPr lang="zh-CN" altLang="en-US" sz="1600">
              <a:solidFill>
                <a:srgbClr val="FFFFFF"/>
              </a:solidFill>
              <a:latin typeface="Microsoft Yahei"/>
              <a:ea typeface="Microsoft Yahei"/>
              <a:sym typeface="Microsoft Yahei"/>
            </a:endParaRPr>
          </a:p>
        </p:txBody>
      </p:sp>
      <p:sp>
        <p:nvSpPr>
          <p:cNvPr id="13" name="椭圆 12"/>
          <p:cNvSpPr>
            <a:spLocks noChangeAspect="1"/>
          </p:cNvSpPr>
          <p:nvPr>
            <p:custDataLst>
              <p:tags r:id="rId9"/>
            </p:custDataLst>
          </p:nvPr>
        </p:nvSpPr>
        <p:spPr bwMode="auto">
          <a:xfrm>
            <a:off x="2638425" y="5422106"/>
            <a:ext cx="514350" cy="514350"/>
          </a:xfrm>
          <a:prstGeom prst="ellipse">
            <a:avLst/>
          </a:prstGeom>
          <a:solidFill>
            <a:srgbClr val="808080">
              <a:alpha val="50000"/>
            </a:srgbClr>
          </a:solidFill>
          <a:ln w="12700"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en-US" altLang="zh-CN" sz="1600" dirty="0">
                <a:solidFill>
                  <a:srgbClr val="FFFFFF"/>
                </a:solidFill>
                <a:latin typeface="Microsoft Yahei"/>
                <a:ea typeface="Microsoft Yahei"/>
                <a:sym typeface="Microsoft Yahei"/>
              </a:rPr>
              <a:t>D</a:t>
            </a:r>
            <a:endParaRPr lang="zh-CN" altLang="en-US" sz="1600" dirty="0">
              <a:solidFill>
                <a:srgbClr val="FFFFFF"/>
              </a:solidFill>
              <a:latin typeface="Microsoft Yahei"/>
              <a:ea typeface="Microsoft Yahei"/>
              <a:sym typeface="Microsoft Yahei"/>
            </a:endParaRPr>
          </a:p>
        </p:txBody>
      </p:sp>
      <p:sp>
        <p:nvSpPr>
          <p:cNvPr id="14" name="圆角矩形 13"/>
          <p:cNvSpPr/>
          <p:nvPr>
            <p:custDataLst>
              <p:tags r:id="rId10"/>
            </p:custDataLst>
          </p:nvPr>
        </p:nvSpPr>
        <p:spPr bwMode="auto">
          <a:xfrm>
            <a:off x="7696200" y="6215063"/>
            <a:ext cx="1543050" cy="411480"/>
          </a:xfrm>
          <a:prstGeom prst="roundRect">
            <a:avLst/>
          </a:prstGeom>
          <a:solidFill>
            <a:srgbClr val="808080">
              <a:alpha val="50000"/>
            </a:srgbClr>
          </a:solidFill>
          <a:ln w="38100" cap="flat" cmpd="sng" algn="ctr">
            <a:solidFill>
              <a:srgbClr val="000000"/>
            </a:solidFill>
            <a:prstDash val="solid"/>
            <a:round/>
            <a:headEnd type="none" w="med" len="med"/>
            <a:tailEnd type="none" w="med" len="med"/>
          </a:ln>
          <a:effectLst>
            <a:outerShdw dist="107763" dir="2700000" algn="ctr" rotWithShape="0">
              <a:schemeClr val="bg2"/>
            </a:outerShdw>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zh-CN" altLang="en-US" sz="1600">
                <a:solidFill>
                  <a:srgbClr val="FFFFFF"/>
                </a:solidFill>
                <a:latin typeface="Microsoft Yahei"/>
                <a:ea typeface="Microsoft Yahei"/>
                <a:sym typeface="Microsoft Yahei"/>
              </a:rPr>
              <a:t>提交</a:t>
            </a:r>
          </a:p>
        </p:txBody>
      </p:sp>
      <p:sp>
        <p:nvSpPr>
          <p:cNvPr id="20" name="椭圆 19"/>
          <p:cNvSpPr>
            <a:spLocks noChangeAspect="1"/>
          </p:cNvSpPr>
          <p:nvPr>
            <p:custDataLst>
              <p:tags r:id="rId11"/>
            </p:custDataLst>
          </p:nvPr>
        </p:nvSpPr>
        <p:spPr bwMode="auto">
          <a:xfrm>
            <a:off x="2610678" y="3721101"/>
            <a:ext cx="514350" cy="514350"/>
          </a:xfrm>
          <a:prstGeom prst="ellipse">
            <a:avLst/>
          </a:prstGeom>
          <a:solidFill>
            <a:srgbClr val="808080">
              <a:alpha val="50000"/>
            </a:srgbClr>
          </a:solidFill>
          <a:ln w="12700"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en-US" altLang="zh-CN" sz="1600" dirty="0">
                <a:solidFill>
                  <a:srgbClr val="FFFFFF"/>
                </a:solidFill>
                <a:latin typeface="Microsoft Yahei"/>
                <a:ea typeface="Microsoft Yahei"/>
                <a:sym typeface="Microsoft Yahei"/>
              </a:rPr>
              <a:t>B</a:t>
            </a:r>
            <a:endParaRPr lang="zh-CN" altLang="en-US" sz="1600" dirty="0">
              <a:solidFill>
                <a:srgbClr val="FFFFFF"/>
              </a:solidFill>
              <a:latin typeface="Microsoft Yahei"/>
              <a:ea typeface="Microsoft Yahei"/>
              <a:sym typeface="Microsoft Yahei"/>
            </a:endParaRPr>
          </a:p>
        </p:txBody>
      </p:sp>
      <p:grpSp>
        <p:nvGrpSpPr>
          <p:cNvPr id="19" name="组合 18"/>
          <p:cNvGrpSpPr/>
          <p:nvPr>
            <p:custDataLst>
              <p:tags r:id="rId12"/>
            </p:custDataLst>
          </p:nvPr>
        </p:nvGrpSpPr>
        <p:grpSpPr>
          <a:xfrm>
            <a:off x="0" y="0"/>
            <a:ext cx="9144000" cy="635000"/>
            <a:chOff x="-1524000" y="0"/>
            <a:chExt cx="9144000" cy="635000"/>
          </a:xfrm>
        </p:grpSpPr>
        <p:sp>
          <p:nvSpPr>
            <p:cNvPr id="15" name="TitleBackground"/>
            <p:cNvSpPr/>
            <p:nvPr>
              <p:custDataLst>
                <p:tags r:id="rId15"/>
              </p:custDataLst>
            </p:nvPr>
          </p:nvSpPr>
          <p:spPr bwMode="auto">
            <a:xfrm>
              <a:off x="-1524000" y="0"/>
              <a:ext cx="9144000" cy="635000"/>
            </a:xfrm>
            <a:prstGeom prst="rect">
              <a:avLst/>
            </a:prstGeom>
            <a:solidFill>
              <a:srgbClr val="F6F7F8">
                <a:alpha val="50000"/>
              </a:srgbClr>
            </a:solidFill>
            <a:ln w="0" cap="flat" cmpd="sng" algn="ctr">
              <a:noFill/>
              <a:prstDash val="solid"/>
              <a:round/>
              <a:headEnd type="none" w="med" len="med"/>
              <a:tailEnd type="none" w="med" len="med"/>
            </a:ln>
            <a:effectLst>
              <a:outerShdw dist="107763" dir="2700000" algn="ctr" rotWithShape="0">
                <a:schemeClr val="bg2"/>
              </a:outerShdw>
            </a:effectLst>
            <a:extLst>
              <a:ext uri="{91240B29-F687-4F45-9708-019B960494DF}">
                <a14:hiddenLine xmlns:a14="http://schemas.microsoft.com/office/drawing/2010/main" w="0" cap="flat" cmpd="sng" algn="ctr">
                  <a:solidFill>
                    <a:srgbClr val="002BB4"/>
                  </a:solidFill>
                  <a:prstDash val="solid"/>
                  <a:round/>
                  <a:headEnd type="none" w="med" len="med"/>
                  <a:tailEnd type="none" w="med" len="med"/>
                </a14:hiddenLine>
              </a:ext>
            </a:extLst>
          </p:spPr>
          <p:txBody>
            <a:bodyPr vert="horz" wrap="none" lIns="91440" tIns="45720" rIns="91440" bIns="45720" numCol="1" rtlCol="0" anchor="ctr" anchorCtr="0" compatLnSpc="1">
              <a:prstTxWarp prst="textNoShape">
                <a:avLst/>
              </a:prstTxWarp>
            </a:bodyPr>
            <a:lstStyle/>
            <a:p>
              <a:pPr fontAlgn="base">
                <a:spcBef>
                  <a:spcPct val="0"/>
                </a:spcBef>
                <a:spcAft>
                  <a:spcPct val="0"/>
                </a:spcAft>
              </a:pPr>
              <a:endParaRPr lang="zh-CN" altLang="en-US" sz="2400">
                <a:latin typeface="Tahoma" pitchFamily="34" charset="0"/>
                <a:ea typeface="Dotum" pitchFamily="34" charset="-127"/>
              </a:endParaRPr>
            </a:p>
          </p:txBody>
        </p:sp>
        <p:sp>
          <p:nvSpPr>
            <p:cNvPr id="16" name="ColorBlock"/>
            <p:cNvSpPr/>
            <p:nvPr>
              <p:custDataLst>
                <p:tags r:id="rId16"/>
              </p:custDataLst>
            </p:nvPr>
          </p:nvSpPr>
          <p:spPr bwMode="auto">
            <a:xfrm>
              <a:off x="-1524000" y="0"/>
              <a:ext cx="190500" cy="635000"/>
            </a:xfrm>
            <a:prstGeom prst="rect">
              <a:avLst/>
            </a:prstGeom>
            <a:solidFill>
              <a:srgbClr val="639EF4">
                <a:alpha val="50000"/>
              </a:srgbClr>
            </a:solidFill>
            <a:ln w="0" cap="flat" cmpd="sng" algn="ctr">
              <a:noFill/>
              <a:prstDash val="solid"/>
              <a:round/>
              <a:headEnd type="none" w="med" len="med"/>
              <a:tailEnd type="none" w="med" len="med"/>
            </a:ln>
            <a:effectLst>
              <a:outerShdw dist="107763" dir="2700000" algn="ctr" rotWithShape="0">
                <a:schemeClr val="bg2"/>
              </a:outerShdw>
            </a:effectLst>
            <a:extLst>
              <a:ext uri="{91240B29-F687-4F45-9708-019B960494DF}">
                <a14:hiddenLine xmlns:a14="http://schemas.microsoft.com/office/drawing/2010/main" w="0" cap="flat" cmpd="sng" algn="ctr">
                  <a:solidFill>
                    <a:srgbClr val="002BB4"/>
                  </a:solidFill>
                  <a:prstDash val="solid"/>
                  <a:round/>
                  <a:headEnd type="none" w="med" len="med"/>
                  <a:tailEnd type="none" w="med" len="med"/>
                </a14:hiddenLine>
              </a:ext>
            </a:extLst>
          </p:spPr>
          <p:txBody>
            <a:bodyPr vert="horz" wrap="none" lIns="91440" tIns="45720" rIns="91440" bIns="45720" numCol="1" rtlCol="0" anchor="ctr" anchorCtr="0" compatLnSpc="1">
              <a:prstTxWarp prst="textNoShape">
                <a:avLst/>
              </a:prstTxWarp>
            </a:bodyPr>
            <a:lstStyle/>
            <a:p>
              <a:pPr fontAlgn="base">
                <a:spcBef>
                  <a:spcPct val="0"/>
                </a:spcBef>
                <a:spcAft>
                  <a:spcPct val="0"/>
                </a:spcAft>
              </a:pPr>
              <a:endParaRPr lang="zh-CN" altLang="en-US" sz="2400">
                <a:latin typeface="Tahoma" pitchFamily="34" charset="0"/>
                <a:ea typeface="Dotum" pitchFamily="34" charset="-127"/>
              </a:endParaRPr>
            </a:p>
          </p:txBody>
        </p:sp>
        <p:sp>
          <p:nvSpPr>
            <p:cNvPr id="17" name="TypeText"/>
            <p:cNvSpPr txBox="1"/>
            <p:nvPr>
              <p:custDataLst>
                <p:tags r:id="rId17"/>
              </p:custDataLst>
            </p:nvPr>
          </p:nvSpPr>
          <p:spPr>
            <a:xfrm>
              <a:off x="-1270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a:ea typeface="Microsoft Yahei"/>
                  <a:sym typeface="Microsoft Yahei"/>
                </a:rPr>
                <a:t>单选题</a:t>
              </a:r>
            </a:p>
          </p:txBody>
        </p:sp>
        <p:sp>
          <p:nvSpPr>
            <p:cNvPr id="18" name="TipText"/>
            <p:cNvSpPr txBox="1"/>
            <p:nvPr>
              <p:custDataLst>
                <p:tags r:id="rId18"/>
              </p:custDataLst>
            </p:nvPr>
          </p:nvSpPr>
          <p:spPr>
            <a:xfrm>
              <a:off x="1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a:ea typeface="Microsoft Yahei"/>
                  <a:sym typeface="Microsoft Yahei"/>
                </a:rPr>
                <a:t>1</a:t>
              </a:r>
              <a:r>
                <a:rPr lang="zh-CN" altLang="en-US" sz="2000">
                  <a:solidFill>
                    <a:srgbClr val="808080"/>
                  </a:solidFill>
                  <a:latin typeface="Microsoft Yahei"/>
                  <a:ea typeface="Microsoft Yahei"/>
                  <a:sym typeface="Microsoft Yahei"/>
                </a:rPr>
                <a:t>分</a:t>
              </a:r>
            </a:p>
          </p:txBody>
        </p:sp>
      </p:grpSp>
      <p:pic>
        <p:nvPicPr>
          <p:cNvPr id="4" name="图片 3"/>
          <p:cNvPicPr>
            <a:picLocks/>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2" name="文本框 1"/>
          <p:cNvSpPr txBox="1"/>
          <p:nvPr>
            <p:custDataLst>
              <p:tags r:id="rId14"/>
            </p:custDataLst>
          </p:nvPr>
        </p:nvSpPr>
        <p:spPr>
          <a:xfrm>
            <a:off x="1219200" y="635000"/>
            <a:ext cx="9753600" cy="487680"/>
          </a:xfrm>
          <a:prstGeom prst="rect">
            <a:avLst/>
          </a:prstGeom>
          <a:solidFill>
            <a:srgbClr val="FBFAEF">
              <a:alpha val="90000"/>
            </a:srgbClr>
          </a:solidFill>
        </p:spPr>
        <p:txBody>
          <a:bodyPr vert="horz" wrap="none" rtlCol="0" anchor="ctr" anchorCtr="1">
            <a:noAutofit/>
          </a:bodyPr>
          <a:lstStyle/>
          <a:p>
            <a:endParaRPr lang="zh-CN" altLang="en-US" sz="1600" dirty="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Tree>
    <p:custDataLst>
      <p:tags r:id="rId1"/>
    </p:custDataLst>
    <p:extLst>
      <p:ext uri="{BB962C8B-B14F-4D97-AF65-F5344CB8AC3E}">
        <p14:creationId xmlns:p14="http://schemas.microsoft.com/office/powerpoint/2010/main" val="17064244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custDataLst>
              <p:tags r:id="rId2"/>
            </p:custDataLst>
          </p:nvPr>
        </p:nvSpPr>
        <p:spPr>
          <a:xfrm>
            <a:off x="2438400" y="635001"/>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a:ea typeface="Microsoft Yahei"/>
                <a:sym typeface="Microsoft Yahei"/>
              </a:rPr>
              <a:t>若</a:t>
            </a:r>
            <a:r>
              <a:rPr lang="en-US" altLang="zh-CN" sz="2600" dirty="0">
                <a:solidFill>
                  <a:srgbClr val="000000"/>
                </a:solidFill>
                <a:latin typeface="Microsoft Yahei"/>
                <a:ea typeface="Microsoft Yahei"/>
                <a:sym typeface="Microsoft Yahei"/>
              </a:rPr>
              <a:t>k</a:t>
            </a:r>
            <a:r>
              <a:rPr lang="zh-CN" altLang="en-US" sz="2600" dirty="0">
                <a:solidFill>
                  <a:srgbClr val="000000"/>
                </a:solidFill>
                <a:latin typeface="Microsoft Yahei"/>
                <a:ea typeface="Microsoft Yahei"/>
                <a:sym typeface="Microsoft Yahei"/>
              </a:rPr>
              <a:t>为</a:t>
            </a:r>
            <a:r>
              <a:rPr lang="en-US" altLang="zh-CN" sz="2600" dirty="0">
                <a:solidFill>
                  <a:srgbClr val="000000"/>
                </a:solidFill>
                <a:latin typeface="Microsoft Yahei"/>
                <a:ea typeface="Microsoft Yahei"/>
                <a:sym typeface="Microsoft Yahei"/>
              </a:rPr>
              <a:t>int</a:t>
            </a:r>
            <a:r>
              <a:rPr lang="zh-CN" altLang="en-US" sz="2600" dirty="0">
                <a:solidFill>
                  <a:srgbClr val="000000"/>
                </a:solidFill>
                <a:latin typeface="Microsoft Yahei"/>
                <a:ea typeface="Microsoft Yahei"/>
                <a:sym typeface="Microsoft Yahei"/>
              </a:rPr>
              <a:t>型变量，则以下语句</a:t>
            </a:r>
            <a:r>
              <a:rPr lang="en-US" altLang="zh-CN" sz="2600" dirty="0">
                <a:solidFill>
                  <a:srgbClr val="000000"/>
                </a:solidFill>
                <a:latin typeface="Microsoft Yahei"/>
                <a:ea typeface="Microsoft Yahei"/>
                <a:sym typeface="Microsoft Yahei"/>
              </a:rPr>
              <a:t>:</a:t>
            </a:r>
          </a:p>
          <a:p>
            <a:r>
              <a:rPr lang="en-US" altLang="zh-CN" sz="2600" dirty="0">
                <a:solidFill>
                  <a:srgbClr val="000000"/>
                </a:solidFill>
                <a:latin typeface="Microsoft Yahei"/>
                <a:ea typeface="Microsoft Yahei"/>
                <a:sym typeface="Microsoft Yahei"/>
              </a:rPr>
              <a:t>            k=8567 ;</a:t>
            </a:r>
          </a:p>
          <a:p>
            <a:r>
              <a:rPr lang="en-US" altLang="zh-CN" sz="2600" dirty="0">
                <a:solidFill>
                  <a:srgbClr val="000000"/>
                </a:solidFill>
                <a:latin typeface="Microsoft Yahei"/>
                <a:ea typeface="Microsoft Yahei"/>
                <a:sym typeface="Microsoft Yahei"/>
              </a:rPr>
              <a:t>            printf(“|%-06d|\n”, k );</a:t>
            </a:r>
          </a:p>
        </p:txBody>
      </p:sp>
      <p:sp>
        <p:nvSpPr>
          <p:cNvPr id="6" name="TextBox 5"/>
          <p:cNvSpPr txBox="1"/>
          <p:nvPr>
            <p:custDataLst>
              <p:tags r:id="rId3"/>
            </p:custDataLst>
          </p:nvPr>
        </p:nvSpPr>
        <p:spPr>
          <a:xfrm>
            <a:off x="3352800" y="27860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a:ea typeface="Microsoft Yahei"/>
                <a:sym typeface="Microsoft Yahei"/>
              </a:rPr>
              <a:t>输出格式描述符不合法</a:t>
            </a:r>
          </a:p>
        </p:txBody>
      </p:sp>
      <p:sp>
        <p:nvSpPr>
          <p:cNvPr id="7" name="TextBox 6"/>
          <p:cNvSpPr txBox="1"/>
          <p:nvPr>
            <p:custDataLst>
              <p:tags r:id="rId4"/>
            </p:custDataLst>
          </p:nvPr>
        </p:nvSpPr>
        <p:spPr>
          <a:xfrm>
            <a:off x="3352800" y="36433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a:ea typeface="Microsoft Yahei"/>
                <a:sym typeface="Microsoft Yahei"/>
              </a:rPr>
              <a:t>输出为</a:t>
            </a:r>
            <a:r>
              <a:rPr lang="en-US" altLang="zh-CN" sz="2600" dirty="0">
                <a:solidFill>
                  <a:srgbClr val="000000"/>
                </a:solidFill>
                <a:latin typeface="Microsoft Yahei"/>
                <a:ea typeface="Microsoft Yahei"/>
                <a:sym typeface="Microsoft Yahei"/>
              </a:rPr>
              <a:t>|008567|</a:t>
            </a:r>
          </a:p>
        </p:txBody>
      </p:sp>
      <p:sp>
        <p:nvSpPr>
          <p:cNvPr id="8" name="TextBox 7"/>
          <p:cNvSpPr txBox="1"/>
          <p:nvPr>
            <p:custDataLst>
              <p:tags r:id="rId5"/>
            </p:custDataLst>
          </p:nvPr>
        </p:nvSpPr>
        <p:spPr>
          <a:xfrm>
            <a:off x="3352800" y="45005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a:ea typeface="Microsoft Yahei"/>
                <a:sym typeface="Microsoft Yahei"/>
              </a:rPr>
              <a:t>输出为</a:t>
            </a:r>
            <a:r>
              <a:rPr lang="en-US" altLang="zh-CN" sz="2600" dirty="0">
                <a:solidFill>
                  <a:srgbClr val="000000"/>
                </a:solidFill>
                <a:latin typeface="Microsoft Yahei"/>
                <a:ea typeface="Microsoft Yahei"/>
                <a:sym typeface="Microsoft Yahei"/>
              </a:rPr>
              <a:t>|8567    |</a:t>
            </a:r>
            <a:endParaRPr lang="zh-CN" altLang="en-US" sz="2600" dirty="0">
              <a:solidFill>
                <a:srgbClr val="000000"/>
              </a:solidFill>
              <a:latin typeface="Microsoft Yahei"/>
              <a:ea typeface="Microsoft Yahei"/>
              <a:sym typeface="Microsoft Yahei"/>
            </a:endParaRPr>
          </a:p>
        </p:txBody>
      </p:sp>
      <p:sp>
        <p:nvSpPr>
          <p:cNvPr id="9" name="TextBox 8"/>
          <p:cNvSpPr txBox="1"/>
          <p:nvPr>
            <p:custDataLst>
              <p:tags r:id="rId6"/>
            </p:custDataLst>
          </p:nvPr>
        </p:nvSpPr>
        <p:spPr>
          <a:xfrm>
            <a:off x="3352800" y="53578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a:ea typeface="Microsoft Yahei"/>
                <a:sym typeface="Microsoft Yahei"/>
              </a:rPr>
              <a:t>输出为</a:t>
            </a:r>
            <a:r>
              <a:rPr lang="en-US" altLang="zh-CN" sz="2600" dirty="0">
                <a:solidFill>
                  <a:srgbClr val="000000"/>
                </a:solidFill>
                <a:latin typeface="Microsoft Yahei"/>
                <a:ea typeface="Microsoft Yahei"/>
                <a:sym typeface="Microsoft Yahei"/>
              </a:rPr>
              <a:t>|856700|</a:t>
            </a:r>
          </a:p>
        </p:txBody>
      </p:sp>
      <p:sp>
        <p:nvSpPr>
          <p:cNvPr id="10" name="椭圆 9"/>
          <p:cNvSpPr>
            <a:spLocks noChangeAspect="1"/>
          </p:cNvSpPr>
          <p:nvPr>
            <p:custDataLst>
              <p:tags r:id="rId7"/>
            </p:custDataLst>
          </p:nvPr>
        </p:nvSpPr>
        <p:spPr bwMode="auto">
          <a:xfrm>
            <a:off x="2638425" y="2850356"/>
            <a:ext cx="514350" cy="514350"/>
          </a:xfrm>
          <a:prstGeom prst="ellipse">
            <a:avLst/>
          </a:prstGeom>
          <a:solidFill>
            <a:srgbClr val="808080">
              <a:alpha val="50000"/>
            </a:srgbClr>
          </a:solidFill>
          <a:ln w="12700"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en-US" altLang="zh-CN" sz="1600" dirty="0">
                <a:solidFill>
                  <a:srgbClr val="FFFFFF"/>
                </a:solidFill>
                <a:latin typeface="Microsoft Yahei"/>
                <a:ea typeface="Microsoft Yahei"/>
                <a:sym typeface="Microsoft Yahei"/>
              </a:rPr>
              <a:t>A</a:t>
            </a:r>
            <a:endParaRPr lang="zh-CN" altLang="en-US" sz="1600" dirty="0">
              <a:solidFill>
                <a:srgbClr val="FFFFFF"/>
              </a:solidFill>
              <a:latin typeface="Microsoft Yahei"/>
              <a:ea typeface="Microsoft Yahei"/>
              <a:sym typeface="Microsoft Yahei"/>
            </a:endParaRPr>
          </a:p>
        </p:txBody>
      </p:sp>
      <p:sp>
        <p:nvSpPr>
          <p:cNvPr id="11" name="椭圆 10"/>
          <p:cNvSpPr>
            <a:spLocks noChangeAspect="1"/>
          </p:cNvSpPr>
          <p:nvPr>
            <p:custDataLst>
              <p:tags r:id="rId8"/>
            </p:custDataLst>
          </p:nvPr>
        </p:nvSpPr>
        <p:spPr bwMode="auto">
          <a:xfrm>
            <a:off x="2638425" y="3707606"/>
            <a:ext cx="514350" cy="514350"/>
          </a:xfrm>
          <a:prstGeom prst="ellipse">
            <a:avLst/>
          </a:prstGeom>
          <a:solidFill>
            <a:srgbClr val="808080">
              <a:alpha val="50000"/>
            </a:srgbClr>
          </a:solidFill>
          <a:ln w="12700"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en-US" altLang="zh-CN" sz="1600">
                <a:solidFill>
                  <a:srgbClr val="FFFFFF"/>
                </a:solidFill>
                <a:latin typeface="Microsoft Yahei"/>
                <a:ea typeface="Microsoft Yahei"/>
                <a:sym typeface="Microsoft Yahei"/>
              </a:rPr>
              <a:t>B</a:t>
            </a:r>
            <a:endParaRPr lang="zh-CN" altLang="en-US" sz="1600">
              <a:solidFill>
                <a:srgbClr val="FFFFFF"/>
              </a:solidFill>
              <a:latin typeface="Microsoft Yahei"/>
              <a:ea typeface="Microsoft Yahei"/>
              <a:sym typeface="Microsoft Yahei"/>
            </a:endParaRPr>
          </a:p>
        </p:txBody>
      </p:sp>
      <p:sp>
        <p:nvSpPr>
          <p:cNvPr id="13" name="椭圆 12"/>
          <p:cNvSpPr>
            <a:spLocks noChangeAspect="1"/>
          </p:cNvSpPr>
          <p:nvPr>
            <p:custDataLst>
              <p:tags r:id="rId9"/>
            </p:custDataLst>
          </p:nvPr>
        </p:nvSpPr>
        <p:spPr bwMode="auto">
          <a:xfrm>
            <a:off x="2638425" y="5422106"/>
            <a:ext cx="514350" cy="514350"/>
          </a:xfrm>
          <a:prstGeom prst="ellipse">
            <a:avLst/>
          </a:prstGeom>
          <a:solidFill>
            <a:srgbClr val="808080">
              <a:alpha val="50000"/>
            </a:srgbClr>
          </a:solidFill>
          <a:ln w="12700"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en-US" altLang="zh-CN" sz="1600" dirty="0">
                <a:solidFill>
                  <a:srgbClr val="FFFFFF"/>
                </a:solidFill>
                <a:latin typeface="Microsoft Yahei"/>
                <a:ea typeface="Microsoft Yahei"/>
                <a:sym typeface="Microsoft Yahei"/>
              </a:rPr>
              <a:t>D</a:t>
            </a:r>
            <a:endParaRPr lang="zh-CN" altLang="en-US" sz="1600" dirty="0">
              <a:solidFill>
                <a:srgbClr val="FFFFFF"/>
              </a:solidFill>
              <a:latin typeface="Microsoft Yahei"/>
              <a:ea typeface="Microsoft Yahei"/>
              <a:sym typeface="Microsoft Yahei"/>
            </a:endParaRPr>
          </a:p>
        </p:txBody>
      </p:sp>
      <p:sp>
        <p:nvSpPr>
          <p:cNvPr id="14" name="圆角矩形 13"/>
          <p:cNvSpPr/>
          <p:nvPr>
            <p:custDataLst>
              <p:tags r:id="rId10"/>
            </p:custDataLst>
          </p:nvPr>
        </p:nvSpPr>
        <p:spPr bwMode="auto">
          <a:xfrm>
            <a:off x="7696200" y="6215063"/>
            <a:ext cx="1543050" cy="411480"/>
          </a:xfrm>
          <a:prstGeom prst="roundRect">
            <a:avLst/>
          </a:prstGeom>
          <a:solidFill>
            <a:srgbClr val="808080">
              <a:alpha val="50000"/>
            </a:srgbClr>
          </a:solidFill>
          <a:ln w="38100" cap="flat" cmpd="sng" algn="ctr">
            <a:solidFill>
              <a:srgbClr val="000000"/>
            </a:solidFill>
            <a:prstDash val="solid"/>
            <a:round/>
            <a:headEnd type="none" w="med" len="med"/>
            <a:tailEnd type="none" w="med" len="med"/>
          </a:ln>
          <a:effectLst>
            <a:outerShdw dist="107763" dir="2700000" algn="ctr" rotWithShape="0">
              <a:schemeClr val="bg2"/>
            </a:outerShdw>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zh-CN" altLang="en-US" sz="1600">
                <a:solidFill>
                  <a:srgbClr val="FFFFFF"/>
                </a:solidFill>
                <a:latin typeface="Microsoft Yahei"/>
                <a:ea typeface="Microsoft Yahei"/>
                <a:sym typeface="Microsoft Yahei"/>
              </a:rPr>
              <a:t>提交</a:t>
            </a:r>
          </a:p>
        </p:txBody>
      </p:sp>
      <p:sp>
        <p:nvSpPr>
          <p:cNvPr id="20" name="椭圆 19"/>
          <p:cNvSpPr>
            <a:spLocks noChangeAspect="1"/>
          </p:cNvSpPr>
          <p:nvPr>
            <p:custDataLst>
              <p:tags r:id="rId11"/>
            </p:custDataLst>
          </p:nvPr>
        </p:nvSpPr>
        <p:spPr bwMode="auto">
          <a:xfrm>
            <a:off x="2638425" y="4567962"/>
            <a:ext cx="514350" cy="514350"/>
          </a:xfrm>
          <a:prstGeom prst="ellipse">
            <a:avLst/>
          </a:prstGeom>
          <a:solidFill>
            <a:srgbClr val="808080">
              <a:alpha val="50000"/>
            </a:srgbClr>
          </a:solidFill>
          <a:ln w="12700"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en-US" altLang="zh-CN" sz="1600">
                <a:solidFill>
                  <a:srgbClr val="FFFFFF"/>
                </a:solidFill>
                <a:latin typeface="Microsoft Yahei"/>
                <a:ea typeface="Microsoft Yahei"/>
                <a:sym typeface="Microsoft Yahei"/>
              </a:rPr>
              <a:t>E</a:t>
            </a:r>
            <a:endParaRPr lang="zh-CN" altLang="en-US" sz="1600">
              <a:solidFill>
                <a:srgbClr val="FFFFFF"/>
              </a:solidFill>
              <a:latin typeface="Microsoft Yahei"/>
              <a:ea typeface="Microsoft Yahei"/>
              <a:sym typeface="Microsoft Yahei"/>
            </a:endParaRPr>
          </a:p>
        </p:txBody>
      </p:sp>
      <p:grpSp>
        <p:nvGrpSpPr>
          <p:cNvPr id="19" name="组合 18"/>
          <p:cNvGrpSpPr/>
          <p:nvPr>
            <p:custDataLst>
              <p:tags r:id="rId12"/>
            </p:custDataLst>
          </p:nvPr>
        </p:nvGrpSpPr>
        <p:grpSpPr>
          <a:xfrm>
            <a:off x="0" y="0"/>
            <a:ext cx="9144000" cy="635000"/>
            <a:chOff x="-1524000" y="0"/>
            <a:chExt cx="9144000" cy="635000"/>
          </a:xfrm>
        </p:grpSpPr>
        <p:sp>
          <p:nvSpPr>
            <p:cNvPr id="15" name="TitleBackground"/>
            <p:cNvSpPr/>
            <p:nvPr>
              <p:custDataLst>
                <p:tags r:id="rId15"/>
              </p:custDataLst>
            </p:nvPr>
          </p:nvSpPr>
          <p:spPr bwMode="auto">
            <a:xfrm>
              <a:off x="-1524000" y="0"/>
              <a:ext cx="9144000" cy="635000"/>
            </a:xfrm>
            <a:prstGeom prst="rect">
              <a:avLst/>
            </a:prstGeom>
            <a:solidFill>
              <a:srgbClr val="F6F7F8">
                <a:alpha val="50000"/>
              </a:srgbClr>
            </a:solidFill>
            <a:ln w="0" cap="flat" cmpd="sng" algn="ctr">
              <a:noFill/>
              <a:prstDash val="solid"/>
              <a:round/>
              <a:headEnd type="none" w="med" len="med"/>
              <a:tailEnd type="none" w="med" len="med"/>
            </a:ln>
            <a:effectLst>
              <a:outerShdw dist="107763" dir="2700000" algn="ctr" rotWithShape="0">
                <a:schemeClr val="bg2"/>
              </a:outerShdw>
            </a:effectLst>
            <a:extLst>
              <a:ext uri="{91240B29-F687-4F45-9708-019B960494DF}">
                <a14:hiddenLine xmlns:a14="http://schemas.microsoft.com/office/drawing/2010/main" w="0" cap="flat" cmpd="sng" algn="ctr">
                  <a:solidFill>
                    <a:srgbClr val="002BB4"/>
                  </a:solidFill>
                  <a:prstDash val="solid"/>
                  <a:round/>
                  <a:headEnd type="none" w="med" len="med"/>
                  <a:tailEnd type="none" w="med" len="med"/>
                </a14:hiddenLine>
              </a:ext>
            </a:extLst>
          </p:spPr>
          <p:txBody>
            <a:bodyPr vert="horz" wrap="none" lIns="91440" tIns="45720" rIns="91440" bIns="45720" numCol="1" rtlCol="0" anchor="ctr" anchorCtr="0" compatLnSpc="1">
              <a:prstTxWarp prst="textNoShape">
                <a:avLst/>
              </a:prstTxWarp>
            </a:bodyPr>
            <a:lstStyle/>
            <a:p>
              <a:pPr fontAlgn="base">
                <a:spcBef>
                  <a:spcPct val="0"/>
                </a:spcBef>
                <a:spcAft>
                  <a:spcPct val="0"/>
                </a:spcAft>
              </a:pPr>
              <a:endParaRPr lang="zh-CN" altLang="en-US" sz="2400">
                <a:latin typeface="Tahoma" pitchFamily="34" charset="0"/>
                <a:ea typeface="Dotum" pitchFamily="34" charset="-127"/>
              </a:endParaRPr>
            </a:p>
          </p:txBody>
        </p:sp>
        <p:sp>
          <p:nvSpPr>
            <p:cNvPr id="16" name="ColorBlock"/>
            <p:cNvSpPr/>
            <p:nvPr>
              <p:custDataLst>
                <p:tags r:id="rId16"/>
              </p:custDataLst>
            </p:nvPr>
          </p:nvSpPr>
          <p:spPr bwMode="auto">
            <a:xfrm>
              <a:off x="-1524000" y="0"/>
              <a:ext cx="190500" cy="635000"/>
            </a:xfrm>
            <a:prstGeom prst="rect">
              <a:avLst/>
            </a:prstGeom>
            <a:solidFill>
              <a:srgbClr val="639EF4">
                <a:alpha val="50000"/>
              </a:srgbClr>
            </a:solidFill>
            <a:ln w="0" cap="flat" cmpd="sng" algn="ctr">
              <a:noFill/>
              <a:prstDash val="solid"/>
              <a:round/>
              <a:headEnd type="none" w="med" len="med"/>
              <a:tailEnd type="none" w="med" len="med"/>
            </a:ln>
            <a:effectLst>
              <a:outerShdw dist="107763" dir="2700000" algn="ctr" rotWithShape="0">
                <a:schemeClr val="bg2"/>
              </a:outerShdw>
            </a:effectLst>
            <a:extLst>
              <a:ext uri="{91240B29-F687-4F45-9708-019B960494DF}">
                <a14:hiddenLine xmlns:a14="http://schemas.microsoft.com/office/drawing/2010/main" w="0" cap="flat" cmpd="sng" algn="ctr">
                  <a:solidFill>
                    <a:srgbClr val="002BB4"/>
                  </a:solidFill>
                  <a:prstDash val="solid"/>
                  <a:round/>
                  <a:headEnd type="none" w="med" len="med"/>
                  <a:tailEnd type="none" w="med" len="med"/>
                </a14:hiddenLine>
              </a:ext>
            </a:extLst>
          </p:spPr>
          <p:txBody>
            <a:bodyPr vert="horz" wrap="none" lIns="91440" tIns="45720" rIns="91440" bIns="45720" numCol="1" rtlCol="0" anchor="ctr" anchorCtr="0" compatLnSpc="1">
              <a:prstTxWarp prst="textNoShape">
                <a:avLst/>
              </a:prstTxWarp>
            </a:bodyPr>
            <a:lstStyle/>
            <a:p>
              <a:pPr fontAlgn="base">
                <a:spcBef>
                  <a:spcPct val="0"/>
                </a:spcBef>
                <a:spcAft>
                  <a:spcPct val="0"/>
                </a:spcAft>
              </a:pPr>
              <a:endParaRPr lang="zh-CN" altLang="en-US" sz="2400">
                <a:latin typeface="Tahoma" pitchFamily="34" charset="0"/>
                <a:ea typeface="Dotum" pitchFamily="34" charset="-127"/>
              </a:endParaRPr>
            </a:p>
          </p:txBody>
        </p:sp>
        <p:sp>
          <p:nvSpPr>
            <p:cNvPr id="17" name="TypeText"/>
            <p:cNvSpPr txBox="1"/>
            <p:nvPr>
              <p:custDataLst>
                <p:tags r:id="rId17"/>
              </p:custDataLst>
            </p:nvPr>
          </p:nvSpPr>
          <p:spPr>
            <a:xfrm>
              <a:off x="-1270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a:ea typeface="Microsoft Yahei"/>
                  <a:sym typeface="Microsoft Yahei"/>
                </a:rPr>
                <a:t>单选题</a:t>
              </a:r>
            </a:p>
          </p:txBody>
        </p:sp>
        <p:sp>
          <p:nvSpPr>
            <p:cNvPr id="18" name="TipText"/>
            <p:cNvSpPr txBox="1"/>
            <p:nvPr>
              <p:custDataLst>
                <p:tags r:id="rId18"/>
              </p:custDataLst>
            </p:nvPr>
          </p:nvSpPr>
          <p:spPr>
            <a:xfrm>
              <a:off x="1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a:ea typeface="Microsoft Yahei"/>
                  <a:sym typeface="Microsoft Yahei"/>
                </a:rPr>
                <a:t>1</a:t>
              </a:r>
              <a:r>
                <a:rPr lang="zh-CN" altLang="en-US" sz="2000">
                  <a:solidFill>
                    <a:srgbClr val="808080"/>
                  </a:solidFill>
                  <a:latin typeface="Microsoft Yahei"/>
                  <a:ea typeface="Microsoft Yahei"/>
                  <a:sym typeface="Microsoft Yahei"/>
                </a:rPr>
                <a:t>分</a:t>
              </a:r>
            </a:p>
          </p:txBody>
        </p:sp>
      </p:grpSp>
      <p:pic>
        <p:nvPicPr>
          <p:cNvPr id="4" name="图片 3"/>
          <p:cNvPicPr>
            <a:picLocks/>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2" name="文本框 1"/>
          <p:cNvSpPr txBox="1"/>
          <p:nvPr>
            <p:custDataLst>
              <p:tags r:id="rId14"/>
            </p:custDataLst>
          </p:nvPr>
        </p:nvSpPr>
        <p:spPr>
          <a:xfrm>
            <a:off x="1219200" y="635000"/>
            <a:ext cx="9753600" cy="487680"/>
          </a:xfrm>
          <a:prstGeom prst="rect">
            <a:avLst/>
          </a:prstGeom>
          <a:solidFill>
            <a:srgbClr val="FBFAEF">
              <a:alpha val="90000"/>
            </a:srgbClr>
          </a:solidFill>
        </p:spPr>
        <p:txBody>
          <a:bodyPr vert="horz" wrap="none" rtlCol="0" anchor="ctr" anchorCtr="1">
            <a:noAutofit/>
          </a:bodyPr>
          <a:lstStyle/>
          <a:p>
            <a:endParaRPr lang="zh-CN" altLang="en-US" sz="1600" dirty="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Tree>
    <p:custDataLst>
      <p:tags r:id="rId1"/>
    </p:custDataLst>
    <p:extLst>
      <p:ext uri="{BB962C8B-B14F-4D97-AF65-F5344CB8AC3E}">
        <p14:creationId xmlns:p14="http://schemas.microsoft.com/office/powerpoint/2010/main" val="22931785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custDataLst>
              <p:tags r:id="rId2"/>
            </p:custDataLst>
          </p:nvPr>
        </p:nvSpPr>
        <p:spPr>
          <a:xfrm>
            <a:off x="2438400" y="635001"/>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a:ea typeface="Microsoft Yahei"/>
                <a:sym typeface="Microsoft Yahei"/>
              </a:rPr>
              <a:t>若</a:t>
            </a:r>
            <a:r>
              <a:rPr lang="en-US" altLang="zh-CN" sz="2600" dirty="0">
                <a:solidFill>
                  <a:srgbClr val="000000"/>
                </a:solidFill>
                <a:latin typeface="Microsoft Yahei"/>
                <a:ea typeface="Microsoft Yahei"/>
                <a:sym typeface="Microsoft Yahei"/>
              </a:rPr>
              <a:t>k</a:t>
            </a:r>
            <a:r>
              <a:rPr lang="zh-CN" altLang="en-US" sz="2600" dirty="0">
                <a:solidFill>
                  <a:srgbClr val="000000"/>
                </a:solidFill>
                <a:latin typeface="Microsoft Yahei"/>
                <a:ea typeface="Microsoft Yahei"/>
                <a:sym typeface="Microsoft Yahei"/>
              </a:rPr>
              <a:t>为</a:t>
            </a:r>
            <a:r>
              <a:rPr lang="en-US" altLang="zh-CN" sz="2600" dirty="0">
                <a:solidFill>
                  <a:srgbClr val="000000"/>
                </a:solidFill>
                <a:latin typeface="Microsoft Yahei"/>
                <a:ea typeface="Microsoft Yahei"/>
                <a:sym typeface="Microsoft Yahei"/>
              </a:rPr>
              <a:t>int</a:t>
            </a:r>
            <a:r>
              <a:rPr lang="zh-CN" altLang="en-US" sz="2600" dirty="0">
                <a:solidFill>
                  <a:srgbClr val="000000"/>
                </a:solidFill>
                <a:latin typeface="Microsoft Yahei"/>
                <a:ea typeface="Microsoft Yahei"/>
                <a:sym typeface="Microsoft Yahei"/>
              </a:rPr>
              <a:t>型变量，则以下语句</a:t>
            </a:r>
            <a:r>
              <a:rPr lang="en-US" altLang="zh-CN" sz="2600" dirty="0">
                <a:solidFill>
                  <a:srgbClr val="000000"/>
                </a:solidFill>
                <a:latin typeface="Microsoft Yahei"/>
                <a:ea typeface="Microsoft Yahei"/>
                <a:sym typeface="Microsoft Yahei"/>
              </a:rPr>
              <a:t>:</a:t>
            </a:r>
          </a:p>
          <a:p>
            <a:r>
              <a:rPr lang="en-US" altLang="zh-CN" sz="2600" dirty="0">
                <a:solidFill>
                  <a:srgbClr val="000000"/>
                </a:solidFill>
                <a:latin typeface="Microsoft Yahei"/>
                <a:ea typeface="Microsoft Yahei"/>
                <a:sym typeface="Microsoft Yahei"/>
              </a:rPr>
              <a:t>            k=8567 ;</a:t>
            </a:r>
          </a:p>
          <a:p>
            <a:r>
              <a:rPr lang="en-US" altLang="zh-CN" sz="2600" dirty="0">
                <a:solidFill>
                  <a:srgbClr val="000000"/>
                </a:solidFill>
                <a:latin typeface="Microsoft Yahei"/>
                <a:ea typeface="Microsoft Yahei"/>
                <a:sym typeface="Microsoft Yahei"/>
              </a:rPr>
              <a:t>            printf(“|%D|\n”, k );</a:t>
            </a:r>
          </a:p>
        </p:txBody>
      </p:sp>
      <p:sp>
        <p:nvSpPr>
          <p:cNvPr id="6" name="TextBox 5"/>
          <p:cNvSpPr txBox="1"/>
          <p:nvPr>
            <p:custDataLst>
              <p:tags r:id="rId3"/>
            </p:custDataLst>
          </p:nvPr>
        </p:nvSpPr>
        <p:spPr>
          <a:xfrm>
            <a:off x="3352800" y="27860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a:ea typeface="Microsoft Yahei"/>
                <a:sym typeface="Microsoft Yahei"/>
              </a:rPr>
              <a:t>输出｜</a:t>
            </a:r>
            <a:r>
              <a:rPr lang="en-US" altLang="zh-CN" sz="2600" dirty="0">
                <a:solidFill>
                  <a:srgbClr val="000000"/>
                </a:solidFill>
                <a:latin typeface="Microsoft Yahei"/>
                <a:ea typeface="Microsoft Yahei"/>
                <a:sym typeface="Microsoft Yahei"/>
              </a:rPr>
              <a:t>D</a:t>
            </a:r>
            <a:r>
              <a:rPr lang="zh-CN" altLang="en-US" sz="2600" dirty="0">
                <a:solidFill>
                  <a:srgbClr val="000000"/>
                </a:solidFill>
                <a:latin typeface="Microsoft Yahei"/>
                <a:ea typeface="Microsoft Yahei"/>
                <a:sym typeface="Microsoft Yahei"/>
              </a:rPr>
              <a:t>｜</a:t>
            </a:r>
          </a:p>
        </p:txBody>
      </p:sp>
      <p:sp>
        <p:nvSpPr>
          <p:cNvPr id="7" name="TextBox 6"/>
          <p:cNvSpPr txBox="1"/>
          <p:nvPr>
            <p:custDataLst>
              <p:tags r:id="rId4"/>
            </p:custDataLst>
          </p:nvPr>
        </p:nvSpPr>
        <p:spPr>
          <a:xfrm>
            <a:off x="3352800" y="36433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a:ea typeface="Microsoft Yahei"/>
                <a:sym typeface="Microsoft Yahei"/>
              </a:rPr>
              <a:t>输出为</a:t>
            </a:r>
            <a:r>
              <a:rPr lang="en-US" altLang="zh-CN" sz="2600" dirty="0">
                <a:solidFill>
                  <a:srgbClr val="000000"/>
                </a:solidFill>
                <a:latin typeface="Microsoft Yahei"/>
                <a:ea typeface="Microsoft Yahei"/>
                <a:sym typeface="Microsoft Yahei"/>
              </a:rPr>
              <a:t>|8567|</a:t>
            </a:r>
          </a:p>
        </p:txBody>
      </p:sp>
      <p:sp>
        <p:nvSpPr>
          <p:cNvPr id="8" name="TextBox 7"/>
          <p:cNvSpPr txBox="1"/>
          <p:nvPr>
            <p:custDataLst>
              <p:tags r:id="rId5"/>
            </p:custDataLst>
          </p:nvPr>
        </p:nvSpPr>
        <p:spPr>
          <a:xfrm>
            <a:off x="3352800" y="45005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a:ea typeface="Microsoft Yahei"/>
                <a:sym typeface="Microsoft Yahei"/>
              </a:rPr>
              <a:t>输出为</a:t>
            </a:r>
            <a:r>
              <a:rPr lang="en-US" altLang="zh-CN" sz="2600" dirty="0">
                <a:solidFill>
                  <a:srgbClr val="000000"/>
                </a:solidFill>
                <a:latin typeface="Microsoft Yahei"/>
                <a:ea typeface="Microsoft Yahei"/>
                <a:sym typeface="Microsoft Yahei"/>
              </a:rPr>
              <a:t>|856700|</a:t>
            </a:r>
            <a:endParaRPr lang="zh-CN" altLang="en-US" sz="2600" dirty="0">
              <a:solidFill>
                <a:srgbClr val="000000"/>
              </a:solidFill>
              <a:latin typeface="Microsoft Yahei"/>
              <a:ea typeface="Microsoft Yahei"/>
              <a:sym typeface="Microsoft Yahei"/>
            </a:endParaRPr>
          </a:p>
        </p:txBody>
      </p:sp>
      <p:sp>
        <p:nvSpPr>
          <p:cNvPr id="9" name="TextBox 8"/>
          <p:cNvSpPr txBox="1"/>
          <p:nvPr>
            <p:custDataLst>
              <p:tags r:id="rId6"/>
            </p:custDataLst>
          </p:nvPr>
        </p:nvSpPr>
        <p:spPr>
          <a:xfrm>
            <a:off x="3352800" y="53578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a:ea typeface="Microsoft Yahei"/>
                <a:sym typeface="Microsoft Yahei"/>
              </a:rPr>
              <a:t>输出为</a:t>
            </a:r>
            <a:r>
              <a:rPr lang="en-US" altLang="zh-CN" sz="2600" dirty="0">
                <a:solidFill>
                  <a:srgbClr val="000000"/>
                </a:solidFill>
                <a:latin typeface="Microsoft Yahei"/>
                <a:ea typeface="Microsoft Yahei"/>
                <a:sym typeface="Microsoft Yahei"/>
              </a:rPr>
              <a:t>|8567    |</a:t>
            </a:r>
          </a:p>
        </p:txBody>
      </p:sp>
      <p:sp>
        <p:nvSpPr>
          <p:cNvPr id="11" name="椭圆 10"/>
          <p:cNvSpPr>
            <a:spLocks noChangeAspect="1"/>
          </p:cNvSpPr>
          <p:nvPr>
            <p:custDataLst>
              <p:tags r:id="rId7"/>
            </p:custDataLst>
          </p:nvPr>
        </p:nvSpPr>
        <p:spPr bwMode="auto">
          <a:xfrm>
            <a:off x="2638425" y="3707606"/>
            <a:ext cx="514350" cy="514350"/>
          </a:xfrm>
          <a:prstGeom prst="ellipse">
            <a:avLst/>
          </a:prstGeom>
          <a:solidFill>
            <a:srgbClr val="808080">
              <a:alpha val="50000"/>
            </a:srgbClr>
          </a:solidFill>
          <a:ln w="12700"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en-US" altLang="zh-CN" sz="1600">
                <a:solidFill>
                  <a:srgbClr val="FFFFFF"/>
                </a:solidFill>
                <a:latin typeface="Microsoft Yahei"/>
                <a:ea typeface="Microsoft Yahei"/>
                <a:sym typeface="Microsoft Yahei"/>
              </a:rPr>
              <a:t>B</a:t>
            </a:r>
            <a:endParaRPr lang="zh-CN" altLang="en-US" sz="1600">
              <a:solidFill>
                <a:srgbClr val="FFFFFF"/>
              </a:solidFill>
              <a:latin typeface="Microsoft Yahei"/>
              <a:ea typeface="Microsoft Yahei"/>
              <a:sym typeface="Microsoft Yahei"/>
            </a:endParaRPr>
          </a:p>
        </p:txBody>
      </p:sp>
      <p:sp>
        <p:nvSpPr>
          <p:cNvPr id="12" name="椭圆 11"/>
          <p:cNvSpPr>
            <a:spLocks noChangeAspect="1"/>
          </p:cNvSpPr>
          <p:nvPr>
            <p:custDataLst>
              <p:tags r:id="rId8"/>
            </p:custDataLst>
          </p:nvPr>
        </p:nvSpPr>
        <p:spPr bwMode="auto">
          <a:xfrm>
            <a:off x="2638425" y="4564856"/>
            <a:ext cx="514350" cy="514350"/>
          </a:xfrm>
          <a:prstGeom prst="ellipse">
            <a:avLst/>
          </a:prstGeom>
          <a:solidFill>
            <a:srgbClr val="808080">
              <a:alpha val="50000"/>
            </a:srgbClr>
          </a:solidFill>
          <a:ln w="12700"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en-US" altLang="zh-CN" sz="1600">
                <a:solidFill>
                  <a:srgbClr val="FFFFFF"/>
                </a:solidFill>
                <a:latin typeface="Microsoft Yahei"/>
                <a:ea typeface="Microsoft Yahei"/>
                <a:sym typeface="Microsoft Yahei"/>
              </a:rPr>
              <a:t>C</a:t>
            </a:r>
            <a:endParaRPr lang="zh-CN" altLang="en-US" sz="1600">
              <a:solidFill>
                <a:srgbClr val="FFFFFF"/>
              </a:solidFill>
              <a:latin typeface="Microsoft Yahei"/>
              <a:ea typeface="Microsoft Yahei"/>
              <a:sym typeface="Microsoft Yahei"/>
            </a:endParaRPr>
          </a:p>
        </p:txBody>
      </p:sp>
      <p:sp>
        <p:nvSpPr>
          <p:cNvPr id="13" name="椭圆 12"/>
          <p:cNvSpPr>
            <a:spLocks noChangeAspect="1"/>
          </p:cNvSpPr>
          <p:nvPr>
            <p:custDataLst>
              <p:tags r:id="rId9"/>
            </p:custDataLst>
          </p:nvPr>
        </p:nvSpPr>
        <p:spPr bwMode="auto">
          <a:xfrm>
            <a:off x="2638425" y="5422106"/>
            <a:ext cx="514350" cy="514350"/>
          </a:xfrm>
          <a:prstGeom prst="ellipse">
            <a:avLst/>
          </a:prstGeom>
          <a:solidFill>
            <a:srgbClr val="808080">
              <a:alpha val="50000"/>
            </a:srgbClr>
          </a:solidFill>
          <a:ln w="12700"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en-US" altLang="zh-CN" sz="1600" dirty="0">
                <a:solidFill>
                  <a:srgbClr val="FFFFFF"/>
                </a:solidFill>
                <a:latin typeface="Microsoft Yahei"/>
                <a:ea typeface="Microsoft Yahei"/>
                <a:sym typeface="Microsoft Yahei"/>
              </a:rPr>
              <a:t>D</a:t>
            </a:r>
            <a:endParaRPr lang="zh-CN" altLang="en-US" sz="1600" dirty="0">
              <a:solidFill>
                <a:srgbClr val="FFFFFF"/>
              </a:solidFill>
              <a:latin typeface="Microsoft Yahei"/>
              <a:ea typeface="Microsoft Yahei"/>
              <a:sym typeface="Microsoft Yahei"/>
            </a:endParaRPr>
          </a:p>
        </p:txBody>
      </p:sp>
      <p:sp>
        <p:nvSpPr>
          <p:cNvPr id="14" name="圆角矩形 13"/>
          <p:cNvSpPr/>
          <p:nvPr>
            <p:custDataLst>
              <p:tags r:id="rId10"/>
            </p:custDataLst>
          </p:nvPr>
        </p:nvSpPr>
        <p:spPr bwMode="auto">
          <a:xfrm>
            <a:off x="7696200" y="6215063"/>
            <a:ext cx="1543050" cy="411480"/>
          </a:xfrm>
          <a:prstGeom prst="roundRect">
            <a:avLst/>
          </a:prstGeom>
          <a:solidFill>
            <a:srgbClr val="808080">
              <a:alpha val="50000"/>
            </a:srgbClr>
          </a:solidFill>
          <a:ln w="38100" cap="flat" cmpd="sng" algn="ctr">
            <a:solidFill>
              <a:srgbClr val="000000"/>
            </a:solidFill>
            <a:prstDash val="solid"/>
            <a:round/>
            <a:headEnd type="none" w="med" len="med"/>
            <a:tailEnd type="none" w="med" len="med"/>
          </a:ln>
          <a:effectLst>
            <a:outerShdw dist="107763" dir="2700000" algn="ctr" rotWithShape="0">
              <a:schemeClr val="bg2"/>
            </a:outerShdw>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zh-CN" altLang="en-US" sz="1600">
                <a:solidFill>
                  <a:srgbClr val="FFFFFF"/>
                </a:solidFill>
                <a:latin typeface="Microsoft Yahei"/>
                <a:ea typeface="Microsoft Yahei"/>
                <a:sym typeface="Microsoft Yahei"/>
              </a:rPr>
              <a:t>提交</a:t>
            </a:r>
          </a:p>
        </p:txBody>
      </p:sp>
      <p:sp>
        <p:nvSpPr>
          <p:cNvPr id="20" name="椭圆 19"/>
          <p:cNvSpPr>
            <a:spLocks noChangeAspect="1"/>
          </p:cNvSpPr>
          <p:nvPr>
            <p:custDataLst>
              <p:tags r:id="rId11"/>
            </p:custDataLst>
          </p:nvPr>
        </p:nvSpPr>
        <p:spPr bwMode="auto">
          <a:xfrm>
            <a:off x="2638425" y="2845525"/>
            <a:ext cx="514350" cy="514350"/>
          </a:xfrm>
          <a:prstGeom prst="ellipse">
            <a:avLst/>
          </a:prstGeom>
          <a:solidFill>
            <a:srgbClr val="808080">
              <a:alpha val="50000"/>
            </a:srgbClr>
          </a:solidFill>
          <a:ln w="12700"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en-US" altLang="zh-CN" sz="1600" dirty="0">
                <a:solidFill>
                  <a:srgbClr val="FFFFFF"/>
                </a:solidFill>
                <a:latin typeface="Microsoft Yahei"/>
                <a:ea typeface="Microsoft Yahei"/>
                <a:sym typeface="Microsoft Yahei"/>
              </a:rPr>
              <a:t>A</a:t>
            </a:r>
            <a:endParaRPr lang="zh-CN" altLang="en-US" sz="1600" dirty="0">
              <a:solidFill>
                <a:srgbClr val="FFFFFF"/>
              </a:solidFill>
              <a:latin typeface="Microsoft Yahei"/>
              <a:ea typeface="Microsoft Yahei"/>
              <a:sym typeface="Microsoft Yahei"/>
            </a:endParaRPr>
          </a:p>
        </p:txBody>
      </p:sp>
      <p:grpSp>
        <p:nvGrpSpPr>
          <p:cNvPr id="19" name="组合 18"/>
          <p:cNvGrpSpPr/>
          <p:nvPr>
            <p:custDataLst>
              <p:tags r:id="rId12"/>
            </p:custDataLst>
          </p:nvPr>
        </p:nvGrpSpPr>
        <p:grpSpPr>
          <a:xfrm>
            <a:off x="0" y="0"/>
            <a:ext cx="9144000" cy="635000"/>
            <a:chOff x="-1524000" y="0"/>
            <a:chExt cx="9144000" cy="635000"/>
          </a:xfrm>
        </p:grpSpPr>
        <p:sp>
          <p:nvSpPr>
            <p:cNvPr id="15" name="TitleBackground"/>
            <p:cNvSpPr/>
            <p:nvPr>
              <p:custDataLst>
                <p:tags r:id="rId15"/>
              </p:custDataLst>
            </p:nvPr>
          </p:nvSpPr>
          <p:spPr bwMode="auto">
            <a:xfrm>
              <a:off x="-1524000" y="0"/>
              <a:ext cx="9144000" cy="635000"/>
            </a:xfrm>
            <a:prstGeom prst="rect">
              <a:avLst/>
            </a:prstGeom>
            <a:solidFill>
              <a:srgbClr val="F6F7F8">
                <a:alpha val="50000"/>
              </a:srgbClr>
            </a:solidFill>
            <a:ln w="0" cap="flat" cmpd="sng" algn="ctr">
              <a:noFill/>
              <a:prstDash val="solid"/>
              <a:round/>
              <a:headEnd type="none" w="med" len="med"/>
              <a:tailEnd type="none" w="med" len="med"/>
            </a:ln>
            <a:effectLst>
              <a:outerShdw dist="107763" dir="2700000" algn="ctr" rotWithShape="0">
                <a:schemeClr val="bg2"/>
              </a:outerShdw>
            </a:effectLst>
            <a:extLst>
              <a:ext uri="{91240B29-F687-4F45-9708-019B960494DF}">
                <a14:hiddenLine xmlns:a14="http://schemas.microsoft.com/office/drawing/2010/main" w="0" cap="flat" cmpd="sng" algn="ctr">
                  <a:solidFill>
                    <a:srgbClr val="002BB4"/>
                  </a:solidFill>
                  <a:prstDash val="solid"/>
                  <a:round/>
                  <a:headEnd type="none" w="med" len="med"/>
                  <a:tailEnd type="none" w="med" len="med"/>
                </a14:hiddenLine>
              </a:ext>
            </a:extLst>
          </p:spPr>
          <p:txBody>
            <a:bodyPr vert="horz" wrap="none" lIns="91440" tIns="45720" rIns="91440" bIns="45720" numCol="1" rtlCol="0" anchor="ctr" anchorCtr="0" compatLnSpc="1">
              <a:prstTxWarp prst="textNoShape">
                <a:avLst/>
              </a:prstTxWarp>
            </a:bodyPr>
            <a:lstStyle/>
            <a:p>
              <a:pPr fontAlgn="base">
                <a:spcBef>
                  <a:spcPct val="0"/>
                </a:spcBef>
                <a:spcAft>
                  <a:spcPct val="0"/>
                </a:spcAft>
              </a:pPr>
              <a:endParaRPr lang="zh-CN" altLang="en-US" sz="2400">
                <a:latin typeface="Tahoma" pitchFamily="34" charset="0"/>
                <a:ea typeface="Dotum" pitchFamily="34" charset="-127"/>
              </a:endParaRPr>
            </a:p>
          </p:txBody>
        </p:sp>
        <p:sp>
          <p:nvSpPr>
            <p:cNvPr id="16" name="ColorBlock"/>
            <p:cNvSpPr/>
            <p:nvPr>
              <p:custDataLst>
                <p:tags r:id="rId16"/>
              </p:custDataLst>
            </p:nvPr>
          </p:nvSpPr>
          <p:spPr bwMode="auto">
            <a:xfrm>
              <a:off x="-1524000" y="0"/>
              <a:ext cx="190500" cy="635000"/>
            </a:xfrm>
            <a:prstGeom prst="rect">
              <a:avLst/>
            </a:prstGeom>
            <a:solidFill>
              <a:srgbClr val="639EF4">
                <a:alpha val="50000"/>
              </a:srgbClr>
            </a:solidFill>
            <a:ln w="0" cap="flat" cmpd="sng" algn="ctr">
              <a:noFill/>
              <a:prstDash val="solid"/>
              <a:round/>
              <a:headEnd type="none" w="med" len="med"/>
              <a:tailEnd type="none" w="med" len="med"/>
            </a:ln>
            <a:effectLst>
              <a:outerShdw dist="107763" dir="2700000" algn="ctr" rotWithShape="0">
                <a:schemeClr val="bg2"/>
              </a:outerShdw>
            </a:effectLst>
            <a:extLst>
              <a:ext uri="{91240B29-F687-4F45-9708-019B960494DF}">
                <a14:hiddenLine xmlns:a14="http://schemas.microsoft.com/office/drawing/2010/main" w="0" cap="flat" cmpd="sng" algn="ctr">
                  <a:solidFill>
                    <a:srgbClr val="002BB4"/>
                  </a:solidFill>
                  <a:prstDash val="solid"/>
                  <a:round/>
                  <a:headEnd type="none" w="med" len="med"/>
                  <a:tailEnd type="none" w="med" len="med"/>
                </a14:hiddenLine>
              </a:ext>
            </a:extLst>
          </p:spPr>
          <p:txBody>
            <a:bodyPr vert="horz" wrap="none" lIns="91440" tIns="45720" rIns="91440" bIns="45720" numCol="1" rtlCol="0" anchor="ctr" anchorCtr="0" compatLnSpc="1">
              <a:prstTxWarp prst="textNoShape">
                <a:avLst/>
              </a:prstTxWarp>
            </a:bodyPr>
            <a:lstStyle/>
            <a:p>
              <a:pPr fontAlgn="base">
                <a:spcBef>
                  <a:spcPct val="0"/>
                </a:spcBef>
                <a:spcAft>
                  <a:spcPct val="0"/>
                </a:spcAft>
              </a:pPr>
              <a:endParaRPr lang="zh-CN" altLang="en-US" sz="2400">
                <a:latin typeface="Tahoma" pitchFamily="34" charset="0"/>
                <a:ea typeface="Dotum" pitchFamily="34" charset="-127"/>
              </a:endParaRPr>
            </a:p>
          </p:txBody>
        </p:sp>
        <p:sp>
          <p:nvSpPr>
            <p:cNvPr id="17" name="TypeText"/>
            <p:cNvSpPr txBox="1"/>
            <p:nvPr>
              <p:custDataLst>
                <p:tags r:id="rId17"/>
              </p:custDataLst>
            </p:nvPr>
          </p:nvSpPr>
          <p:spPr>
            <a:xfrm>
              <a:off x="-1270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a:ea typeface="Microsoft Yahei"/>
                  <a:sym typeface="Microsoft Yahei"/>
                </a:rPr>
                <a:t>单选题</a:t>
              </a:r>
            </a:p>
          </p:txBody>
        </p:sp>
        <p:sp>
          <p:nvSpPr>
            <p:cNvPr id="18" name="TipText"/>
            <p:cNvSpPr txBox="1"/>
            <p:nvPr>
              <p:custDataLst>
                <p:tags r:id="rId18"/>
              </p:custDataLst>
            </p:nvPr>
          </p:nvSpPr>
          <p:spPr>
            <a:xfrm>
              <a:off x="1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a:ea typeface="Microsoft Yahei"/>
                  <a:sym typeface="Microsoft Yahei"/>
                </a:rPr>
                <a:t>1</a:t>
              </a:r>
              <a:r>
                <a:rPr lang="zh-CN" altLang="en-US" sz="2000">
                  <a:solidFill>
                    <a:srgbClr val="808080"/>
                  </a:solidFill>
                  <a:latin typeface="Microsoft Yahei"/>
                  <a:ea typeface="Microsoft Yahei"/>
                  <a:sym typeface="Microsoft Yahei"/>
                </a:rPr>
                <a:t>分</a:t>
              </a:r>
            </a:p>
          </p:txBody>
        </p:sp>
      </p:grpSp>
      <p:pic>
        <p:nvPicPr>
          <p:cNvPr id="4" name="图片 3"/>
          <p:cNvPicPr>
            <a:picLocks/>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2" name="文本框 1"/>
          <p:cNvSpPr txBox="1"/>
          <p:nvPr>
            <p:custDataLst>
              <p:tags r:id="rId14"/>
            </p:custDataLst>
          </p:nvPr>
        </p:nvSpPr>
        <p:spPr>
          <a:xfrm>
            <a:off x="1219200" y="635000"/>
            <a:ext cx="9753600" cy="487680"/>
          </a:xfrm>
          <a:prstGeom prst="rect">
            <a:avLst/>
          </a:prstGeom>
          <a:solidFill>
            <a:srgbClr val="FBFAEF">
              <a:alpha val="90000"/>
            </a:srgbClr>
          </a:solidFill>
        </p:spPr>
        <p:txBody>
          <a:bodyPr vert="horz" wrap="none" rtlCol="0" anchor="ctr" anchorCtr="1">
            <a:noAutofit/>
          </a:bodyPr>
          <a:lstStyle/>
          <a:p>
            <a:endParaRPr lang="zh-CN" altLang="en-US" sz="1600" dirty="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Tree>
    <p:custDataLst>
      <p:tags r:id="rId1"/>
    </p:custDataLst>
    <p:extLst>
      <p:ext uri="{BB962C8B-B14F-4D97-AF65-F5344CB8AC3E}">
        <p14:creationId xmlns:p14="http://schemas.microsoft.com/office/powerpoint/2010/main" val="12933147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custDataLst>
              <p:tags r:id="rId2"/>
            </p:custDataLst>
          </p:nvPr>
        </p:nvSpPr>
        <p:spPr>
          <a:xfrm>
            <a:off x="1767607" y="1160595"/>
            <a:ext cx="8773393" cy="1713880"/>
          </a:xfrm>
          <a:prstGeom prst="rect">
            <a:avLst/>
          </a:prstGeom>
          <a:noFill/>
        </p:spPr>
        <p:txBody>
          <a:bodyPr vert="horz" wrap="square" rtlCol="0" anchor="ctr" anchorCtr="0">
            <a:noAutofit/>
          </a:bodyPr>
          <a:lstStyle/>
          <a:p>
            <a:r>
              <a:rPr lang="zh-CN" altLang="en-US" sz="2800" dirty="0">
                <a:ea typeface="黑体" pitchFamily="49" charset="-122"/>
              </a:rPr>
              <a:t>如下语句的执行结果为</a:t>
            </a:r>
            <a:r>
              <a:rPr lang="en-US" altLang="zh-CN" sz="2800" dirty="0">
                <a:ea typeface="黑体" pitchFamily="49" charset="-122"/>
              </a:rPr>
              <a:t>:     </a:t>
            </a:r>
            <a:r>
              <a:rPr lang="en-US" altLang="zh-CN" sz="2800" dirty="0">
                <a:latin typeface="楷体" pitchFamily="49" charset="-122"/>
                <a:ea typeface="楷体" pitchFamily="49" charset="-122"/>
              </a:rPr>
              <a:t>printf(“%s,%5.3s\n”,“COMPUTER”,“COMPUTER”);</a:t>
            </a:r>
          </a:p>
        </p:txBody>
      </p:sp>
      <p:sp>
        <p:nvSpPr>
          <p:cNvPr id="6" name="TextBox 5"/>
          <p:cNvSpPr txBox="1"/>
          <p:nvPr>
            <p:custDataLst>
              <p:tags r:id="rId3"/>
            </p:custDataLst>
          </p:nvPr>
        </p:nvSpPr>
        <p:spPr>
          <a:xfrm>
            <a:off x="3352800" y="27860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a:ea typeface="Microsoft Yahei"/>
                <a:sym typeface="Microsoft Yahei"/>
              </a:rPr>
              <a:t>出错</a:t>
            </a:r>
          </a:p>
        </p:txBody>
      </p:sp>
      <p:sp>
        <p:nvSpPr>
          <p:cNvPr id="7" name="TextBox 6"/>
          <p:cNvSpPr txBox="1"/>
          <p:nvPr>
            <p:custDataLst>
              <p:tags r:id="rId4"/>
            </p:custDataLst>
          </p:nvPr>
        </p:nvSpPr>
        <p:spPr>
          <a:xfrm>
            <a:off x="3352800" y="3643313"/>
            <a:ext cx="6400800" cy="642938"/>
          </a:xfrm>
          <a:prstGeom prst="rect">
            <a:avLst/>
          </a:prstGeom>
          <a:noFill/>
        </p:spPr>
        <p:txBody>
          <a:bodyPr vert="horz" rtlCol="0" anchor="ctr" anchorCtr="0">
            <a:noAutofit/>
          </a:bodyPr>
          <a:lstStyle/>
          <a:p>
            <a:r>
              <a:rPr lang="en-US" altLang="zh-CN" sz="2400" b="1" dirty="0">
                <a:ea typeface="黑体" pitchFamily="49" charset="-122"/>
              </a:rPr>
              <a:t>COMPU</a:t>
            </a:r>
            <a:r>
              <a:rPr lang="en-US" altLang="zh-CN" sz="2400" b="1">
                <a:ea typeface="黑体" pitchFamily="49" charset="-122"/>
              </a:rPr>
              <a:t>,    COM</a:t>
            </a:r>
            <a:endParaRPr lang="en-US" altLang="zh-CN" sz="2600" dirty="0">
              <a:solidFill>
                <a:srgbClr val="000000"/>
              </a:solidFill>
              <a:latin typeface="Microsoft Yahei"/>
              <a:ea typeface="Microsoft Yahei"/>
              <a:sym typeface="Microsoft Yahei"/>
            </a:endParaRPr>
          </a:p>
        </p:txBody>
      </p:sp>
      <p:sp>
        <p:nvSpPr>
          <p:cNvPr id="8" name="TextBox 7"/>
          <p:cNvSpPr txBox="1"/>
          <p:nvPr>
            <p:custDataLst>
              <p:tags r:id="rId5"/>
            </p:custDataLst>
          </p:nvPr>
        </p:nvSpPr>
        <p:spPr>
          <a:xfrm>
            <a:off x="3352800" y="4500563"/>
            <a:ext cx="6400800" cy="642938"/>
          </a:xfrm>
          <a:prstGeom prst="rect">
            <a:avLst/>
          </a:prstGeom>
          <a:noFill/>
        </p:spPr>
        <p:txBody>
          <a:bodyPr vert="horz" rtlCol="0" anchor="ctr" anchorCtr="0">
            <a:noAutofit/>
          </a:bodyPr>
          <a:lstStyle/>
          <a:p>
            <a:r>
              <a:rPr lang="en-US" altLang="zh-CN" sz="2400" b="1" dirty="0">
                <a:ea typeface="黑体" pitchFamily="49" charset="-122"/>
              </a:rPr>
              <a:t>COMPUTER</a:t>
            </a:r>
            <a:r>
              <a:rPr lang="en-US" altLang="zh-CN" sz="2400" b="1">
                <a:ea typeface="黑体" pitchFamily="49" charset="-122"/>
              </a:rPr>
              <a:t>,        COM</a:t>
            </a:r>
            <a:endParaRPr lang="zh-CN" altLang="en-US" sz="2600" dirty="0">
              <a:solidFill>
                <a:srgbClr val="000000"/>
              </a:solidFill>
              <a:latin typeface="Microsoft Yahei"/>
              <a:ea typeface="Microsoft Yahei"/>
              <a:sym typeface="Microsoft Yahei"/>
            </a:endParaRPr>
          </a:p>
        </p:txBody>
      </p:sp>
      <p:sp>
        <p:nvSpPr>
          <p:cNvPr id="9" name="TextBox 8"/>
          <p:cNvSpPr txBox="1"/>
          <p:nvPr>
            <p:custDataLst>
              <p:tags r:id="rId6"/>
            </p:custDataLst>
          </p:nvPr>
        </p:nvSpPr>
        <p:spPr>
          <a:xfrm>
            <a:off x="3352800" y="5357813"/>
            <a:ext cx="6400800" cy="642938"/>
          </a:xfrm>
          <a:prstGeom prst="rect">
            <a:avLst/>
          </a:prstGeom>
          <a:noFill/>
        </p:spPr>
        <p:txBody>
          <a:bodyPr vert="horz" rtlCol="0" anchor="ctr" anchorCtr="0">
            <a:noAutofit/>
          </a:bodyPr>
          <a:lstStyle/>
          <a:p>
            <a:r>
              <a:rPr lang="en-US" altLang="zh-CN" sz="2400" b="1" dirty="0">
                <a:ea typeface="黑体" pitchFamily="49" charset="-122"/>
              </a:rPr>
              <a:t>COMPUTER </a:t>
            </a:r>
            <a:r>
              <a:rPr lang="en-US" altLang="zh-CN" sz="2400" b="1">
                <a:ea typeface="黑体" pitchFamily="49" charset="-122"/>
              </a:rPr>
              <a:t>,COM</a:t>
            </a:r>
            <a:endParaRPr lang="en-US" altLang="zh-CN" sz="2600" dirty="0">
              <a:solidFill>
                <a:srgbClr val="000000"/>
              </a:solidFill>
              <a:latin typeface="Microsoft Yahei"/>
              <a:ea typeface="Microsoft Yahei"/>
              <a:sym typeface="Microsoft Yahei"/>
            </a:endParaRPr>
          </a:p>
        </p:txBody>
      </p:sp>
      <p:sp>
        <p:nvSpPr>
          <p:cNvPr id="10" name="椭圆 9"/>
          <p:cNvSpPr>
            <a:spLocks noChangeAspect="1"/>
          </p:cNvSpPr>
          <p:nvPr>
            <p:custDataLst>
              <p:tags r:id="rId7"/>
            </p:custDataLst>
          </p:nvPr>
        </p:nvSpPr>
        <p:spPr bwMode="auto">
          <a:xfrm>
            <a:off x="2638425" y="2850356"/>
            <a:ext cx="514350" cy="514350"/>
          </a:xfrm>
          <a:prstGeom prst="ellipse">
            <a:avLst/>
          </a:prstGeom>
          <a:solidFill>
            <a:srgbClr val="808080">
              <a:alpha val="50000"/>
            </a:srgbClr>
          </a:solidFill>
          <a:ln w="12700"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en-US" altLang="zh-CN" sz="1600" dirty="0">
                <a:solidFill>
                  <a:srgbClr val="FFFFFF"/>
                </a:solidFill>
                <a:latin typeface="Microsoft Yahei"/>
                <a:ea typeface="Microsoft Yahei"/>
                <a:sym typeface="Microsoft Yahei"/>
              </a:rPr>
              <a:t>A</a:t>
            </a:r>
            <a:endParaRPr lang="zh-CN" altLang="en-US" sz="1600" dirty="0">
              <a:solidFill>
                <a:srgbClr val="FFFFFF"/>
              </a:solidFill>
              <a:latin typeface="Microsoft Yahei"/>
              <a:ea typeface="Microsoft Yahei"/>
              <a:sym typeface="Microsoft Yahei"/>
            </a:endParaRPr>
          </a:p>
        </p:txBody>
      </p:sp>
      <p:sp>
        <p:nvSpPr>
          <p:cNvPr id="11" name="椭圆 10"/>
          <p:cNvSpPr>
            <a:spLocks noChangeAspect="1"/>
          </p:cNvSpPr>
          <p:nvPr>
            <p:custDataLst>
              <p:tags r:id="rId8"/>
            </p:custDataLst>
          </p:nvPr>
        </p:nvSpPr>
        <p:spPr bwMode="auto">
          <a:xfrm>
            <a:off x="2638425" y="3707606"/>
            <a:ext cx="514350" cy="514350"/>
          </a:xfrm>
          <a:prstGeom prst="ellipse">
            <a:avLst/>
          </a:prstGeom>
          <a:solidFill>
            <a:srgbClr val="808080">
              <a:alpha val="50000"/>
            </a:srgbClr>
          </a:solidFill>
          <a:ln w="12700"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en-US" altLang="zh-CN" sz="1600">
                <a:solidFill>
                  <a:srgbClr val="FFFFFF"/>
                </a:solidFill>
                <a:latin typeface="Microsoft Yahei"/>
                <a:ea typeface="Microsoft Yahei"/>
                <a:sym typeface="Microsoft Yahei"/>
              </a:rPr>
              <a:t>B</a:t>
            </a:r>
            <a:endParaRPr lang="zh-CN" altLang="en-US" sz="1600">
              <a:solidFill>
                <a:srgbClr val="FFFFFF"/>
              </a:solidFill>
              <a:latin typeface="Microsoft Yahei"/>
              <a:ea typeface="Microsoft Yahei"/>
              <a:sym typeface="Microsoft Yahei"/>
            </a:endParaRPr>
          </a:p>
        </p:txBody>
      </p:sp>
      <p:sp>
        <p:nvSpPr>
          <p:cNvPr id="13" name="椭圆 12"/>
          <p:cNvSpPr>
            <a:spLocks noChangeAspect="1"/>
          </p:cNvSpPr>
          <p:nvPr>
            <p:custDataLst>
              <p:tags r:id="rId9"/>
            </p:custDataLst>
          </p:nvPr>
        </p:nvSpPr>
        <p:spPr bwMode="auto">
          <a:xfrm>
            <a:off x="2638425" y="5422106"/>
            <a:ext cx="514350" cy="514350"/>
          </a:xfrm>
          <a:prstGeom prst="ellipse">
            <a:avLst/>
          </a:prstGeom>
          <a:solidFill>
            <a:srgbClr val="808080">
              <a:alpha val="50000"/>
            </a:srgbClr>
          </a:solidFill>
          <a:ln w="12700"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en-US" altLang="zh-CN" sz="1600" dirty="0">
                <a:solidFill>
                  <a:srgbClr val="FFFFFF"/>
                </a:solidFill>
                <a:latin typeface="Microsoft Yahei"/>
                <a:ea typeface="Microsoft Yahei"/>
                <a:sym typeface="Microsoft Yahei"/>
              </a:rPr>
              <a:t>D</a:t>
            </a:r>
            <a:endParaRPr lang="zh-CN" altLang="en-US" sz="1600" dirty="0">
              <a:solidFill>
                <a:srgbClr val="FFFFFF"/>
              </a:solidFill>
              <a:latin typeface="Microsoft Yahei"/>
              <a:ea typeface="Microsoft Yahei"/>
              <a:sym typeface="Microsoft Yahei"/>
            </a:endParaRPr>
          </a:p>
        </p:txBody>
      </p:sp>
      <p:sp>
        <p:nvSpPr>
          <p:cNvPr id="14" name="圆角矩形 13"/>
          <p:cNvSpPr/>
          <p:nvPr>
            <p:custDataLst>
              <p:tags r:id="rId10"/>
            </p:custDataLst>
          </p:nvPr>
        </p:nvSpPr>
        <p:spPr bwMode="auto">
          <a:xfrm>
            <a:off x="7696200" y="6215063"/>
            <a:ext cx="1543050" cy="411480"/>
          </a:xfrm>
          <a:prstGeom prst="roundRect">
            <a:avLst/>
          </a:prstGeom>
          <a:solidFill>
            <a:srgbClr val="808080">
              <a:alpha val="50000"/>
            </a:srgbClr>
          </a:solidFill>
          <a:ln w="38100" cap="flat" cmpd="sng" algn="ctr">
            <a:solidFill>
              <a:srgbClr val="000000"/>
            </a:solidFill>
            <a:prstDash val="solid"/>
            <a:round/>
            <a:headEnd type="none" w="med" len="med"/>
            <a:tailEnd type="none" w="med" len="med"/>
          </a:ln>
          <a:effectLst>
            <a:outerShdw dist="107763" dir="2700000" algn="ctr" rotWithShape="0">
              <a:schemeClr val="bg2"/>
            </a:outerShdw>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zh-CN" altLang="en-US" sz="1600">
                <a:solidFill>
                  <a:srgbClr val="FFFFFF"/>
                </a:solidFill>
                <a:latin typeface="Microsoft Yahei"/>
                <a:ea typeface="Microsoft Yahei"/>
                <a:sym typeface="Microsoft Yahei"/>
              </a:rPr>
              <a:t>提交</a:t>
            </a:r>
          </a:p>
        </p:txBody>
      </p:sp>
      <p:sp>
        <p:nvSpPr>
          <p:cNvPr id="20" name="椭圆 19"/>
          <p:cNvSpPr>
            <a:spLocks noChangeAspect="1"/>
          </p:cNvSpPr>
          <p:nvPr>
            <p:custDataLst>
              <p:tags r:id="rId11"/>
            </p:custDataLst>
          </p:nvPr>
        </p:nvSpPr>
        <p:spPr bwMode="auto">
          <a:xfrm>
            <a:off x="2638425" y="4564236"/>
            <a:ext cx="514350" cy="514350"/>
          </a:xfrm>
          <a:prstGeom prst="ellipse">
            <a:avLst/>
          </a:prstGeom>
          <a:solidFill>
            <a:srgbClr val="808080">
              <a:alpha val="50000"/>
            </a:srgbClr>
          </a:solidFill>
          <a:ln w="12700"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en-US" altLang="zh-CN" sz="1600">
                <a:solidFill>
                  <a:srgbClr val="FFFFFF"/>
                </a:solidFill>
                <a:latin typeface="Microsoft Yahei"/>
                <a:ea typeface="Microsoft Yahei"/>
                <a:sym typeface="Microsoft Yahei"/>
              </a:rPr>
              <a:t>E</a:t>
            </a:r>
            <a:endParaRPr lang="zh-CN" altLang="en-US" sz="1600">
              <a:solidFill>
                <a:srgbClr val="FFFFFF"/>
              </a:solidFill>
              <a:latin typeface="Microsoft Yahei"/>
              <a:ea typeface="Microsoft Yahei"/>
              <a:sym typeface="Microsoft Yahei"/>
            </a:endParaRPr>
          </a:p>
        </p:txBody>
      </p:sp>
      <p:grpSp>
        <p:nvGrpSpPr>
          <p:cNvPr id="19" name="组合 18"/>
          <p:cNvGrpSpPr/>
          <p:nvPr>
            <p:custDataLst>
              <p:tags r:id="rId12"/>
            </p:custDataLst>
          </p:nvPr>
        </p:nvGrpSpPr>
        <p:grpSpPr>
          <a:xfrm>
            <a:off x="0" y="0"/>
            <a:ext cx="9144000" cy="635000"/>
            <a:chOff x="-1524000" y="0"/>
            <a:chExt cx="9144000" cy="635000"/>
          </a:xfrm>
        </p:grpSpPr>
        <p:sp>
          <p:nvSpPr>
            <p:cNvPr id="15" name="TitleBackground"/>
            <p:cNvSpPr/>
            <p:nvPr>
              <p:custDataLst>
                <p:tags r:id="rId15"/>
              </p:custDataLst>
            </p:nvPr>
          </p:nvSpPr>
          <p:spPr bwMode="auto">
            <a:xfrm>
              <a:off x="-1524000" y="0"/>
              <a:ext cx="9144000" cy="635000"/>
            </a:xfrm>
            <a:prstGeom prst="rect">
              <a:avLst/>
            </a:prstGeom>
            <a:solidFill>
              <a:srgbClr val="F6F7F8">
                <a:alpha val="50000"/>
              </a:srgbClr>
            </a:solidFill>
            <a:ln w="0" cap="flat" cmpd="sng" algn="ctr">
              <a:noFill/>
              <a:prstDash val="solid"/>
              <a:round/>
              <a:headEnd type="none" w="med" len="med"/>
              <a:tailEnd type="none" w="med" len="med"/>
            </a:ln>
            <a:effectLst>
              <a:outerShdw dist="107763" dir="2700000" algn="ctr" rotWithShape="0">
                <a:schemeClr val="bg2"/>
              </a:outerShdw>
            </a:effectLst>
            <a:extLst>
              <a:ext uri="{91240B29-F687-4F45-9708-019B960494DF}">
                <a14:hiddenLine xmlns:a14="http://schemas.microsoft.com/office/drawing/2010/main" w="0" cap="flat" cmpd="sng" algn="ctr">
                  <a:solidFill>
                    <a:srgbClr val="002BB4"/>
                  </a:solidFill>
                  <a:prstDash val="solid"/>
                  <a:round/>
                  <a:headEnd type="none" w="med" len="med"/>
                  <a:tailEnd type="none" w="med" len="med"/>
                </a14:hiddenLine>
              </a:ext>
            </a:extLst>
          </p:spPr>
          <p:txBody>
            <a:bodyPr vert="horz" wrap="none" lIns="91440" tIns="45720" rIns="91440" bIns="45720" numCol="1" rtlCol="0" anchor="ctr" anchorCtr="0" compatLnSpc="1">
              <a:prstTxWarp prst="textNoShape">
                <a:avLst/>
              </a:prstTxWarp>
            </a:bodyPr>
            <a:lstStyle/>
            <a:p>
              <a:pPr fontAlgn="base">
                <a:spcBef>
                  <a:spcPct val="0"/>
                </a:spcBef>
                <a:spcAft>
                  <a:spcPct val="0"/>
                </a:spcAft>
              </a:pPr>
              <a:endParaRPr lang="zh-CN" altLang="en-US" sz="2400">
                <a:latin typeface="Tahoma" pitchFamily="34" charset="0"/>
                <a:ea typeface="Dotum" pitchFamily="34" charset="-127"/>
              </a:endParaRPr>
            </a:p>
          </p:txBody>
        </p:sp>
        <p:sp>
          <p:nvSpPr>
            <p:cNvPr id="16" name="ColorBlock"/>
            <p:cNvSpPr/>
            <p:nvPr>
              <p:custDataLst>
                <p:tags r:id="rId16"/>
              </p:custDataLst>
            </p:nvPr>
          </p:nvSpPr>
          <p:spPr bwMode="auto">
            <a:xfrm>
              <a:off x="-1524000" y="0"/>
              <a:ext cx="190500" cy="635000"/>
            </a:xfrm>
            <a:prstGeom prst="rect">
              <a:avLst/>
            </a:prstGeom>
            <a:solidFill>
              <a:srgbClr val="639EF4">
                <a:alpha val="50000"/>
              </a:srgbClr>
            </a:solidFill>
            <a:ln w="0" cap="flat" cmpd="sng" algn="ctr">
              <a:noFill/>
              <a:prstDash val="solid"/>
              <a:round/>
              <a:headEnd type="none" w="med" len="med"/>
              <a:tailEnd type="none" w="med" len="med"/>
            </a:ln>
            <a:effectLst>
              <a:outerShdw dist="107763" dir="2700000" algn="ctr" rotWithShape="0">
                <a:schemeClr val="bg2"/>
              </a:outerShdw>
            </a:effectLst>
            <a:extLst>
              <a:ext uri="{91240B29-F687-4F45-9708-019B960494DF}">
                <a14:hiddenLine xmlns:a14="http://schemas.microsoft.com/office/drawing/2010/main" w="0" cap="flat" cmpd="sng" algn="ctr">
                  <a:solidFill>
                    <a:srgbClr val="002BB4"/>
                  </a:solidFill>
                  <a:prstDash val="solid"/>
                  <a:round/>
                  <a:headEnd type="none" w="med" len="med"/>
                  <a:tailEnd type="none" w="med" len="med"/>
                </a14:hiddenLine>
              </a:ext>
            </a:extLst>
          </p:spPr>
          <p:txBody>
            <a:bodyPr vert="horz" wrap="none" lIns="91440" tIns="45720" rIns="91440" bIns="45720" numCol="1" rtlCol="0" anchor="ctr" anchorCtr="0" compatLnSpc="1">
              <a:prstTxWarp prst="textNoShape">
                <a:avLst/>
              </a:prstTxWarp>
            </a:bodyPr>
            <a:lstStyle/>
            <a:p>
              <a:pPr fontAlgn="base">
                <a:spcBef>
                  <a:spcPct val="0"/>
                </a:spcBef>
                <a:spcAft>
                  <a:spcPct val="0"/>
                </a:spcAft>
              </a:pPr>
              <a:endParaRPr lang="zh-CN" altLang="en-US" sz="2400">
                <a:latin typeface="Tahoma" pitchFamily="34" charset="0"/>
                <a:ea typeface="Dotum" pitchFamily="34" charset="-127"/>
              </a:endParaRPr>
            </a:p>
          </p:txBody>
        </p:sp>
        <p:sp>
          <p:nvSpPr>
            <p:cNvPr id="17" name="TypeText"/>
            <p:cNvSpPr txBox="1"/>
            <p:nvPr>
              <p:custDataLst>
                <p:tags r:id="rId17"/>
              </p:custDataLst>
            </p:nvPr>
          </p:nvSpPr>
          <p:spPr>
            <a:xfrm>
              <a:off x="-1270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a:ea typeface="Microsoft Yahei"/>
                  <a:sym typeface="Microsoft Yahei"/>
                </a:rPr>
                <a:t>单选题</a:t>
              </a:r>
            </a:p>
          </p:txBody>
        </p:sp>
        <p:sp>
          <p:nvSpPr>
            <p:cNvPr id="18" name="TipText"/>
            <p:cNvSpPr txBox="1"/>
            <p:nvPr>
              <p:custDataLst>
                <p:tags r:id="rId18"/>
              </p:custDataLst>
            </p:nvPr>
          </p:nvSpPr>
          <p:spPr>
            <a:xfrm>
              <a:off x="1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a:ea typeface="Microsoft Yahei"/>
                  <a:sym typeface="Microsoft Yahei"/>
                </a:rPr>
                <a:t>1</a:t>
              </a:r>
              <a:r>
                <a:rPr lang="zh-CN" altLang="en-US" sz="2000">
                  <a:solidFill>
                    <a:srgbClr val="808080"/>
                  </a:solidFill>
                  <a:latin typeface="Microsoft Yahei"/>
                  <a:ea typeface="Microsoft Yahei"/>
                  <a:sym typeface="Microsoft Yahei"/>
                </a:rPr>
                <a:t>分</a:t>
              </a:r>
            </a:p>
          </p:txBody>
        </p:sp>
      </p:grpSp>
      <p:pic>
        <p:nvPicPr>
          <p:cNvPr id="4" name="图片 3"/>
          <p:cNvPicPr>
            <a:picLocks/>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2" name="文本框 1"/>
          <p:cNvSpPr txBox="1"/>
          <p:nvPr>
            <p:custDataLst>
              <p:tags r:id="rId14"/>
            </p:custDataLst>
          </p:nvPr>
        </p:nvSpPr>
        <p:spPr>
          <a:xfrm>
            <a:off x="1219200" y="635000"/>
            <a:ext cx="9753600" cy="487680"/>
          </a:xfrm>
          <a:prstGeom prst="rect">
            <a:avLst/>
          </a:prstGeom>
          <a:solidFill>
            <a:srgbClr val="FBFAEF">
              <a:alpha val="90000"/>
            </a:srgbClr>
          </a:solidFill>
        </p:spPr>
        <p:txBody>
          <a:bodyPr vert="horz" wrap="none" rtlCol="0" anchor="ctr" anchorCtr="1">
            <a:noAutofit/>
          </a:bodyPr>
          <a:lstStyle/>
          <a:p>
            <a:endParaRPr lang="zh-CN" altLang="en-US" sz="1600" dirty="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Tree>
    <p:custDataLst>
      <p:tags r:id="rId1"/>
    </p:custDataLst>
    <p:extLst>
      <p:ext uri="{BB962C8B-B14F-4D97-AF65-F5344CB8AC3E}">
        <p14:creationId xmlns:p14="http://schemas.microsoft.com/office/powerpoint/2010/main" val="16574140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custDataLst>
              <p:tags r:id="rId2"/>
            </p:custDataLst>
          </p:nvPr>
        </p:nvSpPr>
        <p:spPr>
          <a:xfrm>
            <a:off x="1709303" y="1173646"/>
            <a:ext cx="8773393" cy="1713880"/>
          </a:xfrm>
          <a:prstGeom prst="rect">
            <a:avLst/>
          </a:prstGeom>
          <a:noFill/>
        </p:spPr>
        <p:txBody>
          <a:bodyPr vert="horz" wrap="square" rtlCol="0" anchor="ctr" anchorCtr="0">
            <a:noAutofit/>
          </a:bodyPr>
          <a:lstStyle/>
          <a:p>
            <a:r>
              <a:rPr lang="zh-CN" altLang="en-US" sz="2800" dirty="0">
                <a:ea typeface="黑体" pitchFamily="49" charset="-122"/>
              </a:rPr>
              <a:t>语句</a:t>
            </a:r>
            <a:r>
              <a:rPr lang="en-US" altLang="zh-CN" sz="2800" dirty="0">
                <a:ea typeface="黑体" pitchFamily="49" charset="-122"/>
              </a:rPr>
              <a:t>printf</a:t>
            </a:r>
            <a:r>
              <a:rPr lang="zh-CN" altLang="en-US" sz="2800" dirty="0">
                <a:ea typeface="黑体" pitchFamily="49" charset="-122"/>
              </a:rPr>
              <a:t>（“</a:t>
            </a:r>
            <a:r>
              <a:rPr lang="en-US" altLang="zh-CN" sz="2800" dirty="0">
                <a:ea typeface="黑体" pitchFamily="49" charset="-122"/>
              </a:rPr>
              <a:t>%f%%”</a:t>
            </a:r>
            <a:r>
              <a:rPr lang="zh-CN" altLang="en-US" sz="2800" dirty="0">
                <a:ea typeface="黑体" pitchFamily="49" charset="-122"/>
              </a:rPr>
              <a:t>，</a:t>
            </a:r>
            <a:r>
              <a:rPr lang="en-US" altLang="zh-CN" sz="2800" dirty="0">
                <a:ea typeface="黑体" pitchFamily="49" charset="-122"/>
              </a:rPr>
              <a:t>1.0/3</a:t>
            </a:r>
            <a:r>
              <a:rPr lang="zh-CN" altLang="en-US" sz="2800" dirty="0">
                <a:ea typeface="黑体" pitchFamily="49" charset="-122"/>
              </a:rPr>
              <a:t>）；的输出结果为</a:t>
            </a:r>
            <a:r>
              <a:rPr lang="en-US" altLang="zh-CN" sz="2800" dirty="0">
                <a:ea typeface="黑体" pitchFamily="49" charset="-122"/>
              </a:rPr>
              <a:t>:</a:t>
            </a:r>
          </a:p>
        </p:txBody>
      </p:sp>
      <p:sp>
        <p:nvSpPr>
          <p:cNvPr id="6" name="TextBox 5"/>
          <p:cNvSpPr txBox="1"/>
          <p:nvPr>
            <p:custDataLst>
              <p:tags r:id="rId3"/>
            </p:custDataLst>
          </p:nvPr>
        </p:nvSpPr>
        <p:spPr>
          <a:xfrm>
            <a:off x="3352800" y="2786063"/>
            <a:ext cx="1879104" cy="642938"/>
          </a:xfrm>
          <a:prstGeom prst="rect">
            <a:avLst/>
          </a:prstGeom>
          <a:noFill/>
        </p:spPr>
        <p:txBody>
          <a:bodyPr vert="horz" rtlCol="0" anchor="ctr" anchorCtr="0">
            <a:noAutofit/>
          </a:bodyPr>
          <a:lstStyle/>
          <a:p>
            <a:r>
              <a:rPr lang="en-US" altLang="zh-CN" sz="2400" dirty="0">
                <a:ea typeface="黑体" pitchFamily="49" charset="-122"/>
              </a:rPr>
              <a:t>0.333333</a:t>
            </a:r>
            <a:endParaRPr lang="zh-CN" altLang="en-US" sz="2600" dirty="0">
              <a:solidFill>
                <a:srgbClr val="000000"/>
              </a:solidFill>
              <a:latin typeface="Microsoft Yahei"/>
              <a:ea typeface="Microsoft Yahei"/>
              <a:sym typeface="Microsoft Yahei"/>
            </a:endParaRPr>
          </a:p>
        </p:txBody>
      </p:sp>
      <p:sp>
        <p:nvSpPr>
          <p:cNvPr id="7" name="TextBox 6"/>
          <p:cNvSpPr txBox="1"/>
          <p:nvPr>
            <p:custDataLst>
              <p:tags r:id="rId4"/>
            </p:custDataLst>
          </p:nvPr>
        </p:nvSpPr>
        <p:spPr>
          <a:xfrm>
            <a:off x="3352800" y="3643313"/>
            <a:ext cx="6400800" cy="642938"/>
          </a:xfrm>
          <a:prstGeom prst="rect">
            <a:avLst/>
          </a:prstGeom>
          <a:noFill/>
        </p:spPr>
        <p:txBody>
          <a:bodyPr vert="horz" rtlCol="0" anchor="ctr" anchorCtr="0">
            <a:noAutofit/>
          </a:bodyPr>
          <a:lstStyle/>
          <a:p>
            <a:r>
              <a:rPr lang="en-US" altLang="zh-CN" sz="2400" dirty="0">
                <a:ea typeface="黑体" pitchFamily="49" charset="-122"/>
              </a:rPr>
              <a:t>0.333333%</a:t>
            </a:r>
            <a:endParaRPr lang="en-US" altLang="zh-CN" sz="2600" dirty="0">
              <a:solidFill>
                <a:srgbClr val="000000"/>
              </a:solidFill>
              <a:latin typeface="Microsoft Yahei"/>
              <a:ea typeface="Microsoft Yahei"/>
              <a:sym typeface="Microsoft Yahei"/>
            </a:endParaRPr>
          </a:p>
        </p:txBody>
      </p:sp>
      <p:sp>
        <p:nvSpPr>
          <p:cNvPr id="8" name="TextBox 7"/>
          <p:cNvSpPr txBox="1"/>
          <p:nvPr>
            <p:custDataLst>
              <p:tags r:id="rId5"/>
            </p:custDataLst>
          </p:nvPr>
        </p:nvSpPr>
        <p:spPr>
          <a:xfrm>
            <a:off x="3352800" y="4500563"/>
            <a:ext cx="6400800" cy="642938"/>
          </a:xfrm>
          <a:prstGeom prst="rect">
            <a:avLst/>
          </a:prstGeom>
          <a:noFill/>
        </p:spPr>
        <p:txBody>
          <a:bodyPr vert="horz" rtlCol="0" anchor="ctr" anchorCtr="0">
            <a:noAutofit/>
          </a:bodyPr>
          <a:lstStyle/>
          <a:p>
            <a:r>
              <a:rPr lang="en-US" altLang="zh-CN" sz="2400" dirty="0">
                <a:ea typeface="黑体" pitchFamily="49" charset="-122"/>
              </a:rPr>
              <a:t>0.333333%%</a:t>
            </a:r>
            <a:endParaRPr lang="zh-CN" altLang="en-US" sz="2600" dirty="0">
              <a:solidFill>
                <a:srgbClr val="000000"/>
              </a:solidFill>
              <a:latin typeface="Microsoft Yahei"/>
              <a:ea typeface="Microsoft Yahei"/>
              <a:sym typeface="Microsoft Yahei"/>
            </a:endParaRPr>
          </a:p>
        </p:txBody>
      </p:sp>
      <p:sp>
        <p:nvSpPr>
          <p:cNvPr id="9" name="TextBox 8"/>
          <p:cNvSpPr txBox="1"/>
          <p:nvPr>
            <p:custDataLst>
              <p:tags r:id="rId6"/>
            </p:custDataLst>
          </p:nvPr>
        </p:nvSpPr>
        <p:spPr>
          <a:xfrm>
            <a:off x="3352800" y="5357813"/>
            <a:ext cx="6400800" cy="642938"/>
          </a:xfrm>
          <a:prstGeom prst="rect">
            <a:avLst/>
          </a:prstGeom>
          <a:noFill/>
        </p:spPr>
        <p:txBody>
          <a:bodyPr vert="horz" rtlCol="0" anchor="ctr" anchorCtr="0">
            <a:noAutofit/>
          </a:bodyPr>
          <a:lstStyle/>
          <a:p>
            <a:r>
              <a:rPr lang="zh-CN" altLang="en-US" sz="2400" dirty="0">
                <a:ea typeface="黑体" pitchFamily="49" charset="-122"/>
              </a:rPr>
              <a:t>出错</a:t>
            </a:r>
            <a:endParaRPr lang="en-US" altLang="zh-CN" sz="2400" dirty="0">
              <a:latin typeface="楷体" pitchFamily="49" charset="-122"/>
              <a:ea typeface="楷体" pitchFamily="49" charset="-122"/>
            </a:endParaRPr>
          </a:p>
        </p:txBody>
      </p:sp>
      <p:sp>
        <p:nvSpPr>
          <p:cNvPr id="10" name="椭圆 9"/>
          <p:cNvSpPr>
            <a:spLocks noChangeAspect="1"/>
          </p:cNvSpPr>
          <p:nvPr>
            <p:custDataLst>
              <p:tags r:id="rId7"/>
            </p:custDataLst>
          </p:nvPr>
        </p:nvSpPr>
        <p:spPr bwMode="auto">
          <a:xfrm>
            <a:off x="2638425" y="2850356"/>
            <a:ext cx="514350" cy="514350"/>
          </a:xfrm>
          <a:prstGeom prst="ellipse">
            <a:avLst/>
          </a:prstGeom>
          <a:solidFill>
            <a:srgbClr val="808080">
              <a:alpha val="50000"/>
            </a:srgbClr>
          </a:solidFill>
          <a:ln w="12700"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en-US" altLang="zh-CN" sz="1600" dirty="0">
                <a:solidFill>
                  <a:srgbClr val="FFFFFF"/>
                </a:solidFill>
                <a:latin typeface="Microsoft Yahei"/>
                <a:ea typeface="Microsoft Yahei"/>
                <a:sym typeface="Microsoft Yahei"/>
              </a:rPr>
              <a:t>A</a:t>
            </a:r>
            <a:endParaRPr lang="zh-CN" altLang="en-US" sz="1600" dirty="0">
              <a:solidFill>
                <a:srgbClr val="FFFFFF"/>
              </a:solidFill>
              <a:latin typeface="Microsoft Yahei"/>
              <a:ea typeface="Microsoft Yahei"/>
              <a:sym typeface="Microsoft Yahei"/>
            </a:endParaRPr>
          </a:p>
        </p:txBody>
      </p:sp>
      <p:sp>
        <p:nvSpPr>
          <p:cNvPr id="12" name="椭圆 11"/>
          <p:cNvSpPr>
            <a:spLocks noChangeAspect="1"/>
          </p:cNvSpPr>
          <p:nvPr>
            <p:custDataLst>
              <p:tags r:id="rId8"/>
            </p:custDataLst>
          </p:nvPr>
        </p:nvSpPr>
        <p:spPr bwMode="auto">
          <a:xfrm>
            <a:off x="2638425" y="4564856"/>
            <a:ext cx="514350" cy="514350"/>
          </a:xfrm>
          <a:prstGeom prst="ellipse">
            <a:avLst/>
          </a:prstGeom>
          <a:solidFill>
            <a:srgbClr val="808080">
              <a:alpha val="50000"/>
            </a:srgbClr>
          </a:solidFill>
          <a:ln w="12700"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en-US" altLang="zh-CN" sz="1600">
                <a:solidFill>
                  <a:srgbClr val="FFFFFF"/>
                </a:solidFill>
                <a:latin typeface="Microsoft Yahei"/>
                <a:ea typeface="Microsoft Yahei"/>
                <a:sym typeface="Microsoft Yahei"/>
              </a:rPr>
              <a:t>C</a:t>
            </a:r>
            <a:endParaRPr lang="zh-CN" altLang="en-US" sz="1600">
              <a:solidFill>
                <a:srgbClr val="FFFFFF"/>
              </a:solidFill>
              <a:latin typeface="Microsoft Yahei"/>
              <a:ea typeface="Microsoft Yahei"/>
              <a:sym typeface="Microsoft Yahei"/>
            </a:endParaRPr>
          </a:p>
        </p:txBody>
      </p:sp>
      <p:sp>
        <p:nvSpPr>
          <p:cNvPr id="13" name="椭圆 12"/>
          <p:cNvSpPr>
            <a:spLocks noChangeAspect="1"/>
          </p:cNvSpPr>
          <p:nvPr>
            <p:custDataLst>
              <p:tags r:id="rId9"/>
            </p:custDataLst>
          </p:nvPr>
        </p:nvSpPr>
        <p:spPr bwMode="auto">
          <a:xfrm>
            <a:off x="2638425" y="5422106"/>
            <a:ext cx="514350" cy="514350"/>
          </a:xfrm>
          <a:prstGeom prst="ellipse">
            <a:avLst/>
          </a:prstGeom>
          <a:solidFill>
            <a:srgbClr val="808080">
              <a:alpha val="50000"/>
            </a:srgbClr>
          </a:solidFill>
          <a:ln w="12700"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en-US" altLang="zh-CN" sz="1600" dirty="0">
                <a:solidFill>
                  <a:srgbClr val="FFFFFF"/>
                </a:solidFill>
                <a:latin typeface="Microsoft Yahei"/>
                <a:ea typeface="Microsoft Yahei"/>
                <a:sym typeface="Microsoft Yahei"/>
              </a:rPr>
              <a:t>D</a:t>
            </a:r>
            <a:endParaRPr lang="zh-CN" altLang="en-US" sz="1600" dirty="0">
              <a:solidFill>
                <a:srgbClr val="FFFFFF"/>
              </a:solidFill>
              <a:latin typeface="Microsoft Yahei"/>
              <a:ea typeface="Microsoft Yahei"/>
              <a:sym typeface="Microsoft Yahei"/>
            </a:endParaRPr>
          </a:p>
        </p:txBody>
      </p:sp>
      <p:sp>
        <p:nvSpPr>
          <p:cNvPr id="14" name="圆角矩形 13"/>
          <p:cNvSpPr/>
          <p:nvPr>
            <p:custDataLst>
              <p:tags r:id="rId10"/>
            </p:custDataLst>
          </p:nvPr>
        </p:nvSpPr>
        <p:spPr bwMode="auto">
          <a:xfrm>
            <a:off x="7696200" y="6215063"/>
            <a:ext cx="1543050" cy="411480"/>
          </a:xfrm>
          <a:prstGeom prst="roundRect">
            <a:avLst/>
          </a:prstGeom>
          <a:solidFill>
            <a:srgbClr val="808080">
              <a:alpha val="50000"/>
            </a:srgbClr>
          </a:solidFill>
          <a:ln w="38100" cap="flat" cmpd="sng" algn="ctr">
            <a:solidFill>
              <a:srgbClr val="000000"/>
            </a:solidFill>
            <a:prstDash val="solid"/>
            <a:round/>
            <a:headEnd type="none" w="med" len="med"/>
            <a:tailEnd type="none" w="med" len="med"/>
          </a:ln>
          <a:effectLst>
            <a:outerShdw dist="107763" dir="2700000" algn="ctr" rotWithShape="0">
              <a:schemeClr val="bg2"/>
            </a:outerShdw>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zh-CN" altLang="en-US" sz="1600">
                <a:solidFill>
                  <a:srgbClr val="FFFFFF"/>
                </a:solidFill>
                <a:latin typeface="Microsoft Yahei"/>
                <a:ea typeface="Microsoft Yahei"/>
                <a:sym typeface="Microsoft Yahei"/>
              </a:rPr>
              <a:t>提交</a:t>
            </a:r>
          </a:p>
        </p:txBody>
      </p:sp>
      <p:sp>
        <p:nvSpPr>
          <p:cNvPr id="2" name="思想气泡: 云 1">
            <a:extLst>
              <a:ext uri="{FF2B5EF4-FFF2-40B4-BE49-F238E27FC236}">
                <a16:creationId xmlns:a16="http://schemas.microsoft.com/office/drawing/2014/main" id="{F42C0A2C-3D7A-4D36-A905-C5E354019E25}"/>
              </a:ext>
            </a:extLst>
          </p:cNvPr>
          <p:cNvSpPr/>
          <p:nvPr/>
        </p:nvSpPr>
        <p:spPr bwMode="auto">
          <a:xfrm>
            <a:off x="6384032" y="2636912"/>
            <a:ext cx="2759968" cy="936104"/>
          </a:xfrm>
          <a:prstGeom prst="cloudCallout">
            <a:avLst>
              <a:gd name="adj1" fmla="val -91664"/>
              <a:gd name="adj2" fmla="val -82338"/>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zh-CN" altLang="en-US" sz="2400" i="0" u="none" strike="noStrike" normalizeH="0" baseline="0">
                <a:ln w="0"/>
                <a:solidFill>
                  <a:srgbClr val="FF0000"/>
                </a:solidFill>
                <a:effectLst>
                  <a:outerShdw blurRad="38100" dist="25400" dir="5400000" algn="ctr" rotWithShape="0">
                    <a:srgbClr val="6E747A">
                      <a:alpha val="43000"/>
                    </a:srgbClr>
                  </a:outerShdw>
                </a:effectLst>
                <a:latin typeface="Tahoma" pitchFamily="34" charset="0"/>
                <a:ea typeface="Dotum" pitchFamily="34" charset="-127"/>
              </a:rPr>
              <a:t>两个</a:t>
            </a:r>
            <a:r>
              <a:rPr kumimoji="0" lang="en-US" altLang="zh-CN" sz="2400" i="0" u="none" strike="noStrike" normalizeH="0" baseline="0">
                <a:ln w="0"/>
                <a:solidFill>
                  <a:srgbClr val="FF0000"/>
                </a:solidFill>
                <a:effectLst>
                  <a:outerShdw blurRad="38100" dist="25400" dir="5400000" algn="ctr" rotWithShape="0">
                    <a:srgbClr val="6E747A">
                      <a:alpha val="43000"/>
                    </a:srgbClr>
                  </a:outerShdw>
                </a:effectLst>
                <a:latin typeface="Tahoma" pitchFamily="34" charset="0"/>
                <a:ea typeface="Dotum" pitchFamily="34" charset="-127"/>
              </a:rPr>
              <a:t>%</a:t>
            </a:r>
            <a:r>
              <a:rPr kumimoji="0" lang="zh-CN" altLang="en-US" sz="2400" i="0" u="none" strike="noStrike" normalizeH="0" baseline="0">
                <a:ln w="0"/>
                <a:solidFill>
                  <a:srgbClr val="FF0000"/>
                </a:solidFill>
                <a:effectLst>
                  <a:outerShdw blurRad="38100" dist="25400" dir="5400000" algn="ctr" rotWithShape="0">
                    <a:srgbClr val="6E747A">
                      <a:alpha val="43000"/>
                    </a:srgbClr>
                  </a:outerShdw>
                </a:effectLst>
                <a:latin typeface="Tahoma" pitchFamily="34" charset="0"/>
                <a:ea typeface="Dotum" pitchFamily="34" charset="-127"/>
              </a:rPr>
              <a:t>是用来输出一个</a:t>
            </a:r>
            <a:r>
              <a:rPr kumimoji="0" lang="en-US" altLang="zh-CN" sz="2400" i="0" u="none" strike="noStrike" normalizeH="0" baseline="0">
                <a:ln w="0"/>
                <a:solidFill>
                  <a:srgbClr val="FF0000"/>
                </a:solidFill>
                <a:effectLst>
                  <a:outerShdw blurRad="38100" dist="25400" dir="5400000" algn="ctr" rotWithShape="0">
                    <a:srgbClr val="6E747A">
                      <a:alpha val="43000"/>
                    </a:srgbClr>
                  </a:outerShdw>
                </a:effectLst>
                <a:latin typeface="Tahoma" pitchFamily="34" charset="0"/>
                <a:ea typeface="Dotum" pitchFamily="34" charset="-127"/>
              </a:rPr>
              <a:t>%</a:t>
            </a:r>
            <a:r>
              <a:rPr kumimoji="0" lang="zh-CN" altLang="en-US" sz="2400" i="0" u="none" strike="noStrike" normalizeH="0" baseline="0">
                <a:ln w="0"/>
                <a:solidFill>
                  <a:srgbClr val="FF0000"/>
                </a:solidFill>
                <a:effectLst>
                  <a:outerShdw blurRad="38100" dist="25400" dir="5400000" algn="ctr" rotWithShape="0">
                    <a:srgbClr val="6E747A">
                      <a:alpha val="43000"/>
                    </a:srgbClr>
                  </a:outerShdw>
                </a:effectLst>
                <a:latin typeface="Tahoma" pitchFamily="34" charset="0"/>
                <a:ea typeface="Dotum" pitchFamily="34" charset="-127"/>
              </a:rPr>
              <a:t>的</a:t>
            </a:r>
          </a:p>
        </p:txBody>
      </p:sp>
      <p:sp>
        <p:nvSpPr>
          <p:cNvPr id="20" name="椭圆 19"/>
          <p:cNvSpPr>
            <a:spLocks noChangeAspect="1"/>
          </p:cNvSpPr>
          <p:nvPr>
            <p:custDataLst>
              <p:tags r:id="rId11"/>
            </p:custDataLst>
          </p:nvPr>
        </p:nvSpPr>
        <p:spPr bwMode="auto">
          <a:xfrm>
            <a:off x="2638425" y="3707606"/>
            <a:ext cx="514350" cy="514350"/>
          </a:xfrm>
          <a:prstGeom prst="ellipse">
            <a:avLst/>
          </a:prstGeom>
          <a:solidFill>
            <a:srgbClr val="808080">
              <a:alpha val="50000"/>
            </a:srgbClr>
          </a:solidFill>
          <a:ln w="12700"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en-US" altLang="zh-CN" sz="1600">
                <a:solidFill>
                  <a:srgbClr val="FFFFFF"/>
                </a:solidFill>
                <a:latin typeface="Microsoft Yahei"/>
                <a:ea typeface="Microsoft Yahei"/>
                <a:sym typeface="Microsoft Yahei"/>
              </a:rPr>
              <a:t>E</a:t>
            </a:r>
            <a:endParaRPr lang="zh-CN" altLang="en-US" sz="1600" dirty="0">
              <a:solidFill>
                <a:srgbClr val="FFFFFF"/>
              </a:solidFill>
              <a:latin typeface="Microsoft Yahei"/>
              <a:ea typeface="Microsoft Yahei"/>
              <a:sym typeface="Microsoft Yahei"/>
            </a:endParaRPr>
          </a:p>
        </p:txBody>
      </p:sp>
      <p:grpSp>
        <p:nvGrpSpPr>
          <p:cNvPr id="19" name="组合 18"/>
          <p:cNvGrpSpPr/>
          <p:nvPr>
            <p:custDataLst>
              <p:tags r:id="rId12"/>
            </p:custDataLst>
          </p:nvPr>
        </p:nvGrpSpPr>
        <p:grpSpPr>
          <a:xfrm>
            <a:off x="0" y="0"/>
            <a:ext cx="9144000" cy="635000"/>
            <a:chOff x="-1524000" y="0"/>
            <a:chExt cx="9144000" cy="635000"/>
          </a:xfrm>
        </p:grpSpPr>
        <p:sp>
          <p:nvSpPr>
            <p:cNvPr id="15" name="TitleBackground"/>
            <p:cNvSpPr/>
            <p:nvPr>
              <p:custDataLst>
                <p:tags r:id="rId15"/>
              </p:custDataLst>
            </p:nvPr>
          </p:nvSpPr>
          <p:spPr bwMode="auto">
            <a:xfrm>
              <a:off x="-1524000" y="0"/>
              <a:ext cx="9144000" cy="635000"/>
            </a:xfrm>
            <a:prstGeom prst="rect">
              <a:avLst/>
            </a:prstGeom>
            <a:solidFill>
              <a:srgbClr val="F6F7F8">
                <a:alpha val="50000"/>
              </a:srgbClr>
            </a:solidFill>
            <a:ln w="0" cap="flat" cmpd="sng" algn="ctr">
              <a:noFill/>
              <a:prstDash val="solid"/>
              <a:round/>
              <a:headEnd type="none" w="med" len="med"/>
              <a:tailEnd type="none" w="med" len="med"/>
            </a:ln>
            <a:effectLst>
              <a:outerShdw dist="107763" dir="2700000" algn="ctr" rotWithShape="0">
                <a:schemeClr val="bg2"/>
              </a:outerShdw>
            </a:effectLst>
            <a:extLst>
              <a:ext uri="{91240B29-F687-4F45-9708-019B960494DF}">
                <a14:hiddenLine xmlns:a14="http://schemas.microsoft.com/office/drawing/2010/main" w="0" cap="flat" cmpd="sng" algn="ctr">
                  <a:solidFill>
                    <a:srgbClr val="002BB4"/>
                  </a:solidFill>
                  <a:prstDash val="solid"/>
                  <a:round/>
                  <a:headEnd type="none" w="med" len="med"/>
                  <a:tailEnd type="none" w="med" len="med"/>
                </a14:hiddenLine>
              </a:ext>
            </a:extLst>
          </p:spPr>
          <p:txBody>
            <a:bodyPr vert="horz" wrap="none" lIns="91440" tIns="45720" rIns="91440" bIns="45720" numCol="1" rtlCol="0" anchor="ctr" anchorCtr="0" compatLnSpc="1">
              <a:prstTxWarp prst="textNoShape">
                <a:avLst/>
              </a:prstTxWarp>
            </a:bodyPr>
            <a:lstStyle/>
            <a:p>
              <a:pPr fontAlgn="base">
                <a:spcBef>
                  <a:spcPct val="0"/>
                </a:spcBef>
                <a:spcAft>
                  <a:spcPct val="0"/>
                </a:spcAft>
              </a:pPr>
              <a:endParaRPr lang="zh-CN" altLang="en-US" sz="2400">
                <a:latin typeface="Tahoma" pitchFamily="34" charset="0"/>
                <a:ea typeface="Dotum" pitchFamily="34" charset="-127"/>
              </a:endParaRPr>
            </a:p>
          </p:txBody>
        </p:sp>
        <p:sp>
          <p:nvSpPr>
            <p:cNvPr id="16" name="ColorBlock"/>
            <p:cNvSpPr/>
            <p:nvPr>
              <p:custDataLst>
                <p:tags r:id="rId16"/>
              </p:custDataLst>
            </p:nvPr>
          </p:nvSpPr>
          <p:spPr bwMode="auto">
            <a:xfrm>
              <a:off x="-1524000" y="0"/>
              <a:ext cx="190500" cy="635000"/>
            </a:xfrm>
            <a:prstGeom prst="rect">
              <a:avLst/>
            </a:prstGeom>
            <a:solidFill>
              <a:srgbClr val="639EF4">
                <a:alpha val="50000"/>
              </a:srgbClr>
            </a:solidFill>
            <a:ln w="0" cap="flat" cmpd="sng" algn="ctr">
              <a:noFill/>
              <a:prstDash val="solid"/>
              <a:round/>
              <a:headEnd type="none" w="med" len="med"/>
              <a:tailEnd type="none" w="med" len="med"/>
            </a:ln>
            <a:effectLst>
              <a:outerShdw dist="107763" dir="2700000" algn="ctr" rotWithShape="0">
                <a:schemeClr val="bg2"/>
              </a:outerShdw>
            </a:effectLst>
            <a:extLst>
              <a:ext uri="{91240B29-F687-4F45-9708-019B960494DF}">
                <a14:hiddenLine xmlns:a14="http://schemas.microsoft.com/office/drawing/2010/main" w="0" cap="flat" cmpd="sng" algn="ctr">
                  <a:solidFill>
                    <a:srgbClr val="002BB4"/>
                  </a:solidFill>
                  <a:prstDash val="solid"/>
                  <a:round/>
                  <a:headEnd type="none" w="med" len="med"/>
                  <a:tailEnd type="none" w="med" len="med"/>
                </a14:hiddenLine>
              </a:ext>
            </a:extLst>
          </p:spPr>
          <p:txBody>
            <a:bodyPr vert="horz" wrap="none" lIns="91440" tIns="45720" rIns="91440" bIns="45720" numCol="1" rtlCol="0" anchor="ctr" anchorCtr="0" compatLnSpc="1">
              <a:prstTxWarp prst="textNoShape">
                <a:avLst/>
              </a:prstTxWarp>
            </a:bodyPr>
            <a:lstStyle/>
            <a:p>
              <a:pPr fontAlgn="base">
                <a:spcBef>
                  <a:spcPct val="0"/>
                </a:spcBef>
                <a:spcAft>
                  <a:spcPct val="0"/>
                </a:spcAft>
              </a:pPr>
              <a:endParaRPr lang="zh-CN" altLang="en-US" sz="2400">
                <a:latin typeface="Tahoma" pitchFamily="34" charset="0"/>
                <a:ea typeface="Dotum" pitchFamily="34" charset="-127"/>
              </a:endParaRPr>
            </a:p>
          </p:txBody>
        </p:sp>
        <p:sp>
          <p:nvSpPr>
            <p:cNvPr id="17" name="TypeText"/>
            <p:cNvSpPr txBox="1"/>
            <p:nvPr>
              <p:custDataLst>
                <p:tags r:id="rId17"/>
              </p:custDataLst>
            </p:nvPr>
          </p:nvSpPr>
          <p:spPr>
            <a:xfrm>
              <a:off x="-1270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a:ea typeface="Microsoft Yahei"/>
                  <a:sym typeface="Microsoft Yahei"/>
                </a:rPr>
                <a:t>单选题</a:t>
              </a:r>
            </a:p>
          </p:txBody>
        </p:sp>
        <p:sp>
          <p:nvSpPr>
            <p:cNvPr id="18" name="TipText"/>
            <p:cNvSpPr txBox="1"/>
            <p:nvPr>
              <p:custDataLst>
                <p:tags r:id="rId18"/>
              </p:custDataLst>
            </p:nvPr>
          </p:nvSpPr>
          <p:spPr>
            <a:xfrm>
              <a:off x="1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a:ea typeface="Microsoft Yahei"/>
                  <a:sym typeface="Microsoft Yahei"/>
                </a:rPr>
                <a:t>1</a:t>
              </a:r>
              <a:r>
                <a:rPr lang="zh-CN" altLang="en-US" sz="2000">
                  <a:solidFill>
                    <a:srgbClr val="808080"/>
                  </a:solidFill>
                  <a:latin typeface="Microsoft Yahei"/>
                  <a:ea typeface="Microsoft Yahei"/>
                  <a:sym typeface="Microsoft Yahei"/>
                </a:rPr>
                <a:t>分</a:t>
              </a:r>
            </a:p>
          </p:txBody>
        </p:sp>
      </p:grpSp>
      <p:pic>
        <p:nvPicPr>
          <p:cNvPr id="4" name="图片 3"/>
          <p:cNvPicPr>
            <a:picLocks/>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3" name="文本框 2"/>
          <p:cNvSpPr txBox="1"/>
          <p:nvPr>
            <p:custDataLst>
              <p:tags r:id="rId14"/>
            </p:custDataLst>
          </p:nvPr>
        </p:nvSpPr>
        <p:spPr>
          <a:xfrm>
            <a:off x="1219200" y="635000"/>
            <a:ext cx="9753600" cy="487680"/>
          </a:xfrm>
          <a:prstGeom prst="rect">
            <a:avLst/>
          </a:prstGeom>
          <a:solidFill>
            <a:srgbClr val="FBFAEF">
              <a:alpha val="90000"/>
            </a:srgbClr>
          </a:solidFill>
        </p:spPr>
        <p:txBody>
          <a:bodyPr vert="horz" wrap="none" rtlCol="0" anchor="ctr" anchorCtr="1">
            <a:noAutofit/>
          </a:bodyPr>
          <a:lstStyle/>
          <a:p>
            <a:endParaRPr lang="zh-CN" altLang="en-US" sz="1600" dirty="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Tree>
    <p:custDataLst>
      <p:tags r:id="rId1"/>
    </p:custDataLst>
    <p:extLst>
      <p:ext uri="{BB962C8B-B14F-4D97-AF65-F5344CB8AC3E}">
        <p14:creationId xmlns:p14="http://schemas.microsoft.com/office/powerpoint/2010/main" val="1810310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arn(outVertical)">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a:xfrm>
            <a:off x="2338388" y="69850"/>
            <a:ext cx="6883400" cy="782638"/>
          </a:xfrm>
        </p:spPr>
        <p:txBody>
          <a:bodyPr/>
          <a:lstStyle/>
          <a:p>
            <a:r>
              <a:rPr lang="zh-CN" altLang="zh-CN" sz="3200" b="1">
                <a:solidFill>
                  <a:schemeClr val="tx1"/>
                </a:solidFill>
                <a:latin typeface="楷体_GB2312" pitchFamily="49" charset="-122"/>
                <a:ea typeface="楷体_GB2312" pitchFamily="49" charset="-122"/>
              </a:rPr>
              <a:t>2.</a:t>
            </a:r>
            <a:r>
              <a:rPr lang="zh-CN" altLang="en-US" sz="3200" b="1">
                <a:solidFill>
                  <a:schemeClr val="tx1"/>
                </a:solidFill>
                <a:latin typeface="楷体_GB2312" pitchFamily="49" charset="-122"/>
                <a:ea typeface="楷体_GB2312" pitchFamily="49" charset="-122"/>
              </a:rPr>
              <a:t>格式输入函数</a:t>
            </a:r>
            <a:r>
              <a:rPr lang="zh-CN" altLang="en-US" sz="2800" b="1">
                <a:solidFill>
                  <a:schemeClr val="tx1"/>
                </a:solidFill>
                <a:ea typeface="黑体" pitchFamily="49" charset="-122"/>
              </a:rPr>
              <a:t>  </a:t>
            </a:r>
            <a:r>
              <a:rPr lang="zh-CN" altLang="zh-CN" sz="2800" b="1">
                <a:solidFill>
                  <a:srgbClr val="0000B4"/>
                </a:solidFill>
                <a:latin typeface="Arial" pitchFamily="34" charset="0"/>
                <a:ea typeface="黑体" pitchFamily="49" charset="-122"/>
              </a:rPr>
              <a:t>scanf</a:t>
            </a:r>
            <a:r>
              <a:rPr lang="zh-CN" altLang="zh-CN" sz="2800" b="1">
                <a:solidFill>
                  <a:srgbClr val="0000B4"/>
                </a:solidFill>
                <a:latin typeface="Times New Roman" pitchFamily="18" charset="0"/>
                <a:ea typeface="黑体" pitchFamily="49" charset="-122"/>
              </a:rPr>
              <a:t>( )</a:t>
            </a:r>
          </a:p>
        </p:txBody>
      </p:sp>
      <p:sp>
        <p:nvSpPr>
          <p:cNvPr id="190467" name="Rectangle 3"/>
          <p:cNvSpPr>
            <a:spLocks noGrp="1" noChangeArrowheads="1"/>
          </p:cNvSpPr>
          <p:nvPr>
            <p:ph type="body" idx="1"/>
          </p:nvPr>
        </p:nvSpPr>
        <p:spPr>
          <a:xfrm>
            <a:off x="2163763" y="1433513"/>
            <a:ext cx="8064500" cy="4114800"/>
          </a:xfrm>
        </p:spPr>
        <p:txBody>
          <a:bodyPr/>
          <a:lstStyle/>
          <a:p>
            <a:pPr marL="185738" indent="-185738" algn="just">
              <a:spcBef>
                <a:spcPct val="35000"/>
              </a:spcBef>
              <a:buClr>
                <a:srgbClr val="008000"/>
              </a:buClr>
              <a:buSzPct val="45000"/>
              <a:buFont typeface="Wingdings" pitchFamily="2" charset="2"/>
              <a:buChar char="l"/>
            </a:pPr>
            <a:r>
              <a:rPr lang="zh-CN" altLang="en-US" sz="2800" b="1">
                <a:latin typeface="Times New Roman" pitchFamily="18" charset="0"/>
                <a:ea typeface="黑体" pitchFamily="49" charset="-122"/>
              </a:rPr>
              <a:t>格式</a:t>
            </a:r>
            <a:r>
              <a:rPr lang="zh-CN" altLang="zh-CN" sz="2800" b="1">
                <a:latin typeface="Times New Roman" pitchFamily="18" charset="0"/>
                <a:ea typeface="黑体" pitchFamily="49" charset="-122"/>
              </a:rPr>
              <a:t>:</a:t>
            </a:r>
            <a:endParaRPr lang="zh-CN" altLang="zh-CN" sz="2800" b="1">
              <a:ea typeface="黑体" pitchFamily="49" charset="-122"/>
            </a:endParaRPr>
          </a:p>
          <a:p>
            <a:pPr marL="185738" indent="-185738" algn="just">
              <a:spcBef>
                <a:spcPct val="65000"/>
              </a:spcBef>
              <a:spcAft>
                <a:spcPct val="30000"/>
              </a:spcAft>
              <a:buClr>
                <a:srgbClr val="008000"/>
              </a:buClr>
              <a:buSzPct val="45000"/>
              <a:buNone/>
            </a:pPr>
            <a:r>
              <a:rPr lang="zh-CN" altLang="zh-CN" sz="2800" b="1">
                <a:ea typeface="文鼎书宋简" charset="-122"/>
              </a:rPr>
              <a:t>           </a:t>
            </a:r>
            <a:r>
              <a:rPr lang="zh-CN" altLang="zh-CN" sz="2800" b="1">
                <a:solidFill>
                  <a:schemeClr val="hlink"/>
                </a:solidFill>
                <a:latin typeface="Arial" pitchFamily="34" charset="0"/>
                <a:ea typeface="文鼎书宋简" charset="-122"/>
              </a:rPr>
              <a:t>scanf</a:t>
            </a:r>
            <a:r>
              <a:rPr lang="zh-CN" altLang="zh-CN" sz="2800" b="1">
                <a:solidFill>
                  <a:schemeClr val="hlink"/>
                </a:solidFill>
                <a:latin typeface="Times New Roman" pitchFamily="18" charset="0"/>
                <a:ea typeface="文鼎书宋简" charset="-122"/>
              </a:rPr>
              <a:t>(“</a:t>
            </a:r>
            <a:r>
              <a:rPr lang="zh-CN" altLang="en-US" sz="2800" b="1">
                <a:solidFill>
                  <a:schemeClr val="hlink"/>
                </a:solidFill>
                <a:latin typeface="Times New Roman" pitchFamily="18" charset="0"/>
                <a:ea typeface="黑体" pitchFamily="49" charset="-122"/>
              </a:rPr>
              <a:t>格式控制</a:t>
            </a:r>
            <a:r>
              <a:rPr lang="zh-CN" altLang="en-US" sz="2800" b="1">
                <a:solidFill>
                  <a:schemeClr val="hlink"/>
                </a:solidFill>
                <a:latin typeface="Times New Roman" pitchFamily="18" charset="0"/>
                <a:ea typeface="文鼎书宋简" charset="-122"/>
              </a:rPr>
              <a:t>”</a:t>
            </a:r>
            <a:r>
              <a:rPr lang="zh-CN" altLang="en-US" sz="2800" b="1">
                <a:latin typeface="Times New Roman" pitchFamily="18" charset="0"/>
                <a:ea typeface="文鼎书宋简" charset="-122"/>
              </a:rPr>
              <a:t>，</a:t>
            </a:r>
            <a:r>
              <a:rPr lang="zh-CN" altLang="en-US" sz="2800" b="1">
                <a:solidFill>
                  <a:schemeClr val="hlink"/>
                </a:solidFill>
                <a:latin typeface="Times New Roman" pitchFamily="18" charset="0"/>
                <a:ea typeface="黑体" pitchFamily="49" charset="-122"/>
              </a:rPr>
              <a:t>地址表列 </a:t>
            </a:r>
            <a:r>
              <a:rPr lang="zh-CN" altLang="zh-CN" sz="2800" b="1">
                <a:solidFill>
                  <a:schemeClr val="hlink"/>
                </a:solidFill>
                <a:latin typeface="Times New Roman" pitchFamily="18" charset="0"/>
                <a:ea typeface="文鼎书宋简" charset="-122"/>
              </a:rPr>
              <a:t>);</a:t>
            </a:r>
          </a:p>
          <a:p>
            <a:pPr marL="185738" indent="-185738" algn="just">
              <a:lnSpc>
                <a:spcPct val="110000"/>
              </a:lnSpc>
              <a:spcBef>
                <a:spcPct val="40000"/>
              </a:spcBef>
              <a:buClr>
                <a:srgbClr val="008000"/>
              </a:buClr>
              <a:buSzPct val="45000"/>
              <a:buFont typeface="Wingdings" pitchFamily="2" charset="2"/>
              <a:buChar char="l"/>
            </a:pPr>
            <a:r>
              <a:rPr lang="zh-CN" altLang="en-US" sz="2800" b="1">
                <a:ea typeface="黑体" pitchFamily="49" charset="-122"/>
              </a:rPr>
              <a:t>功能</a:t>
            </a:r>
            <a:r>
              <a:rPr lang="zh-CN" altLang="zh-CN" sz="2800" b="1">
                <a:latin typeface="Times New Roman" pitchFamily="18" charset="0"/>
                <a:ea typeface="黑体" pitchFamily="49" charset="-122"/>
              </a:rPr>
              <a:t>:</a:t>
            </a:r>
          </a:p>
          <a:p>
            <a:pPr marL="185738" indent="-185738" algn="just">
              <a:lnSpc>
                <a:spcPct val="120000"/>
              </a:lnSpc>
              <a:buClr>
                <a:srgbClr val="009900"/>
              </a:buClr>
              <a:buSzPct val="85000"/>
              <a:buNone/>
            </a:pPr>
            <a:r>
              <a:rPr lang="zh-CN" altLang="zh-CN" sz="2800" b="1">
                <a:latin typeface="黑体" pitchFamily="49" charset="-122"/>
                <a:ea typeface="黑体" pitchFamily="49" charset="-122"/>
              </a:rPr>
              <a:t>     </a:t>
            </a:r>
            <a:r>
              <a:rPr lang="zh-CN" altLang="en-US" sz="2800" b="1">
                <a:latin typeface="黑体" pitchFamily="49" charset="-122"/>
                <a:ea typeface="黑体" pitchFamily="49" charset="-122"/>
              </a:rPr>
              <a:t>按格式控制所规定的格式</a:t>
            </a:r>
            <a:r>
              <a:rPr lang="zh-CN" altLang="zh-CN" sz="2800" b="1">
                <a:latin typeface="Times New Roman" pitchFamily="18" charset="0"/>
                <a:ea typeface="黑体" pitchFamily="49" charset="-122"/>
              </a:rPr>
              <a:t>, </a:t>
            </a:r>
            <a:r>
              <a:rPr lang="zh-CN" altLang="en-US" sz="2800" b="1">
                <a:latin typeface="黑体" pitchFamily="49" charset="-122"/>
                <a:ea typeface="黑体" pitchFamily="49" charset="-122"/>
              </a:rPr>
              <a:t>从指定的输入设备</a:t>
            </a:r>
            <a:r>
              <a:rPr lang="zh-CN" altLang="zh-CN" sz="2800" b="1">
                <a:latin typeface="黑体" pitchFamily="49" charset="-122"/>
                <a:ea typeface="黑体" pitchFamily="49" charset="-122"/>
              </a:rPr>
              <a:t>(</a:t>
            </a:r>
            <a:r>
              <a:rPr lang="zh-CN" altLang="en-US" sz="2800" b="1">
                <a:latin typeface="黑体" pitchFamily="49" charset="-122"/>
                <a:ea typeface="黑体" pitchFamily="49" charset="-122"/>
              </a:rPr>
              <a:t>一般为键盘</a:t>
            </a:r>
            <a:r>
              <a:rPr lang="zh-CN" altLang="zh-CN" sz="2800" b="1">
                <a:latin typeface="黑体" pitchFamily="49" charset="-122"/>
                <a:ea typeface="黑体" pitchFamily="49" charset="-122"/>
              </a:rPr>
              <a:t>)</a:t>
            </a:r>
            <a:r>
              <a:rPr lang="zh-CN" altLang="en-US" sz="2800" b="1">
                <a:latin typeface="黑体" pitchFamily="49" charset="-122"/>
                <a:ea typeface="黑体" pitchFamily="49" charset="-122"/>
              </a:rPr>
              <a:t>上把数据输入到指定的变量中。</a:t>
            </a:r>
          </a:p>
          <a:p>
            <a:pPr marL="185738" indent="-185738">
              <a:buNone/>
            </a:pPr>
            <a:endParaRPr lang="zh-CN" altLang="zh-CN" sz="2800">
              <a:latin typeface="黑体" pitchFamily="49" charset="-122"/>
              <a:ea typeface="黑体" pitchFamily="49" charset="-122"/>
            </a:endParaRPr>
          </a:p>
        </p:txBody>
      </p:sp>
    </p:spTree>
    <p:extLst>
      <p:ext uri="{BB962C8B-B14F-4D97-AF65-F5344CB8AC3E}">
        <p14:creationId xmlns:p14="http://schemas.microsoft.com/office/powerpoint/2010/main" val="22063737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body" idx="1"/>
          </p:nvPr>
        </p:nvSpPr>
        <p:spPr>
          <a:xfrm>
            <a:off x="2109788" y="1717961"/>
            <a:ext cx="8139113" cy="4824413"/>
          </a:xfrm>
        </p:spPr>
        <p:txBody>
          <a:bodyPr/>
          <a:lstStyle/>
          <a:p>
            <a:pPr marL="0" indent="0" algn="just">
              <a:lnSpc>
                <a:spcPct val="110000"/>
              </a:lnSpc>
              <a:spcBef>
                <a:spcPct val="35000"/>
              </a:spcBef>
              <a:buClr>
                <a:srgbClr val="008000"/>
              </a:buClr>
              <a:buSzPct val="45000"/>
              <a:buFont typeface="Wingdings" pitchFamily="2" charset="2"/>
              <a:buChar char="l"/>
            </a:pPr>
            <a:r>
              <a:rPr lang="zh-CN" altLang="zh-CN" sz="2400" b="1" dirty="0">
                <a:latin typeface="黑体" pitchFamily="49" charset="-122"/>
                <a:ea typeface="黑体" pitchFamily="49" charset="-122"/>
              </a:rPr>
              <a:t> </a:t>
            </a:r>
            <a:r>
              <a:rPr lang="zh-CN" altLang="en-US" sz="2400" b="1" dirty="0">
                <a:latin typeface="黑体" pitchFamily="49" charset="-122"/>
                <a:ea typeface="黑体" pitchFamily="49" charset="-122"/>
              </a:rPr>
              <a:t>格式控制</a:t>
            </a:r>
            <a:r>
              <a:rPr lang="zh-CN" altLang="zh-CN" sz="2400" b="1" dirty="0">
                <a:latin typeface="Times New Roman" pitchFamily="18" charset="0"/>
                <a:ea typeface="黑体" pitchFamily="49" charset="-122"/>
              </a:rPr>
              <a:t>:</a:t>
            </a:r>
            <a:endParaRPr lang="zh-CN" altLang="zh-CN" sz="2400" b="1" dirty="0">
              <a:latin typeface="Courier New" pitchFamily="49" charset="0"/>
              <a:ea typeface="黑体" pitchFamily="49" charset="-122"/>
            </a:endParaRPr>
          </a:p>
          <a:p>
            <a:pPr marL="530225" lvl="1" indent="-265113">
              <a:lnSpc>
                <a:spcPct val="110000"/>
              </a:lnSpc>
              <a:spcBef>
                <a:spcPct val="35000"/>
              </a:spcBef>
              <a:buClr>
                <a:srgbClr val="008000"/>
              </a:buClr>
              <a:buSzPct val="85000"/>
              <a:buFont typeface="Tahoma" pitchFamily="34" charset="0"/>
              <a:buChar char="−"/>
            </a:pPr>
            <a:r>
              <a:rPr lang="zh-CN" altLang="en-US" b="1" dirty="0">
                <a:solidFill>
                  <a:srgbClr val="FF0000"/>
                </a:solidFill>
                <a:effectLst>
                  <a:outerShdw blurRad="38100" dist="38100" dir="2700000" algn="tl">
                    <a:srgbClr val="000000">
                      <a:alpha val="43137"/>
                    </a:srgbClr>
                  </a:outerShdw>
                </a:effectLst>
                <a:latin typeface="黑体" pitchFamily="49" charset="-122"/>
                <a:ea typeface="黑体" pitchFamily="49" charset="-122"/>
              </a:rPr>
              <a:t>普通字符</a:t>
            </a:r>
            <a:r>
              <a:rPr lang="zh-CN" altLang="zh-CN" b="1" dirty="0">
                <a:solidFill>
                  <a:srgbClr val="FF0000"/>
                </a:solidFill>
                <a:effectLst>
                  <a:outerShdw blurRad="38100" dist="38100" dir="2700000" algn="tl">
                    <a:srgbClr val="000000">
                      <a:alpha val="43137"/>
                    </a:srgbClr>
                  </a:outerShdw>
                </a:effectLst>
                <a:latin typeface="Times New Roman" pitchFamily="18" charset="0"/>
                <a:ea typeface="黑体" pitchFamily="49" charset="-122"/>
              </a:rPr>
              <a:t>:  </a:t>
            </a:r>
            <a:r>
              <a:rPr lang="zh-CN" altLang="en-US" b="1" dirty="0">
                <a:solidFill>
                  <a:srgbClr val="FF0000"/>
                </a:solidFill>
                <a:effectLst>
                  <a:outerShdw blurRad="38100" dist="38100" dir="2700000" algn="tl">
                    <a:srgbClr val="000000">
                      <a:alpha val="43137"/>
                    </a:srgbClr>
                  </a:outerShdw>
                </a:effectLst>
                <a:latin typeface="黑体" pitchFamily="49" charset="-122"/>
                <a:ea typeface="黑体" pitchFamily="49" charset="-122"/>
              </a:rPr>
              <a:t>需原样输入的字符</a:t>
            </a:r>
            <a:r>
              <a:rPr lang="zh-CN" altLang="en-US" sz="2400" b="1" dirty="0">
                <a:latin typeface="黑体" pitchFamily="49" charset="-122"/>
                <a:ea typeface="黑体" pitchFamily="49" charset="-122"/>
              </a:rPr>
              <a:t>。</a:t>
            </a:r>
          </a:p>
          <a:p>
            <a:pPr marL="530225" lvl="1" indent="-265113">
              <a:lnSpc>
                <a:spcPct val="110000"/>
              </a:lnSpc>
              <a:spcBef>
                <a:spcPct val="35000"/>
              </a:spcBef>
              <a:buClr>
                <a:srgbClr val="008000"/>
              </a:buClr>
              <a:buSzPct val="85000"/>
              <a:buFont typeface="Tahoma" pitchFamily="34" charset="0"/>
              <a:buChar char="−"/>
            </a:pPr>
            <a:r>
              <a:rPr lang="zh-CN" altLang="en-US" sz="2400" b="1" dirty="0">
                <a:latin typeface="黑体" pitchFamily="49" charset="-122"/>
                <a:ea typeface="黑体" pitchFamily="49" charset="-122"/>
              </a:rPr>
              <a:t>格式说明</a:t>
            </a:r>
            <a:r>
              <a:rPr lang="zh-CN" altLang="zh-CN" sz="2400" b="1" dirty="0">
                <a:latin typeface="Times New Roman" pitchFamily="18" charset="0"/>
                <a:ea typeface="黑体" pitchFamily="49" charset="-122"/>
              </a:rPr>
              <a:t>:  </a:t>
            </a:r>
            <a:r>
              <a:rPr lang="zh-CN" altLang="en-US" sz="2400" b="1" dirty="0">
                <a:latin typeface="黑体" pitchFamily="49" charset="-122"/>
                <a:ea typeface="黑体" pitchFamily="49" charset="-122"/>
              </a:rPr>
              <a:t>用于指定需输入数据的输入格式</a:t>
            </a:r>
            <a:endParaRPr lang="zh-CN" altLang="en-US" sz="2400" dirty="0">
              <a:latin typeface="黑体" pitchFamily="49" charset="-122"/>
              <a:ea typeface="黑体" pitchFamily="49" charset="-122"/>
            </a:endParaRPr>
          </a:p>
          <a:p>
            <a:pPr marL="530225" lvl="1" indent="-265113">
              <a:lnSpc>
                <a:spcPct val="115000"/>
              </a:lnSpc>
              <a:spcBef>
                <a:spcPct val="45000"/>
              </a:spcBef>
              <a:spcAft>
                <a:spcPct val="5000"/>
              </a:spcAft>
              <a:buNone/>
            </a:pPr>
            <a:r>
              <a:rPr lang="zh-CN" altLang="en-US" sz="2400" b="1" dirty="0">
                <a:latin typeface="Lucida Sans" pitchFamily="34" charset="0"/>
                <a:ea typeface="黑体" pitchFamily="49" charset="-122"/>
              </a:rPr>
              <a:t>         形式</a:t>
            </a:r>
            <a:r>
              <a:rPr lang="zh-CN" altLang="zh-CN" sz="2400" b="1" dirty="0">
                <a:latin typeface="Times New Roman" pitchFamily="18" charset="0"/>
                <a:ea typeface="黑体" pitchFamily="49" charset="-122"/>
              </a:rPr>
              <a:t>:</a:t>
            </a:r>
            <a:r>
              <a:rPr lang="zh-CN" altLang="zh-CN" sz="2400" dirty="0">
                <a:solidFill>
                  <a:srgbClr val="FF0000"/>
                </a:solidFill>
                <a:latin typeface="Lucida Sans" pitchFamily="34" charset="0"/>
              </a:rPr>
              <a:t>  </a:t>
            </a:r>
            <a:r>
              <a:rPr lang="zh-CN" altLang="zh-CN" sz="2400" b="1" dirty="0"/>
              <a:t>%</a:t>
            </a:r>
            <a:r>
              <a:rPr lang="zh-CN" altLang="zh-CN" sz="2400" b="1" dirty="0">
                <a:latin typeface="Times New Roman" pitchFamily="18" charset="0"/>
              </a:rPr>
              <a:t>[</a:t>
            </a:r>
            <a:r>
              <a:rPr lang="zh-CN" altLang="zh-CN" sz="2400" b="1" dirty="0">
                <a:solidFill>
                  <a:srgbClr val="FF0000"/>
                </a:solidFill>
                <a:latin typeface="Times New Roman" pitchFamily="18" charset="0"/>
              </a:rPr>
              <a:t> </a:t>
            </a:r>
            <a:r>
              <a:rPr lang="zh-CN" altLang="en-US" sz="2400" b="1" dirty="0">
                <a:solidFill>
                  <a:srgbClr val="FF0000"/>
                </a:solidFill>
                <a:latin typeface="Lucida Sans" pitchFamily="34" charset="0"/>
                <a:ea typeface="黑体" pitchFamily="49" charset="-122"/>
                <a:hlinkClick r:id="rId2" action="ppaction://hlinksldjump"/>
              </a:rPr>
              <a:t>修饰符</a:t>
            </a:r>
            <a:r>
              <a:rPr lang="zh-CN" altLang="en-US" sz="2400" b="1" dirty="0">
                <a:solidFill>
                  <a:srgbClr val="FF0000"/>
                </a:solidFill>
                <a:latin typeface="Lucida Sans" pitchFamily="34" charset="0"/>
                <a:hlinkClick r:id="rId2" action="ppaction://hlinksldjump"/>
              </a:rPr>
              <a:t> </a:t>
            </a:r>
            <a:r>
              <a:rPr lang="zh-CN" altLang="zh-CN" sz="2400" b="1" dirty="0">
                <a:latin typeface="Times New Roman" pitchFamily="18" charset="0"/>
              </a:rPr>
              <a:t>]</a:t>
            </a:r>
            <a:r>
              <a:rPr lang="zh-CN" altLang="zh-CN" sz="2400" b="1" dirty="0">
                <a:latin typeface="Lucida Sans" pitchFamily="34" charset="0"/>
              </a:rPr>
              <a:t> </a:t>
            </a:r>
            <a:r>
              <a:rPr lang="zh-CN" altLang="en-US" sz="2400" b="1" dirty="0">
                <a:solidFill>
                  <a:srgbClr val="FF0000"/>
                </a:solidFill>
                <a:latin typeface="Lucida Sans" pitchFamily="34" charset="0"/>
                <a:ea typeface="黑体" pitchFamily="49" charset="-122"/>
                <a:hlinkClick r:id="rId3" action="ppaction://hlinksldjump"/>
              </a:rPr>
              <a:t>格式字符</a:t>
            </a:r>
            <a:r>
              <a:rPr lang="zh-CN" altLang="en-US" sz="2400" b="1" dirty="0">
                <a:latin typeface="Lucida Sans" pitchFamily="34" charset="0"/>
                <a:hlinkClick r:id="rId3" action="ppaction://hlinksldjump"/>
              </a:rPr>
              <a:t> </a:t>
            </a:r>
            <a:endParaRPr lang="zh-CN" altLang="en-US" sz="2400" b="1" dirty="0">
              <a:latin typeface="黑体" pitchFamily="49" charset="-122"/>
              <a:ea typeface="黑体" pitchFamily="49" charset="-122"/>
            </a:endParaRPr>
          </a:p>
          <a:p>
            <a:pPr marL="0" indent="0" algn="just">
              <a:lnSpc>
                <a:spcPct val="110000"/>
              </a:lnSpc>
              <a:spcBef>
                <a:spcPct val="70000"/>
              </a:spcBef>
              <a:buClr>
                <a:srgbClr val="008000"/>
              </a:buClr>
              <a:buSzPct val="45000"/>
              <a:buFont typeface="Wingdings" pitchFamily="2" charset="2"/>
              <a:buChar char="l"/>
            </a:pPr>
            <a:r>
              <a:rPr lang="zh-CN" altLang="en-US" sz="2400" b="1" dirty="0">
                <a:latin typeface="黑体" pitchFamily="49" charset="-122"/>
                <a:ea typeface="黑体" pitchFamily="49" charset="-122"/>
              </a:rPr>
              <a:t> 地址表列</a:t>
            </a:r>
            <a:r>
              <a:rPr lang="zh-CN" altLang="zh-CN" sz="2400" b="1" dirty="0">
                <a:latin typeface="Times New Roman" pitchFamily="18" charset="0"/>
                <a:ea typeface="黑体" pitchFamily="49" charset="-122"/>
              </a:rPr>
              <a:t>:</a:t>
            </a:r>
            <a:r>
              <a:rPr lang="zh-CN" altLang="zh-CN" sz="2400" b="1" dirty="0">
                <a:latin typeface="黑体" pitchFamily="49" charset="-122"/>
                <a:ea typeface="黑体" pitchFamily="49" charset="-122"/>
              </a:rPr>
              <a:t> </a:t>
            </a:r>
            <a:r>
              <a:rPr lang="zh-CN" altLang="en-US" sz="2400" b="1" dirty="0">
                <a:latin typeface="Courier New" pitchFamily="49" charset="0"/>
                <a:ea typeface="黑体" pitchFamily="49" charset="-122"/>
              </a:rPr>
              <a:t>给出各变量的地址</a:t>
            </a:r>
          </a:p>
          <a:p>
            <a:pPr marL="530225" lvl="1" indent="-265113">
              <a:lnSpc>
                <a:spcPct val="110000"/>
              </a:lnSpc>
              <a:spcBef>
                <a:spcPct val="45000"/>
              </a:spcBef>
              <a:buClr>
                <a:srgbClr val="008000"/>
              </a:buClr>
              <a:buSzPct val="85000"/>
              <a:buFont typeface="Tahoma" pitchFamily="34" charset="0"/>
              <a:buChar char="−"/>
            </a:pPr>
            <a:r>
              <a:rPr lang="zh-CN" altLang="en-US" sz="2400" b="1" dirty="0">
                <a:latin typeface="Times New Roman" pitchFamily="18" charset="0"/>
                <a:ea typeface="文鼎书宋简" charset="-122"/>
              </a:rPr>
              <a:t>“</a:t>
            </a:r>
            <a:r>
              <a:rPr lang="zh-CN" altLang="en-US" sz="2400" b="1" dirty="0">
                <a:latin typeface="Courier New" pitchFamily="49" charset="0"/>
                <a:ea typeface="黑体" pitchFamily="49" charset="-122"/>
              </a:rPr>
              <a:t>地址是由</a:t>
            </a:r>
            <a:r>
              <a:rPr lang="zh-CN" altLang="en-US" sz="2400" b="1" dirty="0">
                <a:latin typeface="Times New Roman" pitchFamily="18" charset="0"/>
                <a:ea typeface="黑体" pitchFamily="49" charset="-122"/>
              </a:rPr>
              <a:t>“</a:t>
            </a:r>
            <a:r>
              <a:rPr lang="zh-CN" altLang="en-US" sz="2400" b="1" dirty="0">
                <a:solidFill>
                  <a:srgbClr val="FF0000"/>
                </a:solidFill>
                <a:latin typeface="Times New Roman" pitchFamily="18" charset="0"/>
                <a:ea typeface="黑体" pitchFamily="49" charset="-122"/>
              </a:rPr>
              <a:t>＆</a:t>
            </a:r>
            <a:r>
              <a:rPr lang="zh-CN" altLang="en-US" sz="2400" b="1" dirty="0">
                <a:latin typeface="Times New Roman" pitchFamily="18" charset="0"/>
                <a:ea typeface="黑体" pitchFamily="49" charset="-122"/>
              </a:rPr>
              <a:t>”</a:t>
            </a:r>
            <a:r>
              <a:rPr lang="zh-CN" altLang="en-US" sz="2400" b="1" dirty="0">
                <a:latin typeface="Courier New" pitchFamily="49" charset="0"/>
                <a:ea typeface="黑体" pitchFamily="49" charset="-122"/>
              </a:rPr>
              <a:t>运算得到的</a:t>
            </a:r>
          </a:p>
          <a:p>
            <a:pPr marL="530225" lvl="1" indent="-265113">
              <a:lnSpc>
                <a:spcPct val="120000"/>
              </a:lnSpc>
              <a:spcBef>
                <a:spcPct val="30000"/>
              </a:spcBef>
              <a:buClr>
                <a:srgbClr val="008000"/>
              </a:buClr>
              <a:buSzPct val="85000"/>
              <a:buFont typeface="Tahoma" pitchFamily="34" charset="0"/>
              <a:buChar char="−"/>
            </a:pPr>
            <a:r>
              <a:rPr lang="zh-CN" altLang="en-US" sz="2400" b="1" dirty="0">
                <a:solidFill>
                  <a:srgbClr val="FF0000"/>
                </a:solidFill>
                <a:latin typeface="Times New Roman" pitchFamily="18" charset="0"/>
                <a:ea typeface="黑体" pitchFamily="49" charset="-122"/>
              </a:rPr>
              <a:t>“</a:t>
            </a:r>
            <a:r>
              <a:rPr lang="zh-CN" altLang="en-US" sz="2400" b="1" dirty="0">
                <a:solidFill>
                  <a:srgbClr val="FF0000"/>
                </a:solidFill>
                <a:latin typeface="Courier New" pitchFamily="49" charset="0"/>
                <a:ea typeface="黑体" pitchFamily="49" charset="-122"/>
              </a:rPr>
              <a:t>＆</a:t>
            </a:r>
            <a:r>
              <a:rPr lang="zh-CN" altLang="en-US" sz="2400" b="1" dirty="0">
                <a:solidFill>
                  <a:srgbClr val="FF0000"/>
                </a:solidFill>
                <a:latin typeface="Times New Roman" pitchFamily="18" charset="0"/>
                <a:ea typeface="黑体" pitchFamily="49" charset="-122"/>
              </a:rPr>
              <a:t>”</a:t>
            </a:r>
            <a:r>
              <a:rPr lang="zh-CN" altLang="en-US" sz="2400" b="1" dirty="0">
                <a:solidFill>
                  <a:srgbClr val="FF0000"/>
                </a:solidFill>
                <a:latin typeface="Courier New" pitchFamily="49" charset="0"/>
                <a:ea typeface="黑体" pitchFamily="49" charset="-122"/>
              </a:rPr>
              <a:t>是取地址运算符</a:t>
            </a:r>
            <a:r>
              <a:rPr lang="zh-CN" altLang="zh-CN" sz="2400" b="1" dirty="0">
                <a:solidFill>
                  <a:srgbClr val="FF0000"/>
                </a:solidFill>
                <a:latin typeface="Times New Roman" pitchFamily="18" charset="0"/>
                <a:ea typeface="黑体" pitchFamily="49" charset="-122"/>
              </a:rPr>
              <a:t>, </a:t>
            </a:r>
            <a:r>
              <a:rPr lang="zh-CN" altLang="en-US" sz="2400" b="1" dirty="0">
                <a:solidFill>
                  <a:srgbClr val="FF0000"/>
                </a:solidFill>
                <a:ea typeface="黑体" pitchFamily="49" charset="-122"/>
              </a:rPr>
              <a:t>得到变量在内存中的地址。</a:t>
            </a:r>
            <a:r>
              <a:rPr lang="zh-CN" altLang="en-US" sz="2400" b="1" dirty="0">
                <a:solidFill>
                  <a:srgbClr val="FF0000"/>
                </a:solidFill>
                <a:latin typeface="Courier New" pitchFamily="49" charset="0"/>
                <a:ea typeface="黑体" pitchFamily="49" charset="-122"/>
              </a:rPr>
              <a:t>单目运算符，右结合性。</a:t>
            </a:r>
          </a:p>
        </p:txBody>
      </p:sp>
      <p:sp>
        <p:nvSpPr>
          <p:cNvPr id="191491" name="Text Box 3"/>
          <p:cNvSpPr txBox="1">
            <a:spLocks noChangeArrowheads="1"/>
          </p:cNvSpPr>
          <p:nvPr/>
        </p:nvSpPr>
        <p:spPr bwMode="auto">
          <a:xfrm>
            <a:off x="2782888" y="161926"/>
            <a:ext cx="67040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fontAlgn="base" hangingPunct="0">
              <a:spcBef>
                <a:spcPct val="0"/>
              </a:spcBef>
              <a:spcAft>
                <a:spcPct val="0"/>
              </a:spcAft>
            </a:pPr>
            <a:r>
              <a:rPr lang="zh-CN" altLang="zh-CN" sz="2800" b="1">
                <a:solidFill>
                  <a:srgbClr val="000000"/>
                </a:solidFill>
                <a:ea typeface="黑体" pitchFamily="49" charset="-122"/>
              </a:rPr>
              <a:t>  </a:t>
            </a:r>
            <a:r>
              <a:rPr lang="zh-CN" altLang="zh-CN" sz="2800" b="1">
                <a:solidFill>
                  <a:srgbClr val="000000"/>
                </a:solidFill>
                <a:latin typeface="Arial" pitchFamily="34" charset="0"/>
                <a:ea typeface="黑体" pitchFamily="49" charset="-122"/>
              </a:rPr>
              <a:t>scanf</a:t>
            </a:r>
            <a:r>
              <a:rPr lang="zh-CN" altLang="zh-CN" sz="2800" b="1">
                <a:solidFill>
                  <a:srgbClr val="000000"/>
                </a:solidFill>
                <a:latin typeface="Times New Roman" pitchFamily="18" charset="0"/>
                <a:ea typeface="黑体" pitchFamily="49" charset="-122"/>
              </a:rPr>
              <a:t>( “</a:t>
            </a:r>
            <a:r>
              <a:rPr lang="zh-CN" altLang="zh-CN" sz="2000" b="1">
                <a:solidFill>
                  <a:srgbClr val="3333CC"/>
                </a:solidFill>
                <a:ea typeface="黑体" pitchFamily="49" charset="-122"/>
              </a:rPr>
              <a:t> </a:t>
            </a:r>
            <a:r>
              <a:rPr lang="zh-CN" altLang="zh-CN" sz="2800" b="1">
                <a:solidFill>
                  <a:srgbClr val="000000"/>
                </a:solidFill>
                <a:latin typeface="Arial" pitchFamily="34" charset="0"/>
                <a:ea typeface="黑体" pitchFamily="49" charset="-122"/>
              </a:rPr>
              <a:t>%d</a:t>
            </a:r>
            <a:r>
              <a:rPr lang="zh-CN" altLang="zh-CN" sz="2000" b="1">
                <a:solidFill>
                  <a:srgbClr val="000000"/>
                </a:solidFill>
                <a:latin typeface="Times New Roman" pitchFamily="18" charset="0"/>
                <a:ea typeface="黑体" pitchFamily="49" charset="-122"/>
              </a:rPr>
              <a:t> </a:t>
            </a:r>
            <a:r>
              <a:rPr lang="zh-CN" altLang="zh-CN" sz="2800" b="1">
                <a:solidFill>
                  <a:srgbClr val="002BB4"/>
                </a:solidFill>
                <a:latin typeface="Times New Roman" pitchFamily="18" charset="0"/>
                <a:ea typeface="黑体" pitchFamily="49" charset="-122"/>
              </a:rPr>
              <a:t>,</a:t>
            </a:r>
            <a:r>
              <a:rPr lang="zh-CN" altLang="zh-CN" sz="2000" b="1">
                <a:solidFill>
                  <a:srgbClr val="3333CC"/>
                </a:solidFill>
                <a:ea typeface="黑体" pitchFamily="49" charset="-122"/>
              </a:rPr>
              <a:t> </a:t>
            </a:r>
            <a:r>
              <a:rPr lang="zh-CN" altLang="zh-CN" sz="2800" b="1">
                <a:solidFill>
                  <a:srgbClr val="000000"/>
                </a:solidFill>
                <a:latin typeface="Arial" pitchFamily="34" charset="0"/>
                <a:ea typeface="黑体" pitchFamily="49" charset="-122"/>
              </a:rPr>
              <a:t>%d</a:t>
            </a:r>
            <a:r>
              <a:rPr lang="zh-CN" altLang="zh-CN" sz="2800" b="1">
                <a:solidFill>
                  <a:srgbClr val="000000"/>
                </a:solidFill>
                <a:ea typeface="黑体" pitchFamily="49" charset="-122"/>
              </a:rPr>
              <a:t> </a:t>
            </a:r>
            <a:r>
              <a:rPr lang="zh-CN" altLang="zh-CN" sz="2800" b="1">
                <a:solidFill>
                  <a:srgbClr val="000000"/>
                </a:solidFill>
                <a:latin typeface="Times New Roman" pitchFamily="18" charset="0"/>
                <a:ea typeface="黑体" pitchFamily="49" charset="-122"/>
              </a:rPr>
              <a:t>”,</a:t>
            </a:r>
            <a:r>
              <a:rPr lang="zh-CN" altLang="zh-CN" sz="2800" b="1">
                <a:solidFill>
                  <a:srgbClr val="000000"/>
                </a:solidFill>
                <a:ea typeface="黑体" pitchFamily="49" charset="-122"/>
              </a:rPr>
              <a:t> </a:t>
            </a:r>
            <a:r>
              <a:rPr lang="zh-CN" altLang="zh-CN" sz="2800">
                <a:solidFill>
                  <a:srgbClr val="000000"/>
                </a:solidFill>
                <a:ea typeface="黑体" pitchFamily="49" charset="-122"/>
              </a:rPr>
              <a:t>&amp;</a:t>
            </a:r>
            <a:r>
              <a:rPr lang="zh-CN" altLang="zh-CN" sz="2800" b="1">
                <a:solidFill>
                  <a:srgbClr val="000000"/>
                </a:solidFill>
                <a:latin typeface="Arial" pitchFamily="34" charset="0"/>
                <a:ea typeface="黑体" pitchFamily="49" charset="-122"/>
              </a:rPr>
              <a:t>a</a:t>
            </a:r>
            <a:r>
              <a:rPr lang="zh-CN" altLang="zh-CN" sz="2800" b="1">
                <a:solidFill>
                  <a:srgbClr val="000000"/>
                </a:solidFill>
                <a:latin typeface="Times New Roman" pitchFamily="18" charset="0"/>
                <a:ea typeface="黑体" pitchFamily="49" charset="-122"/>
              </a:rPr>
              <a:t>,</a:t>
            </a:r>
            <a:r>
              <a:rPr lang="zh-CN" altLang="zh-CN" sz="2800" b="1">
                <a:solidFill>
                  <a:srgbClr val="000000"/>
                </a:solidFill>
                <a:ea typeface="黑体" pitchFamily="49" charset="-122"/>
              </a:rPr>
              <a:t> </a:t>
            </a:r>
            <a:r>
              <a:rPr lang="zh-CN" altLang="zh-CN" sz="2800">
                <a:solidFill>
                  <a:srgbClr val="000000"/>
                </a:solidFill>
                <a:ea typeface="黑体" pitchFamily="49" charset="-122"/>
              </a:rPr>
              <a:t>&amp;</a:t>
            </a:r>
            <a:r>
              <a:rPr lang="zh-CN" altLang="zh-CN" sz="2800" b="1">
                <a:solidFill>
                  <a:srgbClr val="000000"/>
                </a:solidFill>
                <a:latin typeface="Arial" pitchFamily="34" charset="0"/>
                <a:ea typeface="黑体" pitchFamily="49" charset="-122"/>
              </a:rPr>
              <a:t>b</a:t>
            </a:r>
            <a:r>
              <a:rPr lang="zh-CN" altLang="zh-CN" sz="2800" b="1">
                <a:solidFill>
                  <a:srgbClr val="000000"/>
                </a:solidFill>
                <a:ea typeface="黑体" pitchFamily="49" charset="-122"/>
              </a:rPr>
              <a:t> </a:t>
            </a:r>
            <a:r>
              <a:rPr lang="zh-CN" altLang="zh-CN" sz="2800" b="1">
                <a:solidFill>
                  <a:srgbClr val="000000"/>
                </a:solidFill>
                <a:latin typeface="Times New Roman" pitchFamily="18" charset="0"/>
                <a:ea typeface="黑体" pitchFamily="49" charset="-122"/>
              </a:rPr>
              <a:t>) ;</a:t>
            </a:r>
            <a:endParaRPr lang="zh-CN" altLang="zh-CN" sz="2800">
              <a:solidFill>
                <a:srgbClr val="000000"/>
              </a:solidFill>
              <a:latin typeface="Times New Roman" pitchFamily="18" charset="0"/>
            </a:endParaRPr>
          </a:p>
        </p:txBody>
      </p:sp>
      <p:sp>
        <p:nvSpPr>
          <p:cNvPr id="191492" name="Text Box 4"/>
          <p:cNvSpPr txBox="1">
            <a:spLocks noChangeArrowheads="1"/>
          </p:cNvSpPr>
          <p:nvPr/>
        </p:nvSpPr>
        <p:spPr bwMode="auto">
          <a:xfrm>
            <a:off x="4799013" y="732355"/>
            <a:ext cx="12715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fontAlgn="base" hangingPunct="0">
              <a:spcBef>
                <a:spcPct val="0"/>
              </a:spcBef>
              <a:spcAft>
                <a:spcPct val="0"/>
              </a:spcAft>
            </a:pPr>
            <a:r>
              <a:rPr lang="zh-CN" altLang="en-US" sz="2000" b="1" dirty="0">
                <a:solidFill>
                  <a:srgbClr val="FF00FF"/>
                </a:solidFill>
                <a:latin typeface="楷体_GB2312" pitchFamily="49" charset="-122"/>
                <a:ea typeface="楷体_GB2312" pitchFamily="49" charset="-122"/>
              </a:rPr>
              <a:t>格式说明</a:t>
            </a:r>
          </a:p>
        </p:txBody>
      </p:sp>
      <p:sp>
        <p:nvSpPr>
          <p:cNvPr id="191493" name="Text Box 5"/>
          <p:cNvSpPr txBox="1">
            <a:spLocks noChangeArrowheads="1"/>
          </p:cNvSpPr>
          <p:nvPr/>
        </p:nvSpPr>
        <p:spPr bwMode="auto">
          <a:xfrm>
            <a:off x="6456041" y="673100"/>
            <a:ext cx="12969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fontAlgn="base" hangingPunct="0">
              <a:spcBef>
                <a:spcPct val="0"/>
              </a:spcBef>
              <a:spcAft>
                <a:spcPct val="0"/>
              </a:spcAft>
            </a:pPr>
            <a:r>
              <a:rPr lang="zh-CN" altLang="en-US" sz="2000" b="1" dirty="0">
                <a:solidFill>
                  <a:srgbClr val="FF00FF"/>
                </a:solidFill>
                <a:latin typeface="Times New Roman" pitchFamily="18" charset="0"/>
                <a:ea typeface="楷体_GB2312" pitchFamily="49" charset="-122"/>
              </a:rPr>
              <a:t>地址表列</a:t>
            </a:r>
            <a:r>
              <a:rPr lang="zh-CN" altLang="en-US" sz="2400" dirty="0">
                <a:solidFill>
                  <a:srgbClr val="000000"/>
                </a:solidFill>
              </a:rPr>
              <a:t> </a:t>
            </a:r>
          </a:p>
        </p:txBody>
      </p:sp>
      <p:grpSp>
        <p:nvGrpSpPr>
          <p:cNvPr id="191494" name="Group 6"/>
          <p:cNvGrpSpPr>
            <a:grpSpLocks/>
          </p:cNvGrpSpPr>
          <p:nvPr/>
        </p:nvGrpSpPr>
        <p:grpSpPr bwMode="auto">
          <a:xfrm>
            <a:off x="4645819" y="649804"/>
            <a:ext cx="1289050" cy="146050"/>
            <a:chOff x="0" y="0"/>
            <a:chExt cx="812" cy="92"/>
          </a:xfrm>
        </p:grpSpPr>
        <p:sp>
          <p:nvSpPr>
            <p:cNvPr id="191495" name="Line 7"/>
            <p:cNvSpPr>
              <a:spLocks noChangeShapeType="1"/>
            </p:cNvSpPr>
            <p:nvPr/>
          </p:nvSpPr>
          <p:spPr bwMode="auto">
            <a:xfrm>
              <a:off x="0" y="12"/>
              <a:ext cx="285" cy="0"/>
            </a:xfrm>
            <a:prstGeom prst="line">
              <a:avLst/>
            </a:prstGeom>
            <a:noFill/>
            <a:ln w="22225"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lang="zh-CN" altLang="en-US" sz="2400">
                <a:solidFill>
                  <a:srgbClr val="000000"/>
                </a:solidFill>
                <a:ea typeface="Dotum" pitchFamily="34" charset="-127"/>
              </a:endParaRPr>
            </a:p>
          </p:txBody>
        </p:sp>
        <p:sp>
          <p:nvSpPr>
            <p:cNvPr id="191496" name="Line 8"/>
            <p:cNvSpPr>
              <a:spLocks noChangeShapeType="1"/>
            </p:cNvSpPr>
            <p:nvPr/>
          </p:nvSpPr>
          <p:spPr bwMode="auto">
            <a:xfrm>
              <a:off x="166" y="12"/>
              <a:ext cx="0" cy="80"/>
            </a:xfrm>
            <a:prstGeom prst="line">
              <a:avLst/>
            </a:prstGeom>
            <a:noFill/>
            <a:ln w="22225"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lang="zh-CN" altLang="en-US" sz="2400">
                <a:solidFill>
                  <a:srgbClr val="000000"/>
                </a:solidFill>
                <a:ea typeface="Dotum" pitchFamily="34" charset="-127"/>
              </a:endParaRPr>
            </a:p>
          </p:txBody>
        </p:sp>
        <p:sp>
          <p:nvSpPr>
            <p:cNvPr id="191497" name="Line 9"/>
            <p:cNvSpPr>
              <a:spLocks noChangeShapeType="1"/>
            </p:cNvSpPr>
            <p:nvPr/>
          </p:nvSpPr>
          <p:spPr bwMode="auto">
            <a:xfrm>
              <a:off x="161" y="88"/>
              <a:ext cx="500" cy="0"/>
            </a:xfrm>
            <a:prstGeom prst="line">
              <a:avLst/>
            </a:prstGeom>
            <a:noFill/>
            <a:ln w="22225"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lang="zh-CN" altLang="en-US" sz="2400">
                <a:solidFill>
                  <a:srgbClr val="000000"/>
                </a:solidFill>
                <a:ea typeface="Dotum" pitchFamily="34" charset="-127"/>
              </a:endParaRPr>
            </a:p>
          </p:txBody>
        </p:sp>
        <p:grpSp>
          <p:nvGrpSpPr>
            <p:cNvPr id="191498" name="Group 10"/>
            <p:cNvGrpSpPr>
              <a:grpSpLocks/>
            </p:cNvGrpSpPr>
            <p:nvPr/>
          </p:nvGrpSpPr>
          <p:grpSpPr bwMode="auto">
            <a:xfrm>
              <a:off x="497" y="0"/>
              <a:ext cx="315" cy="85"/>
              <a:chOff x="0" y="0"/>
              <a:chExt cx="432" cy="144"/>
            </a:xfrm>
          </p:grpSpPr>
          <p:sp>
            <p:nvSpPr>
              <p:cNvPr id="191499" name="Line 11"/>
              <p:cNvSpPr>
                <a:spLocks noChangeShapeType="1"/>
              </p:cNvSpPr>
              <p:nvPr/>
            </p:nvSpPr>
            <p:spPr bwMode="auto">
              <a:xfrm>
                <a:off x="0" y="4"/>
                <a:ext cx="432" cy="0"/>
              </a:xfrm>
              <a:prstGeom prst="line">
                <a:avLst/>
              </a:prstGeom>
              <a:noFill/>
              <a:ln w="22225"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lang="zh-CN" altLang="en-US" sz="2400">
                  <a:solidFill>
                    <a:srgbClr val="000000"/>
                  </a:solidFill>
                  <a:ea typeface="Dotum" pitchFamily="34" charset="-127"/>
                </a:endParaRPr>
              </a:p>
            </p:txBody>
          </p:sp>
          <p:sp>
            <p:nvSpPr>
              <p:cNvPr id="191500" name="Line 12"/>
              <p:cNvSpPr>
                <a:spLocks noChangeShapeType="1"/>
              </p:cNvSpPr>
              <p:nvPr/>
            </p:nvSpPr>
            <p:spPr bwMode="auto">
              <a:xfrm flipV="1">
                <a:off x="209" y="0"/>
                <a:ext cx="0" cy="144"/>
              </a:xfrm>
              <a:prstGeom prst="line">
                <a:avLst/>
              </a:prstGeom>
              <a:noFill/>
              <a:ln w="22225"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lang="zh-CN" altLang="en-US" sz="2400">
                  <a:solidFill>
                    <a:srgbClr val="000000"/>
                  </a:solidFill>
                  <a:ea typeface="Dotum" pitchFamily="34" charset="-127"/>
                </a:endParaRPr>
              </a:p>
            </p:txBody>
          </p:sp>
        </p:grpSp>
      </p:grpSp>
      <p:sp>
        <p:nvSpPr>
          <p:cNvPr id="191501" name="Line 13"/>
          <p:cNvSpPr>
            <a:spLocks noChangeShapeType="1"/>
          </p:cNvSpPr>
          <p:nvPr/>
        </p:nvSpPr>
        <p:spPr bwMode="auto">
          <a:xfrm flipV="1">
            <a:off x="6600056" y="653553"/>
            <a:ext cx="1219200" cy="1587"/>
          </a:xfrm>
          <a:prstGeom prst="line">
            <a:avLst/>
          </a:prstGeom>
          <a:noFill/>
          <a:ln w="22225"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lang="zh-CN" altLang="en-US" sz="2400">
              <a:solidFill>
                <a:srgbClr val="000000"/>
              </a:solidFill>
              <a:ea typeface="Dotum" pitchFamily="34" charset="-127"/>
            </a:endParaRPr>
          </a:p>
        </p:txBody>
      </p:sp>
      <p:sp>
        <p:nvSpPr>
          <p:cNvPr id="191502" name="Text Box 14">
            <a:hlinkClick r:id="rId4" action="ppaction://hlinksldjump"/>
          </p:cNvPr>
          <p:cNvSpPr txBox="1">
            <a:spLocks noChangeArrowheads="1"/>
          </p:cNvSpPr>
          <p:nvPr/>
        </p:nvSpPr>
        <p:spPr bwMode="auto">
          <a:xfrm>
            <a:off x="9829800" y="6515100"/>
            <a:ext cx="838200" cy="336550"/>
          </a:xfrm>
          <a:prstGeom prst="rect">
            <a:avLst/>
          </a:prstGeom>
          <a:solidFill>
            <a:srgbClr val="CC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zh-CN" altLang="en-US" sz="1600" i="1">
                <a:solidFill>
                  <a:srgbClr val="006600"/>
                </a:solidFill>
                <a:latin typeface="华文新魏" pitchFamily="2" charset="-122"/>
                <a:ea typeface="华文新魏" pitchFamily="2" charset="-122"/>
              </a:rPr>
              <a:t>继 续</a:t>
            </a:r>
          </a:p>
        </p:txBody>
      </p:sp>
      <p:grpSp>
        <p:nvGrpSpPr>
          <p:cNvPr id="191503" name="Group 15"/>
          <p:cNvGrpSpPr>
            <a:grpSpLocks/>
          </p:cNvGrpSpPr>
          <p:nvPr/>
        </p:nvGrpSpPr>
        <p:grpSpPr bwMode="auto">
          <a:xfrm>
            <a:off x="8040689" y="692150"/>
            <a:ext cx="3024187" cy="960438"/>
            <a:chOff x="0" y="0"/>
            <a:chExt cx="1993" cy="605"/>
          </a:xfrm>
        </p:grpSpPr>
        <p:sp>
          <p:nvSpPr>
            <p:cNvPr id="191504" name="Rectangle 16"/>
            <p:cNvSpPr>
              <a:spLocks noChangeArrowheads="1"/>
            </p:cNvSpPr>
            <p:nvPr/>
          </p:nvSpPr>
          <p:spPr bwMode="auto">
            <a:xfrm>
              <a:off x="644" y="0"/>
              <a:ext cx="687" cy="372"/>
            </a:xfrm>
            <a:prstGeom prst="rect">
              <a:avLst/>
            </a:prstGeom>
            <a:solidFill>
              <a:srgbClr val="CCFF99"/>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a:solidFill>
                  <a:srgbClr val="000000"/>
                </a:solidFill>
                <a:ea typeface="Dotum" pitchFamily="34" charset="-127"/>
              </a:endParaRPr>
            </a:p>
          </p:txBody>
        </p:sp>
        <p:sp>
          <p:nvSpPr>
            <p:cNvPr id="191505" name="AutoShape 17"/>
            <p:cNvSpPr>
              <a:spLocks noChangeArrowheads="1"/>
            </p:cNvSpPr>
            <p:nvPr/>
          </p:nvSpPr>
          <p:spPr bwMode="auto">
            <a:xfrm>
              <a:off x="644" y="373"/>
              <a:ext cx="687" cy="232"/>
            </a:xfrm>
            <a:prstGeom prst="flowChartDocument">
              <a:avLst/>
            </a:prstGeom>
            <a:solidFill>
              <a:srgbClr val="CCFF99"/>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400">
                <a:solidFill>
                  <a:srgbClr val="000000"/>
                </a:solidFill>
                <a:ea typeface="Dotum" pitchFamily="34" charset="-127"/>
              </a:endParaRPr>
            </a:p>
          </p:txBody>
        </p:sp>
        <p:sp>
          <p:nvSpPr>
            <p:cNvPr id="191506" name="Line 18"/>
            <p:cNvSpPr>
              <a:spLocks noChangeShapeType="1"/>
            </p:cNvSpPr>
            <p:nvPr/>
          </p:nvSpPr>
          <p:spPr bwMode="auto">
            <a:xfrm>
              <a:off x="644" y="186"/>
              <a:ext cx="687" cy="0"/>
            </a:xfrm>
            <a:prstGeom prst="line">
              <a:avLst/>
            </a:prstGeom>
            <a:noFill/>
            <a:ln w="9525" cmpd="sng">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a:solidFill>
                  <a:srgbClr val="000000"/>
                </a:solidFill>
                <a:ea typeface="Dotum" pitchFamily="34" charset="-127"/>
              </a:endParaRPr>
            </a:p>
          </p:txBody>
        </p:sp>
        <p:sp>
          <p:nvSpPr>
            <p:cNvPr id="191507" name="Rectangle 19"/>
            <p:cNvSpPr>
              <a:spLocks noChangeArrowheads="1"/>
            </p:cNvSpPr>
            <p:nvPr/>
          </p:nvSpPr>
          <p:spPr bwMode="auto">
            <a:xfrm>
              <a:off x="3" y="9"/>
              <a:ext cx="576" cy="176"/>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fontAlgn="base">
                <a:spcBef>
                  <a:spcPct val="0"/>
                </a:spcBef>
                <a:spcAft>
                  <a:spcPct val="0"/>
                </a:spcAft>
              </a:pPr>
              <a:r>
                <a:rPr lang="zh-CN" altLang="zh-CN" sz="1600" b="1">
                  <a:solidFill>
                    <a:srgbClr val="000000"/>
                  </a:solidFill>
                </a:rPr>
                <a:t>FF00</a:t>
              </a:r>
              <a:endParaRPr lang="zh-CN" altLang="zh-CN" sz="2800">
                <a:solidFill>
                  <a:srgbClr val="000000"/>
                </a:solidFill>
                <a:ea typeface="Dotum" pitchFamily="34" charset="-127"/>
              </a:endParaRPr>
            </a:p>
          </p:txBody>
        </p:sp>
        <p:sp>
          <p:nvSpPr>
            <p:cNvPr id="191508" name="Rectangle 20"/>
            <p:cNvSpPr>
              <a:spLocks noChangeArrowheads="1"/>
            </p:cNvSpPr>
            <p:nvPr/>
          </p:nvSpPr>
          <p:spPr bwMode="auto">
            <a:xfrm>
              <a:off x="0" y="195"/>
              <a:ext cx="576" cy="176"/>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fontAlgn="base">
                <a:spcBef>
                  <a:spcPct val="0"/>
                </a:spcBef>
                <a:spcAft>
                  <a:spcPct val="0"/>
                </a:spcAft>
              </a:pPr>
              <a:r>
                <a:rPr lang="zh-CN" altLang="zh-CN" sz="1600" b="1">
                  <a:solidFill>
                    <a:srgbClr val="000000"/>
                  </a:solidFill>
                </a:rPr>
                <a:t>FF02</a:t>
              </a:r>
              <a:endParaRPr lang="zh-CN" altLang="zh-CN" sz="2800">
                <a:solidFill>
                  <a:srgbClr val="000000"/>
                </a:solidFill>
                <a:ea typeface="Dotum" pitchFamily="34" charset="-127"/>
              </a:endParaRPr>
            </a:p>
          </p:txBody>
        </p:sp>
        <p:sp>
          <p:nvSpPr>
            <p:cNvPr id="191509" name="Rectangle 21"/>
            <p:cNvSpPr>
              <a:spLocks noChangeArrowheads="1"/>
            </p:cNvSpPr>
            <p:nvPr/>
          </p:nvSpPr>
          <p:spPr bwMode="auto">
            <a:xfrm>
              <a:off x="1417" y="12"/>
              <a:ext cx="576" cy="176"/>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r>
                <a:rPr lang="zh-CN" altLang="zh-CN" sz="2000" b="1">
                  <a:solidFill>
                    <a:srgbClr val="000000"/>
                  </a:solidFill>
                </a:rPr>
                <a:t>a</a:t>
              </a:r>
              <a:endParaRPr lang="zh-CN" altLang="zh-CN" sz="2000">
                <a:solidFill>
                  <a:srgbClr val="000000"/>
                </a:solidFill>
                <a:ea typeface="Dotum" pitchFamily="34" charset="-127"/>
              </a:endParaRPr>
            </a:p>
          </p:txBody>
        </p:sp>
        <p:sp>
          <p:nvSpPr>
            <p:cNvPr id="191510" name="Rectangle 22"/>
            <p:cNvSpPr>
              <a:spLocks noChangeArrowheads="1"/>
            </p:cNvSpPr>
            <p:nvPr/>
          </p:nvSpPr>
          <p:spPr bwMode="auto">
            <a:xfrm>
              <a:off x="1414" y="198"/>
              <a:ext cx="576" cy="176"/>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r>
                <a:rPr lang="zh-CN" altLang="zh-CN" sz="2000" b="1">
                  <a:solidFill>
                    <a:srgbClr val="000000"/>
                  </a:solidFill>
                </a:rPr>
                <a:t>b</a:t>
              </a:r>
              <a:endParaRPr lang="zh-CN" altLang="zh-CN" sz="2000">
                <a:solidFill>
                  <a:srgbClr val="000000"/>
                </a:solidFill>
                <a:ea typeface="Dotum" pitchFamily="34" charset="-127"/>
              </a:endParaRPr>
            </a:p>
          </p:txBody>
        </p:sp>
      </p:grpSp>
      <p:sp>
        <p:nvSpPr>
          <p:cNvPr id="3" name="对话气泡: 圆角矩形 2">
            <a:extLst>
              <a:ext uri="{FF2B5EF4-FFF2-40B4-BE49-F238E27FC236}">
                <a16:creationId xmlns:a16="http://schemas.microsoft.com/office/drawing/2014/main" id="{DCE1D7BD-71DE-4FF1-961D-2254832B36C6}"/>
              </a:ext>
            </a:extLst>
          </p:cNvPr>
          <p:cNvSpPr/>
          <p:nvPr/>
        </p:nvSpPr>
        <p:spPr bwMode="auto">
          <a:xfrm>
            <a:off x="3142562" y="784742"/>
            <a:ext cx="1364238" cy="336550"/>
          </a:xfrm>
          <a:prstGeom prst="wedgeRoundRectCallout">
            <a:avLst>
              <a:gd name="adj1" fmla="val 101304"/>
              <a:gd name="adj2" fmla="val -118632"/>
              <a:gd name="adj3" fmla="val 16667"/>
            </a:avLst>
          </a:prstGeom>
          <a:noFill/>
          <a:ln>
            <a:solidFill>
              <a:srgbClr val="FF0000"/>
            </a:solidFill>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none" lIns="91440" tIns="45720" rIns="91440" bIns="45720" numCol="1" rtlCol="0" anchor="ctr" anchorCtr="0" compatLnSpc="1">
            <a:prstTxWarp prst="textNoShape">
              <a:avLst/>
            </a:prstTxWarp>
          </a:bodyPr>
          <a:lstStyle/>
          <a:p>
            <a:pPr fontAlgn="base">
              <a:spcBef>
                <a:spcPct val="0"/>
              </a:spcBef>
              <a:spcAft>
                <a:spcPct val="0"/>
              </a:spcAft>
            </a:pPr>
            <a:r>
              <a:rPr lang="zh-CN" altLang="en-US" sz="2400" b="1" dirty="0">
                <a:solidFill>
                  <a:srgbClr val="FF0000"/>
                </a:solidFill>
                <a:latin typeface="楷体_GB2312" pitchFamily="49" charset="-122"/>
                <a:ea typeface="楷体_GB2312" pitchFamily="49" charset="-122"/>
              </a:rPr>
              <a:t>普通字符</a:t>
            </a:r>
            <a:endParaRPr kumimoji="0" lang="zh-CN" altLang="en-US" sz="2400" b="0" i="0" u="none" strike="noStrike" cap="none" normalizeH="0" baseline="0" dirty="0">
              <a:ln>
                <a:noFill/>
              </a:ln>
              <a:solidFill>
                <a:srgbClr val="FF0000"/>
              </a:solidFill>
              <a:effectLst/>
              <a:latin typeface="Tahoma" pitchFamily="34" charset="0"/>
              <a:ea typeface="Dotum" pitchFamily="34" charset="-127"/>
            </a:endParaRPr>
          </a:p>
        </p:txBody>
      </p:sp>
    </p:spTree>
    <p:extLst>
      <p:ext uri="{BB962C8B-B14F-4D97-AF65-F5344CB8AC3E}">
        <p14:creationId xmlns:p14="http://schemas.microsoft.com/office/powerpoint/2010/main" val="20359033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37" fill="hold" nodeType="clickEffect">
                                  <p:stCondLst>
                                    <p:cond delay="0"/>
                                  </p:stCondLst>
                                  <p:childTnLst>
                                    <p:set>
                                      <p:cBhvr>
                                        <p:cTn id="6" dur="1" fill="hold">
                                          <p:stCondLst>
                                            <p:cond delay="0"/>
                                          </p:stCondLst>
                                        </p:cTn>
                                        <p:tgtEl>
                                          <p:spTgt spid="191494"/>
                                        </p:tgtEl>
                                        <p:attrNameLst>
                                          <p:attrName>style.visibility</p:attrName>
                                        </p:attrNameLst>
                                      </p:cBhvr>
                                      <p:to>
                                        <p:strVal val="visible"/>
                                      </p:to>
                                    </p:set>
                                    <p:animEffect transition="in" filter="barn(outVertical)">
                                      <p:cBhvr>
                                        <p:cTn id="7" dur="500"/>
                                        <p:tgtEl>
                                          <p:spTgt spid="191494"/>
                                        </p:tgtEl>
                                      </p:cBhvr>
                                    </p:animEffect>
                                  </p:childTnLst>
                                </p:cTn>
                              </p:par>
                            </p:childTnLst>
                          </p:cTn>
                        </p:par>
                        <p:par>
                          <p:cTn id="8" fill="hold" nodeType="afterGroup">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91492"/>
                                        </p:tgtEl>
                                        <p:attrNameLst>
                                          <p:attrName>style.visibility</p:attrName>
                                        </p:attrNameLst>
                                      </p:cBhvr>
                                      <p:to>
                                        <p:strVal val="visible"/>
                                      </p:to>
                                    </p:set>
                                    <p:animEffect transition="in" filter="dissolve">
                                      <p:cBhvr>
                                        <p:cTn id="11" dur="500"/>
                                        <p:tgtEl>
                                          <p:spTgt spid="19149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91501"/>
                                        </p:tgtEl>
                                        <p:attrNameLst>
                                          <p:attrName>style.visibility</p:attrName>
                                        </p:attrNameLst>
                                      </p:cBhvr>
                                      <p:to>
                                        <p:strVal val="visible"/>
                                      </p:to>
                                    </p:set>
                                    <p:animEffect transition="in" filter="wipe(left)">
                                      <p:cBhvr>
                                        <p:cTn id="16" dur="500"/>
                                        <p:tgtEl>
                                          <p:spTgt spid="191501"/>
                                        </p:tgtEl>
                                      </p:cBhvr>
                                    </p:animEffect>
                                  </p:childTnLst>
                                </p:cTn>
                              </p:par>
                            </p:childTnLst>
                          </p:cTn>
                        </p:par>
                        <p:par>
                          <p:cTn id="17" fill="hold" nodeType="afterGroup">
                            <p:stCondLst>
                              <p:cond delay="500"/>
                            </p:stCondLst>
                            <p:childTnLst>
                              <p:par>
                                <p:cTn id="18" presetID="9" presetClass="entr" presetSubtype="0" fill="hold" grpId="0" nodeType="afterEffect">
                                  <p:stCondLst>
                                    <p:cond delay="0"/>
                                  </p:stCondLst>
                                  <p:childTnLst>
                                    <p:set>
                                      <p:cBhvr>
                                        <p:cTn id="19" dur="1" fill="hold">
                                          <p:stCondLst>
                                            <p:cond delay="0"/>
                                          </p:stCondLst>
                                        </p:cTn>
                                        <p:tgtEl>
                                          <p:spTgt spid="191493"/>
                                        </p:tgtEl>
                                        <p:attrNameLst>
                                          <p:attrName>style.visibility</p:attrName>
                                        </p:attrNameLst>
                                      </p:cBhvr>
                                      <p:to>
                                        <p:strVal val="visible"/>
                                      </p:to>
                                    </p:set>
                                    <p:animEffect transition="in" filter="dissolve">
                                      <p:cBhvr>
                                        <p:cTn id="20" dur="500"/>
                                        <p:tgtEl>
                                          <p:spTgt spid="19149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19150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wipe(down)">
                                      <p:cBhvr>
                                        <p:cTn id="2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492" grpId="0" autoUpdateAnimBg="0"/>
      <p:bldP spid="191493" grpId="0" autoUpdateAnimBg="0"/>
      <p:bldP spid="191501" grpId="0" animBg="1"/>
      <p:bldP spid="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ChangeArrowheads="1"/>
          </p:cNvSpPr>
          <p:nvPr>
            <p:ph type="title"/>
          </p:nvPr>
        </p:nvSpPr>
        <p:spPr>
          <a:xfrm>
            <a:off x="3273426" y="204788"/>
            <a:ext cx="6850063" cy="666750"/>
          </a:xfrm>
        </p:spPr>
        <p:txBody>
          <a:bodyPr/>
          <a:lstStyle/>
          <a:p>
            <a:r>
              <a:rPr lang="zh-CN" altLang="en-US" sz="3200" b="1" dirty="0">
                <a:solidFill>
                  <a:schemeClr val="tx1"/>
                </a:solidFill>
                <a:latin typeface="楷体_GB2312" pitchFamily="49" charset="-122"/>
                <a:ea typeface="楷体_GB2312" pitchFamily="49" charset="-122"/>
              </a:rPr>
              <a:t>表</a:t>
            </a:r>
            <a:r>
              <a:rPr lang="zh-CN" altLang="zh-CN" sz="3200" b="1" dirty="0">
                <a:solidFill>
                  <a:schemeClr val="tx1"/>
                </a:solidFill>
                <a:latin typeface="楷体_GB2312" pitchFamily="49" charset="-122"/>
                <a:ea typeface="楷体_GB2312" pitchFamily="49" charset="-122"/>
              </a:rPr>
              <a:t>  </a:t>
            </a:r>
            <a:r>
              <a:rPr lang="zh-CN" altLang="en-US" sz="3200" b="1" dirty="0">
                <a:solidFill>
                  <a:schemeClr val="tx1"/>
                </a:solidFill>
                <a:latin typeface="楷体_GB2312" pitchFamily="49" charset="-122"/>
                <a:ea typeface="楷体_GB2312" pitchFamily="49" charset="-122"/>
              </a:rPr>
              <a:t>用于输入的修饰符</a:t>
            </a:r>
            <a:endParaRPr lang="zh-CN" altLang="en-US" sz="3200" b="1" dirty="0">
              <a:latin typeface="楷体_GB2312" pitchFamily="49" charset="-122"/>
              <a:ea typeface="楷体_GB2312" pitchFamily="49" charset="-122"/>
            </a:endParaRPr>
          </a:p>
        </p:txBody>
      </p:sp>
      <p:graphicFrame>
        <p:nvGraphicFramePr>
          <p:cNvPr id="192515" name="Object 3"/>
          <p:cNvGraphicFramePr>
            <a:graphicFrameLocks noChangeAspect="1"/>
          </p:cNvGraphicFramePr>
          <p:nvPr>
            <p:extLst>
              <p:ext uri="{D42A27DB-BD31-4B8C-83A1-F6EECF244321}">
                <p14:modId xmlns:p14="http://schemas.microsoft.com/office/powerpoint/2010/main" val="1179185688"/>
              </p:ext>
            </p:extLst>
          </p:nvPr>
        </p:nvGraphicFramePr>
        <p:xfrm>
          <a:off x="1631504" y="1484784"/>
          <a:ext cx="9769467" cy="4354512"/>
        </p:xfrm>
        <a:graphic>
          <a:graphicData uri="http://schemas.openxmlformats.org/presentationml/2006/ole">
            <mc:AlternateContent xmlns:mc="http://schemas.openxmlformats.org/markup-compatibility/2006">
              <mc:Choice xmlns:v="urn:schemas-microsoft-com:vml" Requires="v">
                <p:oleObj spid="_x0000_s2074" name="Worksheet" r:id="rId3" imgW="2705125" imgH="1028700" progId="Excel.Sheet.8">
                  <p:embed/>
                </p:oleObj>
              </mc:Choice>
              <mc:Fallback>
                <p:oleObj name="Worksheet" r:id="rId3" imgW="2705125" imgH="1028700" progId="Excel.Sheet.8">
                  <p:embed/>
                  <p:pic>
                    <p:nvPicPr>
                      <p:cNvPr id="0" name=""/>
                      <p:cNvPicPr>
                        <a:picLocks noChangeAspect="1" noChangeArrowheads="1"/>
                      </p:cNvPicPr>
                      <p:nvPr/>
                    </p:nvPicPr>
                    <p:blipFill>
                      <a:blip r:embed="rId4"/>
                      <a:srcRect/>
                      <a:stretch>
                        <a:fillRect/>
                      </a:stretch>
                    </p:blipFill>
                    <p:spPr bwMode="auto">
                      <a:xfrm>
                        <a:off x="1631504" y="1484784"/>
                        <a:ext cx="9769467" cy="4354512"/>
                      </a:xfrm>
                      <a:prstGeom prst="rect">
                        <a:avLst/>
                      </a:prstGeom>
                      <a:noFill/>
                      <a:ln>
                        <a:noFill/>
                      </a:ln>
                      <a:effectLst/>
                    </p:spPr>
                  </p:pic>
                </p:oleObj>
              </mc:Fallback>
            </mc:AlternateContent>
          </a:graphicData>
        </a:graphic>
      </p:graphicFrame>
      <p:sp>
        <p:nvSpPr>
          <p:cNvPr id="192516" name="Text Box 4">
            <a:hlinkClick r:id="rId5" action="ppaction://hlinksldjump"/>
          </p:cNvPr>
          <p:cNvSpPr txBox="1">
            <a:spLocks noChangeArrowheads="1"/>
          </p:cNvSpPr>
          <p:nvPr/>
        </p:nvSpPr>
        <p:spPr bwMode="auto">
          <a:xfrm>
            <a:off x="8991600" y="6270625"/>
            <a:ext cx="838200" cy="336550"/>
          </a:xfrm>
          <a:prstGeom prst="rect">
            <a:avLst/>
          </a:prstGeom>
          <a:solidFill>
            <a:srgbClr val="CC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zh-CN" altLang="en-US" sz="1600" i="1">
                <a:solidFill>
                  <a:srgbClr val="008000"/>
                </a:solidFill>
                <a:latin typeface="Courier New" pitchFamily="49" charset="0"/>
              </a:rPr>
              <a:t>返 回</a:t>
            </a:r>
          </a:p>
        </p:txBody>
      </p:sp>
      <p:sp>
        <p:nvSpPr>
          <p:cNvPr id="2" name="对话气泡: 圆角矩形 1">
            <a:extLst>
              <a:ext uri="{FF2B5EF4-FFF2-40B4-BE49-F238E27FC236}">
                <a16:creationId xmlns:a16="http://schemas.microsoft.com/office/drawing/2014/main" id="{CA33DD5D-5AE8-4C3C-887C-B82D5A817DB5}"/>
              </a:ext>
            </a:extLst>
          </p:cNvPr>
          <p:cNvSpPr/>
          <p:nvPr/>
        </p:nvSpPr>
        <p:spPr bwMode="auto">
          <a:xfrm>
            <a:off x="191344" y="1916832"/>
            <a:ext cx="2016224" cy="1296144"/>
          </a:xfrm>
          <a:prstGeom prst="wedgeRoundRectCallout">
            <a:avLst>
              <a:gd name="adj1" fmla="val 77536"/>
              <a:gd name="adj2" fmla="val 454"/>
              <a:gd name="adj3" fmla="val 16667"/>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FF0000"/>
                </a:solidFill>
                <a:effectLst>
                  <a:outerShdw blurRad="38100" dist="38100" dir="2700000" algn="tl">
                    <a:srgbClr val="000000">
                      <a:alpha val="43137"/>
                    </a:srgbClr>
                  </a:outerShdw>
                </a:effectLst>
                <a:latin typeface="Tahoma" pitchFamily="34" charset="0"/>
                <a:ea typeface="Dotum" pitchFamily="34" charset="-127"/>
              </a:rPr>
              <a:t>double </a:t>
            </a:r>
            <a:r>
              <a:rPr kumimoji="0" lang="zh-CN" altLang="en-US" sz="2400" b="1" i="0" u="none" strike="noStrike" cap="none" normalizeH="0" baseline="0" dirty="0">
                <a:ln>
                  <a:noFill/>
                </a:ln>
                <a:solidFill>
                  <a:srgbClr val="FF0000"/>
                </a:solidFill>
                <a:effectLst>
                  <a:outerShdw blurRad="38100" dist="38100" dir="2700000" algn="tl">
                    <a:srgbClr val="000000">
                      <a:alpha val="43137"/>
                    </a:srgbClr>
                  </a:outerShdw>
                </a:effectLst>
                <a:latin typeface="Tahoma" pitchFamily="34" charset="0"/>
                <a:ea typeface="Dotum" pitchFamily="34" charset="-127"/>
              </a:rPr>
              <a:t>必须</a:t>
            </a:r>
            <a:endParaRPr kumimoji="0" lang="en-US" altLang="zh-CN" sz="2400" b="1" i="0" u="none" strike="noStrike" cap="none" normalizeH="0" baseline="0" dirty="0">
              <a:ln>
                <a:noFill/>
              </a:ln>
              <a:solidFill>
                <a:srgbClr val="FF0000"/>
              </a:solidFill>
              <a:effectLst>
                <a:outerShdw blurRad="38100" dist="38100" dir="2700000" algn="tl">
                  <a:srgbClr val="000000">
                    <a:alpha val="43137"/>
                  </a:srgbClr>
                </a:outerShdw>
              </a:effectLst>
              <a:latin typeface="Tahoma" pitchFamily="34" charset="0"/>
              <a:ea typeface="Dotum" pitchFamily="34" charset="-127"/>
            </a:endParaRPr>
          </a:p>
          <a:p>
            <a:pPr marL="0" marR="0" indent="0" algn="l" defTabSz="914400" rtl="0" eaLnBrk="1" fontAlgn="base" latinLnBrk="0" hangingPunct="1">
              <a:lnSpc>
                <a:spcPct val="100000"/>
              </a:lnSpc>
              <a:spcBef>
                <a:spcPct val="0"/>
              </a:spcBef>
              <a:spcAft>
                <a:spcPct val="0"/>
              </a:spcAft>
              <a:buClrTx/>
              <a:buSzTx/>
              <a:buFontTx/>
              <a:buNone/>
              <a:tabLst/>
            </a:pPr>
            <a:r>
              <a:rPr lang="en-US" altLang="zh-CN" sz="2400" b="1" dirty="0">
                <a:solidFill>
                  <a:srgbClr val="FF0000"/>
                </a:solidFill>
                <a:effectLst>
                  <a:outerShdw blurRad="38100" dist="38100" dir="2700000" algn="tl">
                    <a:srgbClr val="000000">
                      <a:alpha val="43137"/>
                    </a:srgbClr>
                  </a:outerShdw>
                </a:effectLst>
                <a:latin typeface="Tahoma" pitchFamily="34" charset="0"/>
                <a:ea typeface="Dotum" pitchFamily="34" charset="-127"/>
              </a:rPr>
              <a:t>long </a:t>
            </a:r>
            <a:r>
              <a:rPr lang="zh-CN" altLang="en-US" sz="2400" b="1" dirty="0">
                <a:solidFill>
                  <a:srgbClr val="FF0000"/>
                </a:solidFill>
                <a:effectLst>
                  <a:outerShdw blurRad="38100" dist="38100" dir="2700000" algn="tl">
                    <a:srgbClr val="000000">
                      <a:alpha val="43137"/>
                    </a:srgbClr>
                  </a:outerShdw>
                </a:effectLst>
                <a:latin typeface="Tahoma" pitchFamily="34" charset="0"/>
                <a:ea typeface="Dotum" pitchFamily="34" charset="-127"/>
              </a:rPr>
              <a:t>可以加</a:t>
            </a:r>
            <a:endParaRPr kumimoji="0" lang="zh-CN" altLang="en-US" sz="2400" b="1" i="0" u="none" strike="noStrike" cap="none" normalizeH="0" baseline="0" dirty="0">
              <a:ln>
                <a:noFill/>
              </a:ln>
              <a:solidFill>
                <a:srgbClr val="FF0000"/>
              </a:solidFill>
              <a:effectLst>
                <a:outerShdw blurRad="38100" dist="38100" dir="2700000" algn="tl">
                  <a:srgbClr val="000000">
                    <a:alpha val="43137"/>
                  </a:srgbClr>
                </a:outerShdw>
              </a:effectLst>
              <a:latin typeface="Tahoma" pitchFamily="34" charset="0"/>
              <a:ea typeface="Dotum" pitchFamily="34" charset="-127"/>
            </a:endParaRPr>
          </a:p>
        </p:txBody>
      </p:sp>
    </p:spTree>
    <p:extLst>
      <p:ext uri="{BB962C8B-B14F-4D97-AF65-F5344CB8AC3E}">
        <p14:creationId xmlns:p14="http://schemas.microsoft.com/office/powerpoint/2010/main" val="1210055776"/>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ChangeArrowheads="1"/>
          </p:cNvSpPr>
          <p:nvPr>
            <p:ph type="title"/>
          </p:nvPr>
        </p:nvSpPr>
        <p:spPr>
          <a:xfrm>
            <a:off x="3143673" y="260648"/>
            <a:ext cx="7002463" cy="793750"/>
          </a:xfrm>
        </p:spPr>
        <p:txBody>
          <a:bodyPr/>
          <a:lstStyle/>
          <a:p>
            <a:r>
              <a:rPr lang="en-US" altLang="zh-CN" sz="3200" b="1" dirty="0">
                <a:solidFill>
                  <a:schemeClr val="tx1"/>
                </a:solidFill>
                <a:latin typeface="楷体_GB2312" pitchFamily="49" charset="-122"/>
                <a:ea typeface="楷体_GB2312" pitchFamily="49" charset="-122"/>
              </a:rPr>
              <a:t> </a:t>
            </a:r>
            <a:r>
              <a:rPr lang="zh-CN" altLang="en-US" sz="3200" b="1" dirty="0">
                <a:solidFill>
                  <a:schemeClr val="tx1"/>
                </a:solidFill>
                <a:latin typeface="楷体_GB2312" pitchFamily="49" charset="-122"/>
                <a:ea typeface="楷体_GB2312" pitchFamily="49" charset="-122"/>
              </a:rPr>
              <a:t>用于输入的格式字符</a:t>
            </a:r>
          </a:p>
        </p:txBody>
      </p:sp>
      <p:graphicFrame>
        <p:nvGraphicFramePr>
          <p:cNvPr id="193539" name="Object 3"/>
          <p:cNvGraphicFramePr>
            <a:graphicFrameLocks noChangeAspect="1"/>
          </p:cNvGraphicFramePr>
          <p:nvPr>
            <p:extLst>
              <p:ext uri="{D42A27DB-BD31-4B8C-83A1-F6EECF244321}">
                <p14:modId xmlns:p14="http://schemas.microsoft.com/office/powerpoint/2010/main" val="3481119868"/>
              </p:ext>
            </p:extLst>
          </p:nvPr>
        </p:nvGraphicFramePr>
        <p:xfrm>
          <a:off x="1991544" y="1772816"/>
          <a:ext cx="8196262" cy="4070350"/>
        </p:xfrm>
        <a:graphic>
          <a:graphicData uri="http://schemas.openxmlformats.org/presentationml/2006/ole">
            <mc:AlternateContent xmlns:mc="http://schemas.openxmlformats.org/markup-compatibility/2006">
              <mc:Choice xmlns:v="urn:schemas-microsoft-com:vml" Requires="v">
                <p:oleObj spid="_x0000_s3098" r:id="rId3" imgW="5310000" imgH="2295000" progId="Excel.Sheet.8">
                  <p:embed/>
                </p:oleObj>
              </mc:Choice>
              <mc:Fallback>
                <p:oleObj r:id="rId3" imgW="5310000" imgH="2295000" progId="Excel.Shee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91544" y="1772816"/>
                        <a:ext cx="8196262" cy="407035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3540" name="Text Box 4">
            <a:hlinkClick r:id="rId5" action="ppaction://hlinksldjump"/>
          </p:cNvPr>
          <p:cNvSpPr txBox="1">
            <a:spLocks noChangeArrowheads="1"/>
          </p:cNvSpPr>
          <p:nvPr/>
        </p:nvSpPr>
        <p:spPr bwMode="auto">
          <a:xfrm>
            <a:off x="9551988" y="6237288"/>
            <a:ext cx="838200" cy="336550"/>
          </a:xfrm>
          <a:prstGeom prst="rect">
            <a:avLst/>
          </a:prstGeom>
          <a:solidFill>
            <a:srgbClr val="CC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zh-CN" altLang="en-US" sz="1600" i="1">
                <a:solidFill>
                  <a:srgbClr val="008000"/>
                </a:solidFill>
                <a:latin typeface="Courier New" pitchFamily="49" charset="0"/>
              </a:rPr>
              <a:t>返 回</a:t>
            </a:r>
          </a:p>
        </p:txBody>
      </p:sp>
    </p:spTree>
    <p:extLst>
      <p:ext uri="{BB962C8B-B14F-4D97-AF65-F5344CB8AC3E}">
        <p14:creationId xmlns:p14="http://schemas.microsoft.com/office/powerpoint/2010/main" val="1898320145"/>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16D6B47E-F30D-8901-41F5-CC0791620A5B}"/>
              </a:ext>
            </a:extLst>
          </p:cNvPr>
          <p:cNvSpPr txBox="1"/>
          <p:nvPr>
            <p:custDataLst>
              <p:tags r:id="rId2"/>
            </p:custDataLst>
          </p:nvPr>
        </p:nvSpPr>
        <p:spPr>
          <a:xfrm>
            <a:off x="1219200" y="635000"/>
            <a:ext cx="9753600" cy="5458296"/>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输入同样的数据</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被理解为什么数</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是由</a:t>
            </a:r>
            <a:r>
              <a:rPr lang="zh-CN" altLang="en-US" sz="2600" b="1" dirty="0">
                <a:solidFill>
                  <a:srgbClr val="FF0000"/>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sym typeface="Microsoft Yahei" panose="020B0503020204020204" pitchFamily="34" charset="-122"/>
              </a:rPr>
              <a:t>输入格式符确定的</a:t>
            </a:r>
            <a:endParaRPr lang="pt-BR" altLang="zh-CN" sz="2600" b="1" dirty="0">
              <a:solidFill>
                <a:srgbClr val="FF0000"/>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sym typeface="Microsoft Yahei" panose="020B0503020204020204" pitchFamily="34" charset="-122"/>
            </a:endParaRPr>
          </a:p>
          <a:p>
            <a:endParaRPr lang="pt-BR"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pt-BR"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#include&lt;stdio.h&gt;</a:t>
            </a:r>
          </a:p>
          <a:p>
            <a:r>
              <a:rPr lang="pt-BR"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main( )</a:t>
            </a:r>
          </a:p>
          <a:p>
            <a:r>
              <a:rPr lang="pt-BR"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p>
          <a:p>
            <a:r>
              <a:rPr lang="pt-BR"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short</a:t>
            </a:r>
            <a:r>
              <a:rPr lang="pt-BR"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n;</a:t>
            </a:r>
          </a:p>
          <a:p>
            <a:r>
              <a:rPr lang="pt-BR"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scanf("%</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a:t>
            </a:r>
            <a:r>
              <a:rPr lang="pt-BR"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",&amp;n);//</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如果输入</a:t>
            </a:r>
            <a:r>
              <a:rPr lang="en-US" altLang="zh-CN" sz="2600" b="1" dirty="0">
                <a:solidFill>
                  <a:srgbClr val="FF0000"/>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sym typeface="Microsoft Yahei" panose="020B0503020204020204" pitchFamily="34" charset="-122"/>
              </a:rPr>
              <a:t>20</a:t>
            </a:r>
            <a:endParaRPr lang="pt-BR" altLang="zh-CN" sz="2600" b="1" dirty="0">
              <a:solidFill>
                <a:srgbClr val="FF0000"/>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sym typeface="Microsoft Yahei" panose="020B0503020204020204" pitchFamily="34" charset="-122"/>
            </a:endParaRPr>
          </a:p>
          <a:p>
            <a:r>
              <a:rPr lang="pt-BR"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printf("%d\n",n);</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输出</a:t>
            </a:r>
            <a:r>
              <a:rPr lang="zh-CN" altLang="en-US"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填空</a:t>
            </a:r>
            <a:r>
              <a:rPr lang="en-US" altLang="zh-CN"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endParaRPr lang="pt-BR"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pt-BR"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p:txBody>
      </p:sp>
      <p:sp>
        <p:nvSpPr>
          <p:cNvPr id="7" name="矩形: 圆角 6">
            <a:extLst>
              <a:ext uri="{FF2B5EF4-FFF2-40B4-BE49-F238E27FC236}">
                <a16:creationId xmlns:a16="http://schemas.microsoft.com/office/drawing/2014/main" id="{752AE625-DB67-F383-E386-3BF191560698}"/>
              </a:ext>
            </a:extLst>
          </p:cNvPr>
          <p:cNvSpPr/>
          <p:nvPr>
            <p:custDataLst>
              <p:tags r:id="rId3"/>
            </p:custDataLst>
          </p:nvPr>
        </p:nvSpPr>
        <p:spPr bwMode="auto">
          <a:xfrm>
            <a:off x="8915400" y="6215063"/>
            <a:ext cx="1543050" cy="411480"/>
          </a:xfrm>
          <a:prstGeom prst="roundRect">
            <a:avLst/>
          </a:prstGeom>
          <a:solidFill>
            <a:srgbClr val="808080">
              <a:alpha val="50000"/>
            </a:srgbClr>
          </a:solidFill>
          <a:ln w="38100" cap="flat" cmpd="sng" algn="ctr">
            <a:solidFill>
              <a:srgbClr val="000000"/>
            </a:solidFill>
            <a:prstDash val="solid"/>
            <a:round/>
            <a:headEnd type="none" w="med" len="med"/>
            <a:tailEnd type="none" w="med" len="med"/>
          </a:ln>
          <a:effectLst>
            <a:outerShdw dist="107763" dir="2700000" algn="ctr" rotWithShape="0">
              <a:schemeClr val="bg2"/>
            </a:outerShdw>
          </a:effectLst>
        </p:spPr>
        <p:txBody>
          <a:bodyPr vert="horz" wrap="none" lIns="91440" tIns="45720" rIns="91440" bIns="45720" numCol="1" rtlCol="0" anchor="ctr" anchorCtr="1"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grpSp>
        <p:nvGrpSpPr>
          <p:cNvPr id="12" name="组合 11">
            <a:extLst>
              <a:ext uri="{FF2B5EF4-FFF2-40B4-BE49-F238E27FC236}">
                <a16:creationId xmlns:a16="http://schemas.microsoft.com/office/drawing/2014/main" id="{7FD8A829-4BF1-6994-BD2C-D14D1E3B4C98}"/>
              </a:ext>
            </a:extLst>
          </p:cNvPr>
          <p:cNvGrpSpPr/>
          <p:nvPr>
            <p:custDataLst>
              <p:tags r:id="rId4"/>
            </p:custDataLst>
          </p:nvPr>
        </p:nvGrpSpPr>
        <p:grpSpPr>
          <a:xfrm>
            <a:off x="0" y="0"/>
            <a:ext cx="12192000" cy="635000"/>
            <a:chOff x="0" y="0"/>
            <a:chExt cx="12192000" cy="635000"/>
          </a:xfrm>
        </p:grpSpPr>
        <p:sp>
          <p:nvSpPr>
            <p:cNvPr id="8" name="TitleBackground">
              <a:extLst>
                <a:ext uri="{FF2B5EF4-FFF2-40B4-BE49-F238E27FC236}">
                  <a16:creationId xmlns:a16="http://schemas.microsoft.com/office/drawing/2014/main" id="{98F741F5-2864-8286-A610-6FD9D8B33911}"/>
                </a:ext>
              </a:extLst>
            </p:cNvPr>
            <p:cNvSpPr/>
            <p:nvPr>
              <p:custDataLst>
                <p:tags r:id="rId6"/>
              </p:custDataLst>
            </p:nvPr>
          </p:nvSpPr>
          <p:spPr bwMode="auto">
            <a:xfrm>
              <a:off x="0" y="0"/>
              <a:ext cx="12192000" cy="635000"/>
            </a:xfrm>
            <a:prstGeom prst="rect">
              <a:avLst/>
            </a:prstGeom>
            <a:solidFill>
              <a:srgbClr val="F6F7F8">
                <a:alpha val="50000"/>
              </a:srgbClr>
            </a:solidFill>
            <a:ln w="0" cap="flat" cmpd="sng" algn="ctr">
              <a:noFill/>
              <a:prstDash val="solid"/>
              <a:round/>
              <a:headEnd type="none" w="med" len="med"/>
              <a:tailEnd type="none" w="med" len="med"/>
            </a:ln>
            <a:effectLst>
              <a:outerShdw dist="107763" dir="2700000" algn="ctr" rotWithShape="0">
                <a:schemeClr val="bg2"/>
              </a:outerShdw>
            </a:effectLst>
            <a:extLst>
              <a:ext uri="{91240B29-F687-4F45-9708-019B960494DF}">
                <a14:hiddenLine xmlns:a14="http://schemas.microsoft.com/office/drawing/2010/main" w="0" cap="flat" cmpd="sng" algn="ctr">
                  <a:solidFill>
                    <a:srgbClr val="002BB4"/>
                  </a:solidFill>
                  <a:prstDash val="solid"/>
                  <a:round/>
                  <a:headEnd type="none" w="med" len="med"/>
                  <a:tailEnd type="none" w="med" len="med"/>
                </a14:hiddenLine>
              </a:ext>
            </a:ex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a:ln>
                  <a:noFill/>
                </a:ln>
                <a:solidFill>
                  <a:schemeClr val="tx1"/>
                </a:solidFill>
                <a:effectLst/>
                <a:latin typeface="Tahoma" pitchFamily="34" charset="0"/>
                <a:ea typeface="Dotum" pitchFamily="34" charset="-127"/>
              </a:endParaRPr>
            </a:p>
          </p:txBody>
        </p:sp>
        <p:sp>
          <p:nvSpPr>
            <p:cNvPr id="9" name="ColorBlock">
              <a:extLst>
                <a:ext uri="{FF2B5EF4-FFF2-40B4-BE49-F238E27FC236}">
                  <a16:creationId xmlns:a16="http://schemas.microsoft.com/office/drawing/2014/main" id="{FE836227-F814-80B5-9180-383E6975EF4B}"/>
                </a:ext>
              </a:extLst>
            </p:cNvPr>
            <p:cNvSpPr/>
            <p:nvPr>
              <p:custDataLst>
                <p:tags r:id="rId7"/>
              </p:custDataLst>
            </p:nvPr>
          </p:nvSpPr>
          <p:spPr bwMode="auto">
            <a:xfrm>
              <a:off x="0" y="0"/>
              <a:ext cx="190500" cy="635000"/>
            </a:xfrm>
            <a:prstGeom prst="rect">
              <a:avLst/>
            </a:prstGeom>
            <a:solidFill>
              <a:srgbClr val="639EF4">
                <a:alpha val="50000"/>
              </a:srgbClr>
            </a:solidFill>
            <a:ln w="0" cap="flat" cmpd="sng" algn="ctr">
              <a:noFill/>
              <a:prstDash val="solid"/>
              <a:round/>
              <a:headEnd type="none" w="med" len="med"/>
              <a:tailEnd type="none" w="med" len="med"/>
            </a:ln>
            <a:effectLst>
              <a:outerShdw dist="107763" dir="2700000" algn="ctr" rotWithShape="0">
                <a:schemeClr val="bg2"/>
              </a:outerShdw>
            </a:effectLst>
            <a:extLst>
              <a:ext uri="{91240B29-F687-4F45-9708-019B960494DF}">
                <a14:hiddenLine xmlns:a14="http://schemas.microsoft.com/office/drawing/2010/main" w="0" cap="flat" cmpd="sng" algn="ctr">
                  <a:solidFill>
                    <a:srgbClr val="002BB4"/>
                  </a:solidFill>
                  <a:prstDash val="solid"/>
                  <a:round/>
                  <a:headEnd type="none" w="med" len="med"/>
                  <a:tailEnd type="none" w="med" len="med"/>
                </a14:hiddenLine>
              </a:ext>
            </a:ex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a:ln>
                  <a:noFill/>
                </a:ln>
                <a:solidFill>
                  <a:schemeClr val="tx1"/>
                </a:solidFill>
                <a:effectLst/>
                <a:latin typeface="Tahoma" pitchFamily="34" charset="0"/>
                <a:ea typeface="Dotum" pitchFamily="34" charset="-127"/>
              </a:endParaRPr>
            </a:p>
          </p:txBody>
        </p:sp>
        <p:sp>
          <p:nvSpPr>
            <p:cNvPr id="10" name="TypeText">
              <a:extLst>
                <a:ext uri="{FF2B5EF4-FFF2-40B4-BE49-F238E27FC236}">
                  <a16:creationId xmlns:a16="http://schemas.microsoft.com/office/drawing/2014/main" id="{92C31C95-385C-1AEB-406B-890EFF2E1A27}"/>
                </a:ext>
              </a:extLst>
            </p:cNvPr>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填空题</a:t>
              </a:r>
            </a:p>
          </p:txBody>
        </p:sp>
        <p:sp>
          <p:nvSpPr>
            <p:cNvPr id="11" name="TipText">
              <a:extLst>
                <a:ext uri="{FF2B5EF4-FFF2-40B4-BE49-F238E27FC236}">
                  <a16:creationId xmlns:a16="http://schemas.microsoft.com/office/drawing/2014/main" id="{34D46982-D1F7-C753-7E9E-519FF42CB823}"/>
                </a:ext>
              </a:extLst>
            </p:cNvPr>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0AA45E4C-1DF9-7C92-9752-4EE11D351FB1}"/>
              </a:ext>
            </a:extLst>
          </p:cNvPr>
          <p:cNvPicPr>
            <a:picLocks/>
          </p:cNvPicPr>
          <p:nvPr>
            <p:custDataLst>
              <p:tags r:id="rId5"/>
            </p:custDataLst>
          </p:nvPr>
        </p:nvPicPr>
        <p:blipFill>
          <a:blip r:embed="rId11">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8928778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16D6B47E-F30D-8901-41F5-CC0791620A5B}"/>
              </a:ext>
            </a:extLst>
          </p:cNvPr>
          <p:cNvSpPr txBox="1"/>
          <p:nvPr>
            <p:custDataLst>
              <p:tags r:id="rId2"/>
            </p:custDataLst>
          </p:nvPr>
        </p:nvSpPr>
        <p:spPr>
          <a:xfrm>
            <a:off x="1219200" y="635000"/>
            <a:ext cx="9753600" cy="5458296"/>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输入同样的数据</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被理解为什么数</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是由</a:t>
            </a:r>
            <a:r>
              <a:rPr lang="zh-CN" altLang="en-US" sz="2600" b="1" dirty="0">
                <a:solidFill>
                  <a:srgbClr val="FF0000"/>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sym typeface="Microsoft Yahei" panose="020B0503020204020204" pitchFamily="34" charset="-122"/>
              </a:rPr>
              <a:t>输入格式符确定的</a:t>
            </a:r>
            <a:endParaRPr lang="pt-BR" altLang="zh-CN" sz="2600" b="1" dirty="0">
              <a:solidFill>
                <a:srgbClr val="FF0000"/>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sym typeface="Microsoft Yahei" panose="020B0503020204020204" pitchFamily="34" charset="-122"/>
            </a:endParaRPr>
          </a:p>
          <a:p>
            <a:endParaRPr lang="pt-BR"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pt-BR"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#include&lt;stdio.h&gt;</a:t>
            </a:r>
          </a:p>
          <a:p>
            <a:r>
              <a:rPr lang="pt-BR"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main( )</a:t>
            </a:r>
          </a:p>
          <a:p>
            <a:r>
              <a:rPr lang="pt-BR"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p>
          <a:p>
            <a:r>
              <a:rPr lang="pt-BR"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short n;</a:t>
            </a:r>
          </a:p>
          <a:p>
            <a:r>
              <a:rPr lang="pt-BR"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scanf("%</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o</a:t>
            </a:r>
            <a:r>
              <a:rPr lang="pt-BR"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",&amp;n);//</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如果输入</a:t>
            </a:r>
            <a:r>
              <a:rPr lang="en-US" altLang="zh-CN" sz="2600" b="1" dirty="0">
                <a:solidFill>
                  <a:srgbClr val="FF0000"/>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sym typeface="Microsoft Yahei" panose="020B0503020204020204" pitchFamily="34" charset="-122"/>
              </a:rPr>
              <a:t>20</a:t>
            </a:r>
            <a:endParaRPr lang="pt-BR" altLang="zh-CN" sz="2600" b="1" dirty="0">
              <a:solidFill>
                <a:srgbClr val="FF0000"/>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sym typeface="Microsoft Yahei" panose="020B0503020204020204" pitchFamily="34" charset="-122"/>
            </a:endParaRPr>
          </a:p>
          <a:p>
            <a:r>
              <a:rPr lang="pt-BR"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printf("%d\n",n);</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输出</a:t>
            </a:r>
            <a:r>
              <a:rPr lang="zh-CN" altLang="en-US"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填空</a:t>
            </a:r>
            <a:r>
              <a:rPr lang="en-US" altLang="zh-CN"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endParaRPr lang="pt-BR"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pt-BR"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p:txBody>
      </p:sp>
      <p:sp>
        <p:nvSpPr>
          <p:cNvPr id="7" name="矩形: 圆角 6">
            <a:extLst>
              <a:ext uri="{FF2B5EF4-FFF2-40B4-BE49-F238E27FC236}">
                <a16:creationId xmlns:a16="http://schemas.microsoft.com/office/drawing/2014/main" id="{752AE625-DB67-F383-E386-3BF191560698}"/>
              </a:ext>
            </a:extLst>
          </p:cNvPr>
          <p:cNvSpPr/>
          <p:nvPr>
            <p:custDataLst>
              <p:tags r:id="rId3"/>
            </p:custDataLst>
          </p:nvPr>
        </p:nvSpPr>
        <p:spPr bwMode="auto">
          <a:xfrm>
            <a:off x="8915400" y="6215063"/>
            <a:ext cx="1543050" cy="411480"/>
          </a:xfrm>
          <a:prstGeom prst="roundRect">
            <a:avLst/>
          </a:prstGeom>
          <a:solidFill>
            <a:srgbClr val="808080">
              <a:alpha val="50000"/>
            </a:srgbClr>
          </a:solidFill>
          <a:ln w="38100" cap="flat" cmpd="sng" algn="ctr">
            <a:solidFill>
              <a:srgbClr val="000000"/>
            </a:solidFill>
            <a:prstDash val="solid"/>
            <a:round/>
            <a:headEnd type="none" w="med" len="med"/>
            <a:tailEnd type="none" w="med" len="med"/>
          </a:ln>
          <a:effectLst>
            <a:outerShdw dist="107763" dir="2700000" algn="ctr" rotWithShape="0">
              <a:schemeClr val="bg2"/>
            </a:outerShdw>
          </a:effectLst>
        </p:spPr>
        <p:txBody>
          <a:bodyPr vert="horz" wrap="none" lIns="91440" tIns="45720" rIns="91440" bIns="45720" numCol="1" rtlCol="0" anchor="ctr" anchorCtr="1"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grpSp>
        <p:nvGrpSpPr>
          <p:cNvPr id="12" name="组合 11">
            <a:extLst>
              <a:ext uri="{FF2B5EF4-FFF2-40B4-BE49-F238E27FC236}">
                <a16:creationId xmlns:a16="http://schemas.microsoft.com/office/drawing/2014/main" id="{7FD8A829-4BF1-6994-BD2C-D14D1E3B4C98}"/>
              </a:ext>
            </a:extLst>
          </p:cNvPr>
          <p:cNvGrpSpPr/>
          <p:nvPr>
            <p:custDataLst>
              <p:tags r:id="rId4"/>
            </p:custDataLst>
          </p:nvPr>
        </p:nvGrpSpPr>
        <p:grpSpPr>
          <a:xfrm>
            <a:off x="0" y="0"/>
            <a:ext cx="12192000" cy="635000"/>
            <a:chOff x="0" y="0"/>
            <a:chExt cx="12192000" cy="635000"/>
          </a:xfrm>
        </p:grpSpPr>
        <p:sp>
          <p:nvSpPr>
            <p:cNvPr id="8" name="TitleBackground">
              <a:extLst>
                <a:ext uri="{FF2B5EF4-FFF2-40B4-BE49-F238E27FC236}">
                  <a16:creationId xmlns:a16="http://schemas.microsoft.com/office/drawing/2014/main" id="{98F741F5-2864-8286-A610-6FD9D8B33911}"/>
                </a:ext>
              </a:extLst>
            </p:cNvPr>
            <p:cNvSpPr/>
            <p:nvPr>
              <p:custDataLst>
                <p:tags r:id="rId6"/>
              </p:custDataLst>
            </p:nvPr>
          </p:nvSpPr>
          <p:spPr bwMode="auto">
            <a:xfrm>
              <a:off x="0" y="0"/>
              <a:ext cx="12192000" cy="635000"/>
            </a:xfrm>
            <a:prstGeom prst="rect">
              <a:avLst/>
            </a:prstGeom>
            <a:solidFill>
              <a:srgbClr val="F6F7F8">
                <a:alpha val="50000"/>
              </a:srgbClr>
            </a:solidFill>
            <a:ln w="0" cap="flat" cmpd="sng" algn="ctr">
              <a:noFill/>
              <a:prstDash val="solid"/>
              <a:round/>
              <a:headEnd type="none" w="med" len="med"/>
              <a:tailEnd type="none" w="med" len="med"/>
            </a:ln>
            <a:effectLst>
              <a:outerShdw dist="107763" dir="2700000" algn="ctr" rotWithShape="0">
                <a:schemeClr val="bg2"/>
              </a:outerShdw>
            </a:effectLst>
            <a:extLst>
              <a:ext uri="{91240B29-F687-4F45-9708-019B960494DF}">
                <a14:hiddenLine xmlns:a14="http://schemas.microsoft.com/office/drawing/2010/main" w="0" cap="flat" cmpd="sng" algn="ctr">
                  <a:solidFill>
                    <a:srgbClr val="002BB4"/>
                  </a:solidFill>
                  <a:prstDash val="solid"/>
                  <a:round/>
                  <a:headEnd type="none" w="med" len="med"/>
                  <a:tailEnd type="none" w="med" len="med"/>
                </a14:hiddenLine>
              </a:ext>
            </a:ex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a:ln>
                  <a:noFill/>
                </a:ln>
                <a:solidFill>
                  <a:schemeClr val="tx1"/>
                </a:solidFill>
                <a:effectLst/>
                <a:latin typeface="Tahoma" pitchFamily="34" charset="0"/>
                <a:ea typeface="Dotum" pitchFamily="34" charset="-127"/>
              </a:endParaRPr>
            </a:p>
          </p:txBody>
        </p:sp>
        <p:sp>
          <p:nvSpPr>
            <p:cNvPr id="9" name="ColorBlock">
              <a:extLst>
                <a:ext uri="{FF2B5EF4-FFF2-40B4-BE49-F238E27FC236}">
                  <a16:creationId xmlns:a16="http://schemas.microsoft.com/office/drawing/2014/main" id="{FE836227-F814-80B5-9180-383E6975EF4B}"/>
                </a:ext>
              </a:extLst>
            </p:cNvPr>
            <p:cNvSpPr/>
            <p:nvPr>
              <p:custDataLst>
                <p:tags r:id="rId7"/>
              </p:custDataLst>
            </p:nvPr>
          </p:nvSpPr>
          <p:spPr bwMode="auto">
            <a:xfrm>
              <a:off x="0" y="0"/>
              <a:ext cx="190500" cy="635000"/>
            </a:xfrm>
            <a:prstGeom prst="rect">
              <a:avLst/>
            </a:prstGeom>
            <a:solidFill>
              <a:srgbClr val="639EF4">
                <a:alpha val="50000"/>
              </a:srgbClr>
            </a:solidFill>
            <a:ln w="0" cap="flat" cmpd="sng" algn="ctr">
              <a:noFill/>
              <a:prstDash val="solid"/>
              <a:round/>
              <a:headEnd type="none" w="med" len="med"/>
              <a:tailEnd type="none" w="med" len="med"/>
            </a:ln>
            <a:effectLst>
              <a:outerShdw dist="107763" dir="2700000" algn="ctr" rotWithShape="0">
                <a:schemeClr val="bg2"/>
              </a:outerShdw>
            </a:effectLst>
            <a:extLst>
              <a:ext uri="{91240B29-F687-4F45-9708-019B960494DF}">
                <a14:hiddenLine xmlns:a14="http://schemas.microsoft.com/office/drawing/2010/main" w="0" cap="flat" cmpd="sng" algn="ctr">
                  <a:solidFill>
                    <a:srgbClr val="002BB4"/>
                  </a:solidFill>
                  <a:prstDash val="solid"/>
                  <a:round/>
                  <a:headEnd type="none" w="med" len="med"/>
                  <a:tailEnd type="none" w="med" len="med"/>
                </a14:hiddenLine>
              </a:ext>
            </a:ex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a:ln>
                  <a:noFill/>
                </a:ln>
                <a:solidFill>
                  <a:schemeClr val="tx1"/>
                </a:solidFill>
                <a:effectLst/>
                <a:latin typeface="Tahoma" pitchFamily="34" charset="0"/>
                <a:ea typeface="Dotum" pitchFamily="34" charset="-127"/>
              </a:endParaRPr>
            </a:p>
          </p:txBody>
        </p:sp>
        <p:sp>
          <p:nvSpPr>
            <p:cNvPr id="10" name="TypeText">
              <a:extLst>
                <a:ext uri="{FF2B5EF4-FFF2-40B4-BE49-F238E27FC236}">
                  <a16:creationId xmlns:a16="http://schemas.microsoft.com/office/drawing/2014/main" id="{92C31C95-385C-1AEB-406B-890EFF2E1A27}"/>
                </a:ext>
              </a:extLst>
            </p:cNvPr>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填空题</a:t>
              </a:r>
            </a:p>
          </p:txBody>
        </p:sp>
        <p:sp>
          <p:nvSpPr>
            <p:cNvPr id="11" name="TipText">
              <a:extLst>
                <a:ext uri="{FF2B5EF4-FFF2-40B4-BE49-F238E27FC236}">
                  <a16:creationId xmlns:a16="http://schemas.microsoft.com/office/drawing/2014/main" id="{34D46982-D1F7-C753-7E9E-519FF42CB823}"/>
                </a:ext>
              </a:extLst>
            </p:cNvPr>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0AA45E4C-1DF9-7C92-9752-4EE11D351FB1}"/>
              </a:ext>
            </a:extLst>
          </p:cNvPr>
          <p:cNvPicPr>
            <a:picLocks/>
          </p:cNvPicPr>
          <p:nvPr>
            <p:custDataLst>
              <p:tags r:id="rId5"/>
            </p:custDataLst>
          </p:nvPr>
        </p:nvPicPr>
        <p:blipFill>
          <a:blip r:embed="rId11">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36033731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16D6B47E-F30D-8901-41F5-CC0791620A5B}"/>
              </a:ext>
            </a:extLst>
          </p:cNvPr>
          <p:cNvSpPr txBox="1"/>
          <p:nvPr>
            <p:custDataLst>
              <p:tags r:id="rId2"/>
            </p:custDataLst>
          </p:nvPr>
        </p:nvSpPr>
        <p:spPr>
          <a:xfrm>
            <a:off x="1219200" y="635000"/>
            <a:ext cx="9753600" cy="5458296"/>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输入同样的数据</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被理解为什么数</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是由</a:t>
            </a:r>
            <a:r>
              <a:rPr lang="zh-CN" altLang="en-US" sz="2600" b="1" dirty="0">
                <a:solidFill>
                  <a:srgbClr val="FF0000"/>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sym typeface="Microsoft Yahei" panose="020B0503020204020204" pitchFamily="34" charset="-122"/>
              </a:rPr>
              <a:t>输入格式符确定的</a:t>
            </a:r>
            <a:endParaRPr lang="pt-BR" altLang="zh-CN" sz="2600" b="1" dirty="0">
              <a:solidFill>
                <a:srgbClr val="FF0000"/>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sym typeface="Microsoft Yahei" panose="020B0503020204020204" pitchFamily="34" charset="-122"/>
            </a:endParaRPr>
          </a:p>
          <a:p>
            <a:endParaRPr lang="pt-BR"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pt-BR"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#include&lt;stdio.h&gt;</a:t>
            </a:r>
          </a:p>
          <a:p>
            <a:r>
              <a:rPr lang="pt-BR"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main( )</a:t>
            </a:r>
          </a:p>
          <a:p>
            <a:r>
              <a:rPr lang="pt-BR"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p>
          <a:p>
            <a:r>
              <a:rPr lang="pt-BR"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short n;</a:t>
            </a:r>
          </a:p>
          <a:p>
            <a:r>
              <a:rPr lang="pt-BR"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scanf("%</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x</a:t>
            </a:r>
            <a:r>
              <a:rPr lang="pt-BR"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",&amp;n);//</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如果输入</a:t>
            </a:r>
            <a:r>
              <a:rPr lang="en-US" altLang="zh-CN" sz="2600" b="1" dirty="0">
                <a:solidFill>
                  <a:srgbClr val="FF0000"/>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sym typeface="Microsoft Yahei" panose="020B0503020204020204" pitchFamily="34" charset="-122"/>
              </a:rPr>
              <a:t>20</a:t>
            </a:r>
            <a:endParaRPr lang="pt-BR" altLang="zh-CN" sz="2600" b="1" dirty="0">
              <a:solidFill>
                <a:srgbClr val="FF0000"/>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sym typeface="Microsoft Yahei" panose="020B0503020204020204" pitchFamily="34" charset="-122"/>
            </a:endParaRPr>
          </a:p>
          <a:p>
            <a:r>
              <a:rPr lang="pt-BR"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printf("%d\n",n);</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输出</a:t>
            </a:r>
            <a:r>
              <a:rPr lang="zh-CN" altLang="en-US"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填空</a:t>
            </a:r>
            <a:r>
              <a:rPr lang="en-US" altLang="zh-CN"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endParaRPr lang="pt-BR"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pt-BR"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p:txBody>
      </p:sp>
      <p:sp>
        <p:nvSpPr>
          <p:cNvPr id="7" name="矩形: 圆角 6">
            <a:extLst>
              <a:ext uri="{FF2B5EF4-FFF2-40B4-BE49-F238E27FC236}">
                <a16:creationId xmlns:a16="http://schemas.microsoft.com/office/drawing/2014/main" id="{752AE625-DB67-F383-E386-3BF191560698}"/>
              </a:ext>
            </a:extLst>
          </p:cNvPr>
          <p:cNvSpPr/>
          <p:nvPr>
            <p:custDataLst>
              <p:tags r:id="rId3"/>
            </p:custDataLst>
          </p:nvPr>
        </p:nvSpPr>
        <p:spPr bwMode="auto">
          <a:xfrm>
            <a:off x="8915400" y="6215063"/>
            <a:ext cx="1543050" cy="411480"/>
          </a:xfrm>
          <a:prstGeom prst="roundRect">
            <a:avLst/>
          </a:prstGeom>
          <a:solidFill>
            <a:srgbClr val="808080">
              <a:alpha val="50000"/>
            </a:srgbClr>
          </a:solidFill>
          <a:ln w="38100" cap="flat" cmpd="sng" algn="ctr">
            <a:solidFill>
              <a:srgbClr val="000000"/>
            </a:solidFill>
            <a:prstDash val="solid"/>
            <a:round/>
            <a:headEnd type="none" w="med" len="med"/>
            <a:tailEnd type="none" w="med" len="med"/>
          </a:ln>
          <a:effectLst>
            <a:outerShdw dist="107763" dir="2700000" algn="ctr" rotWithShape="0">
              <a:schemeClr val="bg2"/>
            </a:outerShdw>
          </a:effectLst>
        </p:spPr>
        <p:txBody>
          <a:bodyPr vert="horz" wrap="none" lIns="91440" tIns="45720" rIns="91440" bIns="45720" numCol="1" rtlCol="0" anchor="ctr" anchorCtr="1"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grpSp>
        <p:nvGrpSpPr>
          <p:cNvPr id="12" name="组合 11">
            <a:extLst>
              <a:ext uri="{FF2B5EF4-FFF2-40B4-BE49-F238E27FC236}">
                <a16:creationId xmlns:a16="http://schemas.microsoft.com/office/drawing/2014/main" id="{7FD8A829-4BF1-6994-BD2C-D14D1E3B4C98}"/>
              </a:ext>
            </a:extLst>
          </p:cNvPr>
          <p:cNvGrpSpPr/>
          <p:nvPr>
            <p:custDataLst>
              <p:tags r:id="rId4"/>
            </p:custDataLst>
          </p:nvPr>
        </p:nvGrpSpPr>
        <p:grpSpPr>
          <a:xfrm>
            <a:off x="0" y="0"/>
            <a:ext cx="12192000" cy="635000"/>
            <a:chOff x="0" y="0"/>
            <a:chExt cx="12192000" cy="635000"/>
          </a:xfrm>
        </p:grpSpPr>
        <p:sp>
          <p:nvSpPr>
            <p:cNvPr id="8" name="TitleBackground">
              <a:extLst>
                <a:ext uri="{FF2B5EF4-FFF2-40B4-BE49-F238E27FC236}">
                  <a16:creationId xmlns:a16="http://schemas.microsoft.com/office/drawing/2014/main" id="{98F741F5-2864-8286-A610-6FD9D8B33911}"/>
                </a:ext>
              </a:extLst>
            </p:cNvPr>
            <p:cNvSpPr/>
            <p:nvPr>
              <p:custDataLst>
                <p:tags r:id="rId6"/>
              </p:custDataLst>
            </p:nvPr>
          </p:nvSpPr>
          <p:spPr bwMode="auto">
            <a:xfrm>
              <a:off x="0" y="0"/>
              <a:ext cx="12192000" cy="635000"/>
            </a:xfrm>
            <a:prstGeom prst="rect">
              <a:avLst/>
            </a:prstGeom>
            <a:solidFill>
              <a:srgbClr val="F6F7F8">
                <a:alpha val="50000"/>
              </a:srgbClr>
            </a:solidFill>
            <a:ln w="0" cap="flat" cmpd="sng" algn="ctr">
              <a:noFill/>
              <a:prstDash val="solid"/>
              <a:round/>
              <a:headEnd type="none" w="med" len="med"/>
              <a:tailEnd type="none" w="med" len="med"/>
            </a:ln>
            <a:effectLst>
              <a:outerShdw dist="107763" dir="2700000" algn="ctr" rotWithShape="0">
                <a:schemeClr val="bg2"/>
              </a:outerShdw>
            </a:effectLst>
            <a:extLst>
              <a:ext uri="{91240B29-F687-4F45-9708-019B960494DF}">
                <a14:hiddenLine xmlns:a14="http://schemas.microsoft.com/office/drawing/2010/main" w="0" cap="flat" cmpd="sng" algn="ctr">
                  <a:solidFill>
                    <a:srgbClr val="002BB4"/>
                  </a:solidFill>
                  <a:prstDash val="solid"/>
                  <a:round/>
                  <a:headEnd type="none" w="med" len="med"/>
                  <a:tailEnd type="none" w="med" len="med"/>
                </a14:hiddenLine>
              </a:ext>
            </a:ex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a:ln>
                  <a:noFill/>
                </a:ln>
                <a:solidFill>
                  <a:schemeClr val="tx1"/>
                </a:solidFill>
                <a:effectLst/>
                <a:latin typeface="Tahoma" pitchFamily="34" charset="0"/>
                <a:ea typeface="Dotum" pitchFamily="34" charset="-127"/>
              </a:endParaRPr>
            </a:p>
          </p:txBody>
        </p:sp>
        <p:sp>
          <p:nvSpPr>
            <p:cNvPr id="9" name="ColorBlock">
              <a:extLst>
                <a:ext uri="{FF2B5EF4-FFF2-40B4-BE49-F238E27FC236}">
                  <a16:creationId xmlns:a16="http://schemas.microsoft.com/office/drawing/2014/main" id="{FE836227-F814-80B5-9180-383E6975EF4B}"/>
                </a:ext>
              </a:extLst>
            </p:cNvPr>
            <p:cNvSpPr/>
            <p:nvPr>
              <p:custDataLst>
                <p:tags r:id="rId7"/>
              </p:custDataLst>
            </p:nvPr>
          </p:nvSpPr>
          <p:spPr bwMode="auto">
            <a:xfrm>
              <a:off x="0" y="0"/>
              <a:ext cx="190500" cy="635000"/>
            </a:xfrm>
            <a:prstGeom prst="rect">
              <a:avLst/>
            </a:prstGeom>
            <a:solidFill>
              <a:srgbClr val="639EF4">
                <a:alpha val="50000"/>
              </a:srgbClr>
            </a:solidFill>
            <a:ln w="0" cap="flat" cmpd="sng" algn="ctr">
              <a:noFill/>
              <a:prstDash val="solid"/>
              <a:round/>
              <a:headEnd type="none" w="med" len="med"/>
              <a:tailEnd type="none" w="med" len="med"/>
            </a:ln>
            <a:effectLst>
              <a:outerShdw dist="107763" dir="2700000" algn="ctr" rotWithShape="0">
                <a:schemeClr val="bg2"/>
              </a:outerShdw>
            </a:effectLst>
            <a:extLst>
              <a:ext uri="{91240B29-F687-4F45-9708-019B960494DF}">
                <a14:hiddenLine xmlns:a14="http://schemas.microsoft.com/office/drawing/2010/main" w="0" cap="flat" cmpd="sng" algn="ctr">
                  <a:solidFill>
                    <a:srgbClr val="002BB4"/>
                  </a:solidFill>
                  <a:prstDash val="solid"/>
                  <a:round/>
                  <a:headEnd type="none" w="med" len="med"/>
                  <a:tailEnd type="none" w="med" len="med"/>
                </a14:hiddenLine>
              </a:ext>
            </a:ex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a:ln>
                  <a:noFill/>
                </a:ln>
                <a:solidFill>
                  <a:schemeClr val="tx1"/>
                </a:solidFill>
                <a:effectLst/>
                <a:latin typeface="Tahoma" pitchFamily="34" charset="0"/>
                <a:ea typeface="Dotum" pitchFamily="34" charset="-127"/>
              </a:endParaRPr>
            </a:p>
          </p:txBody>
        </p:sp>
        <p:sp>
          <p:nvSpPr>
            <p:cNvPr id="10" name="TypeText">
              <a:extLst>
                <a:ext uri="{FF2B5EF4-FFF2-40B4-BE49-F238E27FC236}">
                  <a16:creationId xmlns:a16="http://schemas.microsoft.com/office/drawing/2014/main" id="{92C31C95-385C-1AEB-406B-890EFF2E1A27}"/>
                </a:ext>
              </a:extLst>
            </p:cNvPr>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填空题</a:t>
              </a:r>
            </a:p>
          </p:txBody>
        </p:sp>
        <p:sp>
          <p:nvSpPr>
            <p:cNvPr id="11" name="TipText">
              <a:extLst>
                <a:ext uri="{FF2B5EF4-FFF2-40B4-BE49-F238E27FC236}">
                  <a16:creationId xmlns:a16="http://schemas.microsoft.com/office/drawing/2014/main" id="{34D46982-D1F7-C753-7E9E-519FF42CB823}"/>
                </a:ext>
              </a:extLst>
            </p:cNvPr>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0AA45E4C-1DF9-7C92-9752-4EE11D351FB1}"/>
              </a:ext>
            </a:extLst>
          </p:cNvPr>
          <p:cNvPicPr>
            <a:picLocks/>
          </p:cNvPicPr>
          <p:nvPr>
            <p:custDataLst>
              <p:tags r:id="rId5"/>
            </p:custDataLst>
          </p:nvPr>
        </p:nvPicPr>
        <p:blipFill>
          <a:blip r:embed="rId11">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7218802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16D6B47E-F30D-8901-41F5-CC0791620A5B}"/>
              </a:ext>
            </a:extLst>
          </p:cNvPr>
          <p:cNvSpPr txBox="1"/>
          <p:nvPr>
            <p:custDataLst>
              <p:tags r:id="rId2"/>
            </p:custDataLst>
          </p:nvPr>
        </p:nvSpPr>
        <p:spPr>
          <a:xfrm>
            <a:off x="1219200" y="635000"/>
            <a:ext cx="9753600" cy="5458296"/>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输入同样的数据</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被理解为什么数</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是由</a:t>
            </a:r>
            <a:r>
              <a:rPr lang="zh-CN" altLang="en-US" sz="2600" b="1" dirty="0">
                <a:solidFill>
                  <a:srgbClr val="FF0000"/>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sym typeface="Microsoft Yahei" panose="020B0503020204020204" pitchFamily="34" charset="-122"/>
              </a:rPr>
              <a:t>输入格式符确定的</a:t>
            </a:r>
            <a:endParaRPr lang="pt-BR" altLang="zh-CN" sz="2600" b="1" dirty="0">
              <a:solidFill>
                <a:srgbClr val="FF0000"/>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sym typeface="Microsoft Yahei" panose="020B0503020204020204" pitchFamily="34" charset="-122"/>
            </a:endParaRPr>
          </a:p>
          <a:p>
            <a:endParaRPr lang="pt-BR"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pt-BR"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#include&lt;stdio.h&gt;</a:t>
            </a:r>
          </a:p>
          <a:p>
            <a:r>
              <a:rPr lang="pt-BR"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main( )</a:t>
            </a:r>
          </a:p>
          <a:p>
            <a:r>
              <a:rPr lang="pt-BR"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p>
          <a:p>
            <a:r>
              <a:rPr lang="pt-BR"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char n;</a:t>
            </a:r>
          </a:p>
          <a:p>
            <a:r>
              <a:rPr lang="pt-BR"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scanf("%</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a:t>
            </a:r>
            <a:r>
              <a:rPr lang="pt-BR"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",&amp;n);//</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如果输入</a:t>
            </a:r>
            <a:r>
              <a:rPr lang="en-US" altLang="zh-CN" sz="2600" b="1" dirty="0">
                <a:solidFill>
                  <a:srgbClr val="FF0000"/>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sym typeface="Microsoft Yahei" panose="020B0503020204020204" pitchFamily="34" charset="-122"/>
              </a:rPr>
              <a:t>20</a:t>
            </a:r>
            <a:endParaRPr lang="pt-BR" altLang="zh-CN" sz="2600" b="1" dirty="0">
              <a:solidFill>
                <a:srgbClr val="FF0000"/>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sym typeface="Microsoft Yahei" panose="020B0503020204020204" pitchFamily="34" charset="-122"/>
            </a:endParaRPr>
          </a:p>
          <a:p>
            <a:r>
              <a:rPr lang="pt-BR"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printf("%d\n",n);</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输出</a:t>
            </a:r>
            <a:r>
              <a:rPr lang="zh-CN" altLang="en-US"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填空</a:t>
            </a:r>
            <a:r>
              <a:rPr lang="en-US" altLang="zh-CN"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endParaRPr lang="pt-BR"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pt-BR"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p:txBody>
      </p:sp>
      <p:sp>
        <p:nvSpPr>
          <p:cNvPr id="7" name="矩形: 圆角 6">
            <a:extLst>
              <a:ext uri="{FF2B5EF4-FFF2-40B4-BE49-F238E27FC236}">
                <a16:creationId xmlns:a16="http://schemas.microsoft.com/office/drawing/2014/main" id="{752AE625-DB67-F383-E386-3BF191560698}"/>
              </a:ext>
            </a:extLst>
          </p:cNvPr>
          <p:cNvSpPr/>
          <p:nvPr>
            <p:custDataLst>
              <p:tags r:id="rId3"/>
            </p:custDataLst>
          </p:nvPr>
        </p:nvSpPr>
        <p:spPr bwMode="auto">
          <a:xfrm>
            <a:off x="8915400" y="6215063"/>
            <a:ext cx="1543050" cy="411480"/>
          </a:xfrm>
          <a:prstGeom prst="roundRect">
            <a:avLst/>
          </a:prstGeom>
          <a:solidFill>
            <a:srgbClr val="808080">
              <a:alpha val="50000"/>
            </a:srgbClr>
          </a:solidFill>
          <a:ln w="38100" cap="flat" cmpd="sng" algn="ctr">
            <a:solidFill>
              <a:srgbClr val="000000"/>
            </a:solidFill>
            <a:prstDash val="solid"/>
            <a:round/>
            <a:headEnd type="none" w="med" len="med"/>
            <a:tailEnd type="none" w="med" len="med"/>
          </a:ln>
          <a:effectLst>
            <a:outerShdw dist="107763" dir="2700000" algn="ctr" rotWithShape="0">
              <a:schemeClr val="bg2"/>
            </a:outerShdw>
          </a:effectLst>
        </p:spPr>
        <p:txBody>
          <a:bodyPr vert="horz" wrap="none" lIns="91440" tIns="45720" rIns="91440" bIns="45720" numCol="1" rtlCol="0" anchor="ctr" anchorCtr="1"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grpSp>
        <p:nvGrpSpPr>
          <p:cNvPr id="12" name="组合 11">
            <a:extLst>
              <a:ext uri="{FF2B5EF4-FFF2-40B4-BE49-F238E27FC236}">
                <a16:creationId xmlns:a16="http://schemas.microsoft.com/office/drawing/2014/main" id="{7FD8A829-4BF1-6994-BD2C-D14D1E3B4C98}"/>
              </a:ext>
            </a:extLst>
          </p:cNvPr>
          <p:cNvGrpSpPr/>
          <p:nvPr>
            <p:custDataLst>
              <p:tags r:id="rId4"/>
            </p:custDataLst>
          </p:nvPr>
        </p:nvGrpSpPr>
        <p:grpSpPr>
          <a:xfrm>
            <a:off x="0" y="0"/>
            <a:ext cx="12192000" cy="635000"/>
            <a:chOff x="0" y="0"/>
            <a:chExt cx="12192000" cy="635000"/>
          </a:xfrm>
        </p:grpSpPr>
        <p:sp>
          <p:nvSpPr>
            <p:cNvPr id="8" name="TitleBackground">
              <a:extLst>
                <a:ext uri="{FF2B5EF4-FFF2-40B4-BE49-F238E27FC236}">
                  <a16:creationId xmlns:a16="http://schemas.microsoft.com/office/drawing/2014/main" id="{98F741F5-2864-8286-A610-6FD9D8B33911}"/>
                </a:ext>
              </a:extLst>
            </p:cNvPr>
            <p:cNvSpPr/>
            <p:nvPr>
              <p:custDataLst>
                <p:tags r:id="rId6"/>
              </p:custDataLst>
            </p:nvPr>
          </p:nvSpPr>
          <p:spPr bwMode="auto">
            <a:xfrm>
              <a:off x="0" y="0"/>
              <a:ext cx="12192000" cy="635000"/>
            </a:xfrm>
            <a:prstGeom prst="rect">
              <a:avLst/>
            </a:prstGeom>
            <a:solidFill>
              <a:srgbClr val="F6F7F8">
                <a:alpha val="50000"/>
              </a:srgbClr>
            </a:solidFill>
            <a:ln w="0" cap="flat" cmpd="sng" algn="ctr">
              <a:noFill/>
              <a:prstDash val="solid"/>
              <a:round/>
              <a:headEnd type="none" w="med" len="med"/>
              <a:tailEnd type="none" w="med" len="med"/>
            </a:ln>
            <a:effectLst>
              <a:outerShdw dist="107763" dir="2700000" algn="ctr" rotWithShape="0">
                <a:schemeClr val="bg2"/>
              </a:outerShdw>
            </a:effectLst>
            <a:extLst>
              <a:ext uri="{91240B29-F687-4F45-9708-019B960494DF}">
                <a14:hiddenLine xmlns:a14="http://schemas.microsoft.com/office/drawing/2010/main" w="0" cap="flat" cmpd="sng" algn="ctr">
                  <a:solidFill>
                    <a:srgbClr val="002BB4"/>
                  </a:solidFill>
                  <a:prstDash val="solid"/>
                  <a:round/>
                  <a:headEnd type="none" w="med" len="med"/>
                  <a:tailEnd type="none" w="med" len="med"/>
                </a14:hiddenLine>
              </a:ext>
            </a:ex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a:ln>
                  <a:noFill/>
                </a:ln>
                <a:solidFill>
                  <a:schemeClr val="tx1"/>
                </a:solidFill>
                <a:effectLst/>
                <a:latin typeface="Tahoma" pitchFamily="34" charset="0"/>
                <a:ea typeface="Dotum" pitchFamily="34" charset="-127"/>
              </a:endParaRPr>
            </a:p>
          </p:txBody>
        </p:sp>
        <p:sp>
          <p:nvSpPr>
            <p:cNvPr id="9" name="ColorBlock">
              <a:extLst>
                <a:ext uri="{FF2B5EF4-FFF2-40B4-BE49-F238E27FC236}">
                  <a16:creationId xmlns:a16="http://schemas.microsoft.com/office/drawing/2014/main" id="{FE836227-F814-80B5-9180-383E6975EF4B}"/>
                </a:ext>
              </a:extLst>
            </p:cNvPr>
            <p:cNvSpPr/>
            <p:nvPr>
              <p:custDataLst>
                <p:tags r:id="rId7"/>
              </p:custDataLst>
            </p:nvPr>
          </p:nvSpPr>
          <p:spPr bwMode="auto">
            <a:xfrm>
              <a:off x="0" y="0"/>
              <a:ext cx="190500" cy="635000"/>
            </a:xfrm>
            <a:prstGeom prst="rect">
              <a:avLst/>
            </a:prstGeom>
            <a:solidFill>
              <a:srgbClr val="639EF4">
                <a:alpha val="50000"/>
              </a:srgbClr>
            </a:solidFill>
            <a:ln w="0" cap="flat" cmpd="sng" algn="ctr">
              <a:noFill/>
              <a:prstDash val="solid"/>
              <a:round/>
              <a:headEnd type="none" w="med" len="med"/>
              <a:tailEnd type="none" w="med" len="med"/>
            </a:ln>
            <a:effectLst>
              <a:outerShdw dist="107763" dir="2700000" algn="ctr" rotWithShape="0">
                <a:schemeClr val="bg2"/>
              </a:outerShdw>
            </a:effectLst>
            <a:extLst>
              <a:ext uri="{91240B29-F687-4F45-9708-019B960494DF}">
                <a14:hiddenLine xmlns:a14="http://schemas.microsoft.com/office/drawing/2010/main" w="0" cap="flat" cmpd="sng" algn="ctr">
                  <a:solidFill>
                    <a:srgbClr val="002BB4"/>
                  </a:solidFill>
                  <a:prstDash val="solid"/>
                  <a:round/>
                  <a:headEnd type="none" w="med" len="med"/>
                  <a:tailEnd type="none" w="med" len="med"/>
                </a14:hiddenLine>
              </a:ext>
            </a:ex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a:ln>
                  <a:noFill/>
                </a:ln>
                <a:solidFill>
                  <a:schemeClr val="tx1"/>
                </a:solidFill>
                <a:effectLst/>
                <a:latin typeface="Tahoma" pitchFamily="34" charset="0"/>
                <a:ea typeface="Dotum" pitchFamily="34" charset="-127"/>
              </a:endParaRPr>
            </a:p>
          </p:txBody>
        </p:sp>
        <p:sp>
          <p:nvSpPr>
            <p:cNvPr id="10" name="TypeText">
              <a:extLst>
                <a:ext uri="{FF2B5EF4-FFF2-40B4-BE49-F238E27FC236}">
                  <a16:creationId xmlns:a16="http://schemas.microsoft.com/office/drawing/2014/main" id="{92C31C95-385C-1AEB-406B-890EFF2E1A27}"/>
                </a:ext>
              </a:extLst>
            </p:cNvPr>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填空题</a:t>
              </a:r>
            </a:p>
          </p:txBody>
        </p:sp>
        <p:sp>
          <p:nvSpPr>
            <p:cNvPr id="11" name="TipText">
              <a:extLst>
                <a:ext uri="{FF2B5EF4-FFF2-40B4-BE49-F238E27FC236}">
                  <a16:creationId xmlns:a16="http://schemas.microsoft.com/office/drawing/2014/main" id="{34D46982-D1F7-C753-7E9E-519FF42CB823}"/>
                </a:ext>
              </a:extLst>
            </p:cNvPr>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0AA45E4C-1DF9-7C92-9752-4EE11D351FB1}"/>
              </a:ext>
            </a:extLst>
          </p:cNvPr>
          <p:cNvPicPr>
            <a:picLocks/>
          </p:cNvPicPr>
          <p:nvPr>
            <p:custDataLst>
              <p:tags r:id="rId5"/>
            </p:custDataLst>
          </p:nvPr>
        </p:nvPicPr>
        <p:blipFill>
          <a:blip r:embed="rId11">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35818497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noChangeArrowheads="1"/>
          </p:cNvSpPr>
          <p:nvPr>
            <p:ph type="title"/>
          </p:nvPr>
        </p:nvSpPr>
        <p:spPr>
          <a:xfrm>
            <a:off x="2300288" y="31750"/>
            <a:ext cx="5854700" cy="820738"/>
          </a:xfrm>
        </p:spPr>
        <p:txBody>
          <a:bodyPr/>
          <a:lstStyle/>
          <a:p>
            <a:r>
              <a:rPr lang="zh-CN" altLang="en-US" sz="3200">
                <a:latin typeface="Courier New" pitchFamily="49" charset="0"/>
              </a:rPr>
              <a:t>格式输入的使用与注意：</a:t>
            </a:r>
          </a:p>
        </p:txBody>
      </p:sp>
      <p:sp>
        <p:nvSpPr>
          <p:cNvPr id="194563" name="Rectangle 3"/>
          <p:cNvSpPr>
            <a:spLocks noGrp="1" noChangeArrowheads="1"/>
          </p:cNvSpPr>
          <p:nvPr>
            <p:ph type="body" idx="1"/>
          </p:nvPr>
        </p:nvSpPr>
        <p:spPr>
          <a:xfrm>
            <a:off x="2047875" y="1166813"/>
            <a:ext cx="8281988" cy="4572000"/>
          </a:xfrm>
        </p:spPr>
        <p:txBody>
          <a:bodyPr/>
          <a:lstStyle/>
          <a:p>
            <a:pPr>
              <a:lnSpc>
                <a:spcPct val="120000"/>
              </a:lnSpc>
              <a:buFont typeface="Wingdings" pitchFamily="2" charset="2"/>
              <a:buNone/>
            </a:pPr>
            <a:r>
              <a:rPr lang="zh-CN" altLang="zh-CN" sz="2400" b="1" dirty="0">
                <a:latin typeface="Times New Roman" pitchFamily="18" charset="0"/>
                <a:sym typeface="Wingdings 2" pitchFamily="18" charset="2"/>
              </a:rPr>
              <a:t>1) </a:t>
            </a:r>
            <a:r>
              <a:rPr lang="zh-CN" altLang="en-US" sz="2400" b="1" dirty="0">
                <a:latin typeface="黑体" pitchFamily="49" charset="-122"/>
                <a:sym typeface="Wingdings 2" pitchFamily="18" charset="2"/>
              </a:rPr>
              <a:t>输入数据时</a:t>
            </a:r>
            <a:r>
              <a:rPr lang="zh-CN" altLang="en-US" sz="2400" b="1" dirty="0">
                <a:solidFill>
                  <a:srgbClr val="FF0000"/>
                </a:solidFill>
                <a:effectLst>
                  <a:outerShdw blurRad="38100" dist="38100" dir="2700000" algn="tl">
                    <a:srgbClr val="000000">
                      <a:alpha val="43137"/>
                    </a:srgbClr>
                  </a:outerShdw>
                </a:effectLst>
                <a:latin typeface="黑体" pitchFamily="49" charset="-122"/>
                <a:sym typeface="Wingdings 2" pitchFamily="18" charset="2"/>
              </a:rPr>
              <a:t>采用的分隔符应与格式控制中的分隔符一致</a:t>
            </a:r>
            <a:r>
              <a:rPr lang="zh-CN" altLang="en-US" sz="2400" b="1" dirty="0">
                <a:latin typeface="黑体" pitchFamily="49" charset="-122"/>
                <a:sym typeface="Wingdings 2" pitchFamily="18" charset="2"/>
              </a:rPr>
              <a:t>。格式控制中无普通字符时</a:t>
            </a:r>
            <a:r>
              <a:rPr lang="zh-CN" altLang="zh-CN" sz="2400" b="1" dirty="0">
                <a:latin typeface="Times New Roman" pitchFamily="18" charset="0"/>
                <a:sym typeface="Wingdings 2" pitchFamily="18" charset="2"/>
              </a:rPr>
              <a:t>,   </a:t>
            </a:r>
            <a:r>
              <a:rPr lang="zh-CN" altLang="en-US" sz="2400" b="1" dirty="0">
                <a:latin typeface="黑体" pitchFamily="49" charset="-122"/>
                <a:sym typeface="Wingdings 2" pitchFamily="18" charset="2"/>
              </a:rPr>
              <a:t>输入</a:t>
            </a:r>
            <a:r>
              <a:rPr lang="zh-CN" altLang="en-US" sz="2400" b="1" dirty="0">
                <a:solidFill>
                  <a:srgbClr val="0000B4"/>
                </a:solidFill>
                <a:latin typeface="黑体" pitchFamily="49" charset="-122"/>
                <a:sym typeface="Wingdings 2" pitchFamily="18" charset="2"/>
              </a:rPr>
              <a:t>数值型</a:t>
            </a:r>
            <a:r>
              <a:rPr lang="zh-CN" altLang="en-US" sz="2400" b="1" dirty="0">
                <a:latin typeface="黑体" pitchFamily="49" charset="-122"/>
                <a:sym typeface="Wingdings 2" pitchFamily="18" charset="2"/>
              </a:rPr>
              <a:t>数据可用</a:t>
            </a:r>
            <a:r>
              <a:rPr lang="zh-CN" altLang="en-US" sz="2400" b="1" dirty="0">
                <a:solidFill>
                  <a:srgbClr val="FF0000"/>
                </a:solidFill>
                <a:latin typeface="黑体" pitchFamily="49" charset="-122"/>
                <a:sym typeface="Wingdings 2" pitchFamily="18" charset="2"/>
              </a:rPr>
              <a:t>空格、</a:t>
            </a:r>
            <a:r>
              <a:rPr lang="zh-CN" altLang="zh-CN" sz="2400" b="1" dirty="0">
                <a:solidFill>
                  <a:srgbClr val="FF0000"/>
                </a:solidFill>
                <a:latin typeface="Arial" pitchFamily="34" charset="0"/>
                <a:sym typeface="Wingdings 2" pitchFamily="18" charset="2"/>
              </a:rPr>
              <a:t>Tab</a:t>
            </a:r>
            <a:r>
              <a:rPr lang="zh-CN" altLang="en-US" sz="2400" b="1" dirty="0">
                <a:solidFill>
                  <a:srgbClr val="FF0000"/>
                </a:solidFill>
                <a:latin typeface="黑体" pitchFamily="49" charset="-122"/>
                <a:sym typeface="Wingdings 2" pitchFamily="18" charset="2"/>
              </a:rPr>
              <a:t>键、回车键</a:t>
            </a:r>
            <a:r>
              <a:rPr lang="zh-CN" altLang="en-US" sz="2400" b="1" dirty="0">
                <a:latin typeface="黑体" pitchFamily="49" charset="-122"/>
                <a:sym typeface="Wingdings 2" pitchFamily="18" charset="2"/>
              </a:rPr>
              <a:t>作分隔符。</a:t>
            </a:r>
          </a:p>
          <a:p>
            <a:pPr>
              <a:lnSpc>
                <a:spcPct val="110000"/>
              </a:lnSpc>
              <a:buFont typeface="Wingdings" pitchFamily="2" charset="2"/>
              <a:buNone/>
            </a:pPr>
            <a:r>
              <a:rPr lang="zh-CN" altLang="en-US" sz="2400" b="1" dirty="0">
                <a:latin typeface="黑体" pitchFamily="49" charset="-122"/>
              </a:rPr>
              <a:t>  例</a:t>
            </a:r>
            <a:r>
              <a:rPr lang="zh-CN" altLang="zh-CN" sz="2400" b="1" dirty="0">
                <a:latin typeface="Times New Roman" pitchFamily="18" charset="0"/>
              </a:rPr>
              <a:t>:</a:t>
            </a:r>
          </a:p>
          <a:p>
            <a:pPr algn="just">
              <a:lnSpc>
                <a:spcPct val="110000"/>
              </a:lnSpc>
              <a:buFont typeface="Wingdings" pitchFamily="2" charset="2"/>
              <a:buNone/>
            </a:pPr>
            <a:r>
              <a:rPr lang="zh-CN" altLang="zh-CN" sz="2400" b="1" dirty="0">
                <a:ea typeface="文鼎书宋简" charset="-122"/>
              </a:rPr>
              <a:t>        int a</a:t>
            </a:r>
            <a:r>
              <a:rPr lang="zh-CN" altLang="zh-CN" sz="2400" b="1" dirty="0">
                <a:latin typeface="Times New Roman" pitchFamily="18" charset="0"/>
                <a:ea typeface="文鼎书宋简" charset="-122"/>
              </a:rPr>
              <a:t>,</a:t>
            </a:r>
            <a:r>
              <a:rPr lang="zh-CN" altLang="zh-CN" sz="2400" b="1" dirty="0">
                <a:ea typeface="文鼎书宋简" charset="-122"/>
              </a:rPr>
              <a:t> b </a:t>
            </a:r>
            <a:r>
              <a:rPr lang="zh-CN" altLang="zh-CN" sz="2400" b="1" dirty="0">
                <a:latin typeface="Times New Roman" pitchFamily="18" charset="0"/>
                <a:ea typeface="文鼎书宋简" charset="-122"/>
              </a:rPr>
              <a:t>; </a:t>
            </a:r>
            <a:r>
              <a:rPr lang="zh-CN" altLang="zh-CN" sz="2400" b="1" dirty="0">
                <a:ea typeface="文鼎书宋简" charset="-122"/>
              </a:rPr>
              <a:t> float  f</a:t>
            </a:r>
            <a:r>
              <a:rPr lang="zh-CN" altLang="zh-CN" sz="2400" b="1" dirty="0">
                <a:latin typeface="Times New Roman" pitchFamily="18" charset="0"/>
                <a:ea typeface="文鼎书宋简" charset="-122"/>
              </a:rPr>
              <a:t>,</a:t>
            </a:r>
            <a:r>
              <a:rPr lang="zh-CN" altLang="zh-CN" sz="2400" b="1" dirty="0">
                <a:ea typeface="文鼎书宋简" charset="-122"/>
              </a:rPr>
              <a:t> e </a:t>
            </a:r>
            <a:r>
              <a:rPr lang="zh-CN" altLang="zh-CN" sz="2400" b="1" dirty="0">
                <a:latin typeface="Times New Roman" pitchFamily="18" charset="0"/>
              </a:rPr>
              <a:t>;</a:t>
            </a:r>
          </a:p>
          <a:p>
            <a:pPr algn="just">
              <a:lnSpc>
                <a:spcPct val="115000"/>
              </a:lnSpc>
              <a:spcBef>
                <a:spcPct val="30000"/>
              </a:spcBef>
              <a:buFont typeface="Wingdings" pitchFamily="2" charset="2"/>
              <a:buNone/>
            </a:pPr>
            <a:r>
              <a:rPr lang="zh-CN" altLang="zh-CN" sz="2400" b="1" dirty="0">
                <a:solidFill>
                  <a:srgbClr val="0028A6"/>
                </a:solidFill>
                <a:ea typeface="文鼎书宋简" charset="-122"/>
              </a:rPr>
              <a:t>        </a:t>
            </a:r>
            <a:r>
              <a:rPr lang="zh-CN" altLang="zh-CN" sz="2400" b="1" dirty="0">
                <a:ea typeface="文鼎书宋简" charset="-122"/>
              </a:rPr>
              <a:t>scanf</a:t>
            </a:r>
            <a:r>
              <a:rPr lang="zh-CN" altLang="zh-CN" sz="2400" b="1" dirty="0">
                <a:latin typeface="Times New Roman" pitchFamily="18" charset="0"/>
                <a:ea typeface="文鼎书宋简" charset="-122"/>
              </a:rPr>
              <a:t>(</a:t>
            </a:r>
            <a:r>
              <a:rPr lang="zh-CN" altLang="zh-CN" sz="2400" b="1" dirty="0">
                <a:latin typeface="Times New Roman"/>
                <a:ea typeface="文鼎书宋简" charset="-122"/>
              </a:rPr>
              <a:t>“</a:t>
            </a:r>
            <a:r>
              <a:rPr lang="zh-CN" altLang="zh-CN" sz="2400" b="1" dirty="0">
                <a:ea typeface="文鼎书宋简" charset="-122"/>
              </a:rPr>
              <a:t>%d%d</a:t>
            </a:r>
            <a:r>
              <a:rPr lang="zh-CN" altLang="zh-CN" sz="2400" b="1" dirty="0">
                <a:latin typeface="Times New Roman"/>
                <a:ea typeface="文鼎书宋简" charset="-122"/>
              </a:rPr>
              <a:t>”</a:t>
            </a:r>
            <a:r>
              <a:rPr lang="zh-CN" altLang="zh-CN" sz="2400" b="1" dirty="0">
                <a:latin typeface="Times New Roman" pitchFamily="18" charset="0"/>
                <a:ea typeface="文鼎书宋简" charset="-122"/>
              </a:rPr>
              <a:t>, </a:t>
            </a:r>
            <a:r>
              <a:rPr lang="zh-CN" altLang="zh-CN" sz="2400" dirty="0">
                <a:ea typeface="文鼎书宋简" charset="-122"/>
              </a:rPr>
              <a:t>&amp;</a:t>
            </a:r>
            <a:r>
              <a:rPr lang="zh-CN" altLang="zh-CN" sz="2400" b="1" dirty="0">
                <a:ea typeface="文鼎书宋简" charset="-122"/>
              </a:rPr>
              <a:t>a</a:t>
            </a:r>
            <a:r>
              <a:rPr lang="zh-CN" altLang="zh-CN" sz="2400" b="1" dirty="0">
                <a:latin typeface="Times New Roman" pitchFamily="18" charset="0"/>
                <a:ea typeface="文鼎书宋简" charset="-122"/>
              </a:rPr>
              <a:t>,</a:t>
            </a:r>
            <a:r>
              <a:rPr lang="zh-CN" altLang="zh-CN" sz="2400" dirty="0">
                <a:ea typeface="文鼎书宋简" charset="-122"/>
              </a:rPr>
              <a:t>&amp;</a:t>
            </a:r>
            <a:r>
              <a:rPr lang="zh-CN" altLang="zh-CN" sz="2400" b="1" dirty="0">
                <a:ea typeface="文鼎书宋简" charset="-122"/>
              </a:rPr>
              <a:t>b</a:t>
            </a:r>
            <a:r>
              <a:rPr lang="zh-CN" altLang="zh-CN" sz="2400" b="1" dirty="0">
                <a:latin typeface="Times New Roman" pitchFamily="18" charset="0"/>
                <a:ea typeface="文鼎书宋简" charset="-122"/>
              </a:rPr>
              <a:t>);</a:t>
            </a:r>
            <a:r>
              <a:rPr lang="zh-CN" altLang="zh-CN" sz="2400" b="1" dirty="0">
                <a:ea typeface="文鼎书宋简" charset="-122"/>
              </a:rPr>
              <a:t> </a:t>
            </a:r>
          </a:p>
          <a:p>
            <a:pPr algn="just">
              <a:lnSpc>
                <a:spcPct val="115000"/>
              </a:lnSpc>
              <a:buFont typeface="Wingdings" pitchFamily="2" charset="2"/>
              <a:buNone/>
            </a:pPr>
            <a:r>
              <a:rPr lang="zh-CN" altLang="zh-CN" sz="2400" b="1" dirty="0">
                <a:ea typeface="文鼎书宋简" charset="-122"/>
              </a:rPr>
              <a:t>        scanf</a:t>
            </a:r>
            <a:r>
              <a:rPr lang="zh-CN" altLang="zh-CN" sz="2400" b="1" dirty="0">
                <a:latin typeface="Times New Roman" pitchFamily="18" charset="0"/>
                <a:ea typeface="文鼎书宋简" charset="-122"/>
              </a:rPr>
              <a:t>(</a:t>
            </a:r>
            <a:r>
              <a:rPr lang="zh-CN" altLang="zh-CN" sz="2400" b="1" dirty="0">
                <a:latin typeface="Times New Roman"/>
                <a:ea typeface="文鼎书宋简" charset="-122"/>
              </a:rPr>
              <a:t>“</a:t>
            </a:r>
            <a:r>
              <a:rPr lang="zh-CN" altLang="zh-CN" sz="2400" b="1" dirty="0">
                <a:ea typeface="文鼎书宋简" charset="-122"/>
              </a:rPr>
              <a:t>%f</a:t>
            </a:r>
            <a:r>
              <a:rPr lang="zh-CN" altLang="zh-CN" sz="2800" b="1" dirty="0">
                <a:solidFill>
                  <a:srgbClr val="CC0000"/>
                </a:solidFill>
                <a:latin typeface="Times New Roman" pitchFamily="18" charset="0"/>
                <a:ea typeface="文鼎书宋简" charset="-122"/>
              </a:rPr>
              <a:t>, </a:t>
            </a:r>
            <a:r>
              <a:rPr lang="zh-CN" altLang="zh-CN" sz="2400" b="1" dirty="0">
                <a:ea typeface="文鼎书宋简" charset="-122"/>
              </a:rPr>
              <a:t>%f</a:t>
            </a:r>
            <a:r>
              <a:rPr lang="zh-CN" altLang="zh-CN" sz="2400" b="1" dirty="0">
                <a:latin typeface="Times New Roman"/>
                <a:ea typeface="文鼎书宋简" charset="-122"/>
              </a:rPr>
              <a:t>”</a:t>
            </a:r>
            <a:r>
              <a:rPr lang="zh-CN" altLang="zh-CN" sz="2400" b="1" dirty="0">
                <a:latin typeface="Times New Roman" pitchFamily="18" charset="0"/>
                <a:ea typeface="文鼎书宋简" charset="-122"/>
              </a:rPr>
              <a:t>, </a:t>
            </a:r>
            <a:r>
              <a:rPr lang="zh-CN" altLang="zh-CN" sz="2400" dirty="0">
                <a:ea typeface="文鼎书宋简" charset="-122"/>
              </a:rPr>
              <a:t>&amp;</a:t>
            </a:r>
            <a:r>
              <a:rPr lang="zh-CN" altLang="zh-CN" sz="2400" b="1" dirty="0">
                <a:ea typeface="文鼎书宋简" charset="-122"/>
              </a:rPr>
              <a:t>f</a:t>
            </a:r>
            <a:r>
              <a:rPr lang="zh-CN" altLang="zh-CN" sz="2400" b="1" dirty="0">
                <a:latin typeface="Times New Roman" pitchFamily="18" charset="0"/>
                <a:ea typeface="文鼎书宋简" charset="-122"/>
              </a:rPr>
              <a:t>,</a:t>
            </a:r>
            <a:r>
              <a:rPr lang="zh-CN" altLang="zh-CN" sz="2400" dirty="0">
                <a:ea typeface="文鼎书宋简" charset="-122"/>
              </a:rPr>
              <a:t>&amp;</a:t>
            </a:r>
            <a:r>
              <a:rPr lang="zh-CN" altLang="zh-CN" sz="2400" b="1" dirty="0">
                <a:ea typeface="文鼎书宋简" charset="-122"/>
              </a:rPr>
              <a:t>e</a:t>
            </a:r>
            <a:r>
              <a:rPr lang="zh-CN" altLang="zh-CN" sz="2400" b="1" dirty="0">
                <a:latin typeface="Times New Roman" pitchFamily="18" charset="0"/>
                <a:ea typeface="文鼎书宋简" charset="-122"/>
              </a:rPr>
              <a:t>);</a:t>
            </a:r>
            <a:r>
              <a:rPr lang="zh-CN" altLang="zh-CN" sz="2400" b="1" dirty="0">
                <a:solidFill>
                  <a:srgbClr val="00009E"/>
                </a:solidFill>
                <a:ea typeface="文鼎书宋简" charset="-122"/>
              </a:rPr>
              <a:t>   </a:t>
            </a:r>
          </a:p>
        </p:txBody>
      </p:sp>
      <p:sp>
        <p:nvSpPr>
          <p:cNvPr id="194564" name="Text Box 4"/>
          <p:cNvSpPr txBox="1">
            <a:spLocks noChangeArrowheads="1"/>
          </p:cNvSpPr>
          <p:nvPr/>
        </p:nvSpPr>
        <p:spPr bwMode="auto">
          <a:xfrm>
            <a:off x="7504113" y="3046413"/>
            <a:ext cx="2982912" cy="18651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400" b="1">
                <a:solidFill>
                  <a:srgbClr val="CC0000"/>
                </a:solidFill>
              </a:rPr>
              <a:t>输入</a:t>
            </a:r>
            <a:r>
              <a:rPr lang="zh-CN" altLang="zh-CN" sz="2400" b="1">
                <a:solidFill>
                  <a:srgbClr val="CC0000"/>
                </a:solidFill>
                <a:latin typeface="Times New Roman" pitchFamily="18" charset="0"/>
              </a:rPr>
              <a:t>:</a:t>
            </a:r>
          </a:p>
          <a:p>
            <a:pPr fontAlgn="base">
              <a:lnSpc>
                <a:spcPct val="110000"/>
              </a:lnSpc>
              <a:spcBef>
                <a:spcPct val="25000"/>
              </a:spcBef>
              <a:spcAft>
                <a:spcPct val="0"/>
              </a:spcAft>
            </a:pPr>
            <a:r>
              <a:rPr lang="zh-CN" altLang="zh-CN" sz="2400" b="1">
                <a:solidFill>
                  <a:srgbClr val="000000"/>
                </a:solidFill>
              </a:rPr>
              <a:t>        23 ↙</a:t>
            </a:r>
            <a:r>
              <a:rPr lang="zh-CN" altLang="zh-CN" sz="2400" b="1">
                <a:solidFill>
                  <a:srgbClr val="333399"/>
                </a:solidFill>
              </a:rPr>
              <a:t> </a:t>
            </a:r>
            <a:endParaRPr lang="zh-CN" altLang="zh-CN" sz="2400" b="1">
              <a:solidFill>
                <a:srgbClr val="000000"/>
              </a:solidFill>
            </a:endParaRPr>
          </a:p>
          <a:p>
            <a:pPr fontAlgn="base">
              <a:spcBef>
                <a:spcPct val="20000"/>
              </a:spcBef>
              <a:spcAft>
                <a:spcPct val="0"/>
              </a:spcAft>
            </a:pPr>
            <a:r>
              <a:rPr lang="zh-CN" altLang="zh-CN" sz="2400" b="1">
                <a:solidFill>
                  <a:srgbClr val="000000"/>
                </a:solidFill>
              </a:rPr>
              <a:t>        456</a:t>
            </a:r>
            <a:r>
              <a:rPr lang="zh-CN" altLang="zh-CN" sz="2400" b="1">
                <a:solidFill>
                  <a:srgbClr val="333399"/>
                </a:solidFill>
              </a:rPr>
              <a:t> </a:t>
            </a:r>
            <a:r>
              <a:rPr lang="zh-CN" altLang="zh-CN" sz="2400" b="1">
                <a:solidFill>
                  <a:srgbClr val="000000"/>
                </a:solidFill>
              </a:rPr>
              <a:t>↙</a:t>
            </a:r>
            <a:r>
              <a:rPr lang="zh-CN" altLang="zh-CN" sz="2400" b="1">
                <a:solidFill>
                  <a:srgbClr val="333399"/>
                </a:solidFill>
              </a:rPr>
              <a:t> </a:t>
            </a:r>
          </a:p>
          <a:p>
            <a:pPr fontAlgn="base">
              <a:spcBef>
                <a:spcPct val="25000"/>
              </a:spcBef>
              <a:spcAft>
                <a:spcPct val="0"/>
              </a:spcAft>
            </a:pPr>
            <a:r>
              <a:rPr lang="zh-CN" altLang="zh-CN" sz="2400" b="1">
                <a:solidFill>
                  <a:srgbClr val="000000"/>
                </a:solidFill>
              </a:rPr>
              <a:t>        23</a:t>
            </a:r>
            <a:r>
              <a:rPr lang="zh-CN" altLang="zh-CN" sz="2400" b="1">
                <a:solidFill>
                  <a:srgbClr val="000000"/>
                </a:solidFill>
                <a:latin typeface="Times New Roman" pitchFamily="18" charset="0"/>
              </a:rPr>
              <a:t>(</a:t>
            </a:r>
            <a:r>
              <a:rPr lang="zh-CN" altLang="zh-CN" sz="2000" b="1">
                <a:solidFill>
                  <a:srgbClr val="000000"/>
                </a:solidFill>
                <a:latin typeface="Courier New" pitchFamily="49" charset="0"/>
                <a:ea typeface="宋体" pitchFamily="2" charset="-122"/>
                <a:sym typeface="Wingdings 2" pitchFamily="18" charset="2"/>
              </a:rPr>
              <a:t>Tab</a:t>
            </a:r>
            <a:r>
              <a:rPr lang="zh-CN" altLang="zh-CN" sz="2400" b="1">
                <a:solidFill>
                  <a:srgbClr val="000000"/>
                </a:solidFill>
                <a:latin typeface="Times New Roman" pitchFamily="18" charset="0"/>
                <a:ea typeface="宋体" pitchFamily="2" charset="-122"/>
                <a:sym typeface="Wingdings 2" pitchFamily="18" charset="2"/>
              </a:rPr>
              <a:t>)</a:t>
            </a:r>
            <a:r>
              <a:rPr lang="zh-CN" altLang="zh-CN" sz="2400" b="1">
                <a:solidFill>
                  <a:srgbClr val="000000"/>
                </a:solidFill>
              </a:rPr>
              <a:t>456↙</a:t>
            </a:r>
            <a:r>
              <a:rPr lang="zh-CN" altLang="zh-CN" sz="2400" b="1">
                <a:solidFill>
                  <a:srgbClr val="333399"/>
                </a:solidFill>
              </a:rPr>
              <a:t> </a:t>
            </a:r>
          </a:p>
        </p:txBody>
      </p:sp>
      <p:sp>
        <p:nvSpPr>
          <p:cNvPr id="194565" name="Text Box 5"/>
          <p:cNvSpPr txBox="1">
            <a:spLocks noChangeArrowheads="1"/>
          </p:cNvSpPr>
          <p:nvPr/>
        </p:nvSpPr>
        <p:spPr bwMode="auto">
          <a:xfrm>
            <a:off x="8054975" y="3475038"/>
            <a:ext cx="2501900" cy="2166674"/>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18800">
            <a:spAutoFit/>
          </a:bodyPr>
          <a:lstStyle/>
          <a:p>
            <a:pPr fontAlgn="base">
              <a:spcBef>
                <a:spcPct val="25000"/>
              </a:spcBef>
              <a:spcAft>
                <a:spcPct val="0"/>
              </a:spcAft>
            </a:pPr>
            <a:r>
              <a:rPr lang="zh-CN" altLang="zh-CN" sz="2400" b="1">
                <a:solidFill>
                  <a:srgbClr val="000000"/>
                </a:solidFill>
              </a:rPr>
              <a:t>23</a:t>
            </a:r>
            <a:r>
              <a:rPr lang="zh-CN" altLang="zh-CN" sz="2400" b="1" baseline="-25000">
                <a:solidFill>
                  <a:srgbClr val="000000"/>
                </a:solidFill>
              </a:rPr>
              <a:t>︺</a:t>
            </a:r>
            <a:r>
              <a:rPr lang="zh-CN" altLang="zh-CN" sz="2400" b="1">
                <a:solidFill>
                  <a:srgbClr val="000000"/>
                </a:solidFill>
              </a:rPr>
              <a:t>456↙</a:t>
            </a:r>
          </a:p>
          <a:p>
            <a:pPr fontAlgn="base">
              <a:lnSpc>
                <a:spcPct val="115000"/>
              </a:lnSpc>
              <a:spcBef>
                <a:spcPct val="15000"/>
              </a:spcBef>
              <a:spcAft>
                <a:spcPct val="0"/>
              </a:spcAft>
            </a:pPr>
            <a:r>
              <a:rPr lang="zh-CN" altLang="zh-CN" sz="2400" b="1">
                <a:solidFill>
                  <a:srgbClr val="000000"/>
                </a:solidFill>
              </a:rPr>
              <a:t>23</a:t>
            </a:r>
            <a:r>
              <a:rPr lang="zh-CN" altLang="zh-CN" sz="2400" b="1">
                <a:solidFill>
                  <a:srgbClr val="000000"/>
                </a:solidFill>
                <a:latin typeface="Times New Roman" pitchFamily="18" charset="0"/>
              </a:rPr>
              <a:t>.</a:t>
            </a:r>
            <a:r>
              <a:rPr lang="zh-CN" altLang="zh-CN" sz="2400" b="1">
                <a:solidFill>
                  <a:srgbClr val="000000"/>
                </a:solidFill>
              </a:rPr>
              <a:t>67</a:t>
            </a:r>
            <a:r>
              <a:rPr lang="zh-CN" altLang="zh-CN" sz="2800" b="1">
                <a:solidFill>
                  <a:srgbClr val="CC0000"/>
                </a:solidFill>
                <a:latin typeface="Times New Roman" pitchFamily="18" charset="0"/>
              </a:rPr>
              <a:t>,</a:t>
            </a:r>
            <a:r>
              <a:rPr lang="zh-CN" altLang="zh-CN" sz="2400" b="1">
                <a:solidFill>
                  <a:srgbClr val="000000"/>
                </a:solidFill>
              </a:rPr>
              <a:t>612</a:t>
            </a:r>
            <a:r>
              <a:rPr lang="zh-CN" altLang="zh-CN" sz="2400" b="1">
                <a:solidFill>
                  <a:srgbClr val="000000"/>
                </a:solidFill>
                <a:latin typeface="Times New Roman" pitchFamily="18" charset="0"/>
              </a:rPr>
              <a:t>.</a:t>
            </a:r>
            <a:r>
              <a:rPr lang="zh-CN" altLang="zh-CN" sz="2400" b="1">
                <a:solidFill>
                  <a:srgbClr val="000000"/>
                </a:solidFill>
              </a:rPr>
              <a:t>9↙</a:t>
            </a:r>
          </a:p>
          <a:p>
            <a:pPr fontAlgn="base">
              <a:spcBef>
                <a:spcPct val="20000"/>
              </a:spcBef>
              <a:spcAft>
                <a:spcPct val="0"/>
              </a:spcAft>
            </a:pPr>
            <a:r>
              <a:rPr lang="zh-CN" altLang="zh-CN" sz="2400" b="1">
                <a:solidFill>
                  <a:srgbClr val="CC0000"/>
                </a:solidFill>
                <a:ea typeface="Dotum" pitchFamily="34" charset="-127"/>
              </a:rPr>
              <a:t>a=</a:t>
            </a:r>
            <a:r>
              <a:rPr lang="zh-CN" altLang="zh-CN" sz="2400" b="1">
                <a:solidFill>
                  <a:srgbClr val="000000"/>
                </a:solidFill>
                <a:ea typeface="Dotum" pitchFamily="34" charset="-127"/>
              </a:rPr>
              <a:t>12</a:t>
            </a:r>
            <a:r>
              <a:rPr lang="zh-CN" altLang="zh-CN" sz="2800" b="1">
                <a:solidFill>
                  <a:srgbClr val="CC0000"/>
                </a:solidFill>
                <a:latin typeface="Times New Roman" pitchFamily="18" charset="0"/>
                <a:ea typeface="Dotum" pitchFamily="34" charset="-127"/>
              </a:rPr>
              <a:t>,</a:t>
            </a:r>
            <a:r>
              <a:rPr lang="zh-CN" altLang="zh-CN" sz="2400" b="1">
                <a:solidFill>
                  <a:srgbClr val="CC0000"/>
                </a:solidFill>
                <a:ea typeface="Dotum" pitchFamily="34" charset="-127"/>
              </a:rPr>
              <a:t>b=</a:t>
            </a:r>
            <a:r>
              <a:rPr lang="zh-CN" altLang="zh-CN" sz="2400" b="1">
                <a:solidFill>
                  <a:srgbClr val="000000"/>
                </a:solidFill>
                <a:ea typeface="Dotum" pitchFamily="34" charset="-127"/>
              </a:rPr>
              <a:t>24</a:t>
            </a:r>
            <a:r>
              <a:rPr lang="zh-CN" altLang="zh-CN" sz="2400" b="1">
                <a:solidFill>
                  <a:srgbClr val="000000"/>
                </a:solidFill>
              </a:rPr>
              <a:t>↙</a:t>
            </a:r>
          </a:p>
          <a:p>
            <a:pPr fontAlgn="base">
              <a:spcBef>
                <a:spcPct val="50000"/>
              </a:spcBef>
              <a:spcAft>
                <a:spcPct val="0"/>
              </a:spcAft>
            </a:pPr>
            <a:endParaRPr lang="zh-CN" altLang="zh-CN" sz="2400">
              <a:solidFill>
                <a:srgbClr val="000000"/>
              </a:solidFill>
              <a:ea typeface="宋体" pitchFamily="2" charset="-122"/>
            </a:endParaRPr>
          </a:p>
        </p:txBody>
      </p:sp>
      <p:sp>
        <p:nvSpPr>
          <p:cNvPr id="194566" name="Rectangle 6"/>
          <p:cNvSpPr>
            <a:spLocks noChangeArrowheads="1"/>
          </p:cNvSpPr>
          <p:nvPr/>
        </p:nvSpPr>
        <p:spPr bwMode="auto">
          <a:xfrm>
            <a:off x="2779713" y="4594225"/>
            <a:ext cx="4679950" cy="457200"/>
          </a:xfrm>
          <a:prstGeom prst="rect">
            <a:avLst/>
          </a:prstGeom>
          <a:noFill/>
          <a:ln>
            <a:noFill/>
          </a:ln>
          <a:effectLst/>
          <a:extLst>
            <a:ext uri="{909E8E84-426E-40DD-AFC4-6F175D3DCCD1}">
              <a14:hiddenFill xmlns:a14="http://schemas.microsoft.com/office/drawing/2010/main">
                <a:solidFill>
                  <a:srgbClr val="CC99FF">
                    <a:alpha val="50000"/>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a:spAutoFit/>
          </a:bodyPr>
          <a:lstStyle/>
          <a:p>
            <a:pPr fontAlgn="base">
              <a:spcBef>
                <a:spcPct val="0"/>
              </a:spcBef>
              <a:spcAft>
                <a:spcPct val="0"/>
              </a:spcAft>
            </a:pPr>
            <a:r>
              <a:rPr lang="zh-CN" altLang="zh-CN" sz="2400" b="1">
                <a:solidFill>
                  <a:srgbClr val="000000"/>
                </a:solidFill>
                <a:ea typeface="Dotum" pitchFamily="34" charset="-127"/>
              </a:rPr>
              <a:t>scanf</a:t>
            </a:r>
            <a:r>
              <a:rPr lang="zh-CN" altLang="zh-CN" sz="2400" b="1">
                <a:solidFill>
                  <a:srgbClr val="000000"/>
                </a:solidFill>
                <a:latin typeface="Times New Roman" pitchFamily="18" charset="0"/>
                <a:ea typeface="Dotum" pitchFamily="34" charset="-127"/>
              </a:rPr>
              <a:t>(“</a:t>
            </a:r>
            <a:r>
              <a:rPr lang="zh-CN" altLang="zh-CN" sz="2400" b="1">
                <a:solidFill>
                  <a:srgbClr val="CC0000"/>
                </a:solidFill>
                <a:ea typeface="Dotum" pitchFamily="34" charset="-127"/>
              </a:rPr>
              <a:t>a=</a:t>
            </a:r>
            <a:r>
              <a:rPr lang="zh-CN" altLang="zh-CN" sz="2400" b="1">
                <a:solidFill>
                  <a:srgbClr val="000000"/>
                </a:solidFill>
                <a:ea typeface="Dotum" pitchFamily="34" charset="-127"/>
              </a:rPr>
              <a:t>%d</a:t>
            </a:r>
            <a:r>
              <a:rPr lang="zh-CN" altLang="zh-CN" sz="2400" b="1">
                <a:solidFill>
                  <a:srgbClr val="CC0000"/>
                </a:solidFill>
                <a:latin typeface="Times New Roman" pitchFamily="18" charset="0"/>
                <a:ea typeface="Dotum" pitchFamily="34" charset="-127"/>
              </a:rPr>
              <a:t>,</a:t>
            </a:r>
            <a:r>
              <a:rPr lang="zh-CN" altLang="zh-CN" sz="2400" b="1">
                <a:solidFill>
                  <a:srgbClr val="CC0000"/>
                </a:solidFill>
                <a:ea typeface="Dotum" pitchFamily="34" charset="-127"/>
              </a:rPr>
              <a:t>b=</a:t>
            </a:r>
            <a:r>
              <a:rPr lang="zh-CN" altLang="zh-CN" sz="2400" b="1">
                <a:solidFill>
                  <a:srgbClr val="000000"/>
                </a:solidFill>
                <a:ea typeface="Dotum" pitchFamily="34" charset="-127"/>
              </a:rPr>
              <a:t>%d</a:t>
            </a:r>
            <a:r>
              <a:rPr lang="zh-CN" altLang="zh-CN" sz="2400" b="1">
                <a:solidFill>
                  <a:srgbClr val="000000"/>
                </a:solidFill>
                <a:latin typeface="Times New Roman" pitchFamily="18" charset="0"/>
                <a:ea typeface="Dotum" pitchFamily="34" charset="-127"/>
              </a:rPr>
              <a:t>”,</a:t>
            </a:r>
            <a:r>
              <a:rPr lang="zh-CN" altLang="zh-CN" sz="2400" b="1">
                <a:solidFill>
                  <a:srgbClr val="000000"/>
                </a:solidFill>
                <a:ea typeface="Dotum" pitchFamily="34" charset="-127"/>
              </a:rPr>
              <a:t> </a:t>
            </a:r>
            <a:r>
              <a:rPr lang="zh-CN" altLang="zh-CN" sz="2400">
                <a:solidFill>
                  <a:srgbClr val="000000"/>
                </a:solidFill>
                <a:ea typeface="Dotum" pitchFamily="34" charset="-127"/>
              </a:rPr>
              <a:t>&amp;</a:t>
            </a:r>
            <a:r>
              <a:rPr lang="zh-CN" altLang="zh-CN" sz="2400" b="1">
                <a:solidFill>
                  <a:srgbClr val="000000"/>
                </a:solidFill>
                <a:ea typeface="Dotum" pitchFamily="34" charset="-127"/>
              </a:rPr>
              <a:t>a</a:t>
            </a:r>
            <a:r>
              <a:rPr lang="zh-CN" altLang="zh-CN" sz="2400" b="1">
                <a:solidFill>
                  <a:srgbClr val="000000"/>
                </a:solidFill>
                <a:latin typeface="Times New Roman" pitchFamily="18" charset="0"/>
                <a:ea typeface="Dotum" pitchFamily="34" charset="-127"/>
              </a:rPr>
              <a:t>,</a:t>
            </a:r>
            <a:r>
              <a:rPr lang="zh-CN" altLang="zh-CN" sz="2400">
                <a:solidFill>
                  <a:srgbClr val="000000"/>
                </a:solidFill>
                <a:ea typeface="Dotum" pitchFamily="34" charset="-127"/>
              </a:rPr>
              <a:t>&amp;</a:t>
            </a:r>
            <a:r>
              <a:rPr lang="zh-CN" altLang="zh-CN" sz="2400" b="1">
                <a:solidFill>
                  <a:srgbClr val="000000"/>
                </a:solidFill>
                <a:ea typeface="Dotum" pitchFamily="34" charset="-127"/>
              </a:rPr>
              <a:t>b</a:t>
            </a:r>
            <a:r>
              <a:rPr lang="zh-CN" altLang="zh-CN" sz="2400" b="1">
                <a:solidFill>
                  <a:srgbClr val="000000"/>
                </a:solidFill>
                <a:latin typeface="Times New Roman" pitchFamily="18" charset="0"/>
                <a:ea typeface="Dotum" pitchFamily="34" charset="-127"/>
              </a:rPr>
              <a:t>);</a:t>
            </a:r>
            <a:endParaRPr lang="zh-CN" altLang="zh-CN" sz="2400">
              <a:solidFill>
                <a:srgbClr val="000000"/>
              </a:solidFill>
              <a:ea typeface="Dotum" pitchFamily="34" charset="-127"/>
            </a:endParaRPr>
          </a:p>
        </p:txBody>
      </p:sp>
    </p:spTree>
    <p:extLst>
      <p:ext uri="{BB962C8B-B14F-4D97-AF65-F5344CB8AC3E}">
        <p14:creationId xmlns:p14="http://schemas.microsoft.com/office/powerpoint/2010/main" val="13771407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4564">
                                            <p:txEl>
                                              <p:pRg st="0" end="0"/>
                                            </p:txEl>
                                          </p:spTgt>
                                        </p:tgtEl>
                                        <p:attrNameLst>
                                          <p:attrName>style.visibility</p:attrName>
                                        </p:attrNameLst>
                                      </p:cBhvr>
                                      <p:to>
                                        <p:strVal val="visible"/>
                                      </p:to>
                                    </p:set>
                                    <p:animEffect transition="in" filter="wipe(left)">
                                      <p:cBhvr>
                                        <p:cTn id="7" dur="500"/>
                                        <p:tgtEl>
                                          <p:spTgt spid="19456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4564">
                                            <p:txEl>
                                              <p:pRg st="1" end="1"/>
                                            </p:txEl>
                                          </p:spTgt>
                                        </p:tgtEl>
                                        <p:attrNameLst>
                                          <p:attrName>style.visibility</p:attrName>
                                        </p:attrNameLst>
                                      </p:cBhvr>
                                      <p:to>
                                        <p:strVal val="visible"/>
                                      </p:to>
                                    </p:set>
                                    <p:animEffect transition="in" filter="wipe(left)">
                                      <p:cBhvr>
                                        <p:cTn id="12" dur="500"/>
                                        <p:tgtEl>
                                          <p:spTgt spid="19456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4564">
                                            <p:txEl>
                                              <p:pRg st="2" end="2"/>
                                            </p:txEl>
                                          </p:spTgt>
                                        </p:tgtEl>
                                        <p:attrNameLst>
                                          <p:attrName>style.visibility</p:attrName>
                                        </p:attrNameLst>
                                      </p:cBhvr>
                                      <p:to>
                                        <p:strVal val="visible"/>
                                      </p:to>
                                    </p:set>
                                    <p:animEffect transition="in" filter="wipe(left)">
                                      <p:cBhvr>
                                        <p:cTn id="17" dur="500"/>
                                        <p:tgtEl>
                                          <p:spTgt spid="194564">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94564">
                                            <p:txEl>
                                              <p:pRg st="3" end="3"/>
                                            </p:txEl>
                                          </p:spTgt>
                                        </p:tgtEl>
                                        <p:attrNameLst>
                                          <p:attrName>style.visibility</p:attrName>
                                        </p:attrNameLst>
                                      </p:cBhvr>
                                      <p:to>
                                        <p:strVal val="visible"/>
                                      </p:to>
                                    </p:set>
                                    <p:animEffect transition="in" filter="wipe(left)">
                                      <p:cBhvr>
                                        <p:cTn id="22" dur="500"/>
                                        <p:tgtEl>
                                          <p:spTgt spid="194564">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94565">
                                            <p:bg/>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94565">
                                            <p:txEl>
                                              <p:pRg st="0" end="0"/>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194565">
                                            <p:txEl>
                                              <p:pRg st="1" end="1"/>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19456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64" grpId="0" build="p" autoUpdateAnimBg="0"/>
      <p:bldP spid="194565" grpId="0" build="p" animBg="1"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noChangeArrowheads="1"/>
          </p:cNvSpPr>
          <p:nvPr>
            <p:ph type="title"/>
          </p:nvPr>
        </p:nvSpPr>
        <p:spPr>
          <a:xfrm>
            <a:off x="2343151" y="19051"/>
            <a:ext cx="2111375" cy="754063"/>
          </a:xfrm>
        </p:spPr>
        <p:txBody>
          <a:bodyPr/>
          <a:lstStyle/>
          <a:p>
            <a:r>
              <a:rPr lang="zh-CN" altLang="en-US" sz="3600">
                <a:latin typeface="Courier New" pitchFamily="49" charset="0"/>
              </a:rPr>
              <a:t>注意：</a:t>
            </a:r>
          </a:p>
        </p:txBody>
      </p:sp>
      <p:sp>
        <p:nvSpPr>
          <p:cNvPr id="195587" name="Text Box 3"/>
          <p:cNvSpPr txBox="1">
            <a:spLocks noChangeArrowheads="1"/>
          </p:cNvSpPr>
          <p:nvPr/>
        </p:nvSpPr>
        <p:spPr bwMode="auto">
          <a:xfrm>
            <a:off x="2054226" y="1182688"/>
            <a:ext cx="8412163" cy="215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400">
                <a:solidFill>
                  <a:schemeClr val="tx1"/>
                </a:solidFill>
                <a:latin typeface="Times New Roman" pitchFamily="18" charset="0"/>
                <a:ea typeface="宋体" pitchFamily="2" charset="-122"/>
              </a:defRPr>
            </a:lvl1pPr>
            <a:lvl2pPr marL="914400" indent="-457200">
              <a:defRPr sz="2400">
                <a:solidFill>
                  <a:schemeClr val="tx1"/>
                </a:solidFill>
                <a:latin typeface="Times New Roman" pitchFamily="18" charset="0"/>
                <a:ea typeface="宋体" pitchFamily="2" charset="-122"/>
              </a:defRPr>
            </a:lvl2pPr>
            <a:lvl3pPr marL="1371600" indent="-457200">
              <a:defRPr sz="2400">
                <a:solidFill>
                  <a:schemeClr val="tx1"/>
                </a:solidFill>
                <a:latin typeface="Times New Roman" pitchFamily="18" charset="0"/>
                <a:ea typeface="宋体" pitchFamily="2" charset="-122"/>
              </a:defRPr>
            </a:lvl3pPr>
            <a:lvl4pPr marL="1828800" indent="-457200">
              <a:defRPr sz="2400">
                <a:solidFill>
                  <a:schemeClr val="tx1"/>
                </a:solidFill>
                <a:latin typeface="Times New Roman" pitchFamily="18" charset="0"/>
                <a:ea typeface="宋体" pitchFamily="2" charset="-122"/>
              </a:defRPr>
            </a:lvl4pPr>
            <a:lvl5pPr marL="2286000" indent="-457200">
              <a:defRPr sz="2400">
                <a:solidFill>
                  <a:schemeClr val="tx1"/>
                </a:solidFill>
                <a:latin typeface="Times New Roman" pitchFamily="18" charset="0"/>
                <a:ea typeface="宋体" pitchFamily="2" charset="-122"/>
              </a:defRPr>
            </a:lvl5pPr>
            <a:lvl6pPr marL="2743200" indent="-457200" fontAlgn="base">
              <a:spcBef>
                <a:spcPct val="0"/>
              </a:spcBef>
              <a:spcAft>
                <a:spcPct val="0"/>
              </a:spcAft>
              <a:defRPr sz="2400">
                <a:solidFill>
                  <a:schemeClr val="tx1"/>
                </a:solidFill>
                <a:latin typeface="Times New Roman" pitchFamily="18" charset="0"/>
                <a:ea typeface="宋体" pitchFamily="2" charset="-122"/>
              </a:defRPr>
            </a:lvl6pPr>
            <a:lvl7pPr marL="3200400" indent="-457200" fontAlgn="base">
              <a:spcBef>
                <a:spcPct val="0"/>
              </a:spcBef>
              <a:spcAft>
                <a:spcPct val="0"/>
              </a:spcAft>
              <a:defRPr sz="2400">
                <a:solidFill>
                  <a:schemeClr val="tx1"/>
                </a:solidFill>
                <a:latin typeface="Times New Roman" pitchFamily="18" charset="0"/>
                <a:ea typeface="宋体" pitchFamily="2" charset="-122"/>
              </a:defRPr>
            </a:lvl7pPr>
            <a:lvl8pPr marL="3657600" indent="-457200" fontAlgn="base">
              <a:spcBef>
                <a:spcPct val="0"/>
              </a:spcBef>
              <a:spcAft>
                <a:spcPct val="0"/>
              </a:spcAft>
              <a:defRPr sz="2400">
                <a:solidFill>
                  <a:schemeClr val="tx1"/>
                </a:solidFill>
                <a:latin typeface="Times New Roman" pitchFamily="18" charset="0"/>
                <a:ea typeface="宋体" pitchFamily="2" charset="-122"/>
              </a:defRPr>
            </a:lvl8pPr>
            <a:lvl9pPr marL="4114800" indent="-457200" fontAlgn="base">
              <a:spcBef>
                <a:spcPct val="0"/>
              </a:spcBef>
              <a:spcAft>
                <a:spcPct val="0"/>
              </a:spcAft>
              <a:defRPr sz="2400">
                <a:solidFill>
                  <a:schemeClr val="tx1"/>
                </a:solidFill>
                <a:latin typeface="Times New Roman" pitchFamily="18" charset="0"/>
                <a:ea typeface="宋体" pitchFamily="2" charset="-122"/>
              </a:defRPr>
            </a:lvl9pPr>
          </a:lstStyle>
          <a:p>
            <a:pPr fontAlgn="base">
              <a:spcBef>
                <a:spcPct val="35000"/>
              </a:spcBef>
              <a:spcAft>
                <a:spcPct val="0"/>
              </a:spcAft>
            </a:pPr>
            <a:r>
              <a:rPr lang="zh-CN" altLang="zh-CN" b="1" dirty="0">
                <a:solidFill>
                  <a:srgbClr val="000000"/>
                </a:solidFill>
                <a:ea typeface="黑体" pitchFamily="49" charset="-122"/>
              </a:rPr>
              <a:t>2)</a:t>
            </a:r>
            <a:r>
              <a:rPr lang="zh-CN" altLang="zh-CN" b="1" dirty="0">
                <a:solidFill>
                  <a:srgbClr val="000000"/>
                </a:solidFill>
                <a:latin typeface="Arial" pitchFamily="34" charset="0"/>
                <a:ea typeface="黑体" pitchFamily="49" charset="-122"/>
              </a:rPr>
              <a:t> </a:t>
            </a:r>
            <a:r>
              <a:rPr lang="zh-CN" altLang="en-US" b="1" dirty="0">
                <a:solidFill>
                  <a:srgbClr val="000000"/>
                </a:solidFill>
                <a:latin typeface="Arial" pitchFamily="34" charset="0"/>
                <a:ea typeface="黑体" pitchFamily="49" charset="-122"/>
              </a:rPr>
              <a:t>输入数据时</a:t>
            </a:r>
            <a:r>
              <a:rPr lang="zh-CN" altLang="en-US" b="1" dirty="0">
                <a:solidFill>
                  <a:srgbClr val="FF0000"/>
                </a:solidFill>
                <a:latin typeface="Arial" pitchFamily="34" charset="0"/>
                <a:ea typeface="黑体" pitchFamily="49" charset="-122"/>
              </a:rPr>
              <a:t>不可指定精度</a:t>
            </a:r>
            <a:r>
              <a:rPr lang="zh-CN" altLang="zh-CN" b="1" dirty="0">
                <a:solidFill>
                  <a:srgbClr val="000000"/>
                </a:solidFill>
                <a:ea typeface="仿宋_GB2312" pitchFamily="49" charset="-122"/>
              </a:rPr>
              <a:t>,</a:t>
            </a:r>
            <a:r>
              <a:rPr lang="zh-CN" altLang="zh-CN" b="1" dirty="0">
                <a:solidFill>
                  <a:srgbClr val="000000"/>
                </a:solidFill>
                <a:latin typeface="Arial" pitchFamily="34" charset="0"/>
                <a:ea typeface="仿宋_GB2312" pitchFamily="49" charset="-122"/>
              </a:rPr>
              <a:t>  </a:t>
            </a:r>
            <a:r>
              <a:rPr lang="zh-CN" altLang="en-US" b="1" dirty="0">
                <a:solidFill>
                  <a:srgbClr val="000000"/>
                </a:solidFill>
                <a:latin typeface="Courier New" pitchFamily="49" charset="0"/>
                <a:ea typeface="黑体" pitchFamily="49" charset="-122"/>
              </a:rPr>
              <a:t>但可指定宽度。</a:t>
            </a:r>
            <a:endParaRPr lang="zh-CN" altLang="en-US" b="1" dirty="0">
              <a:solidFill>
                <a:srgbClr val="000000"/>
              </a:solidFill>
              <a:latin typeface="Arial" pitchFamily="34" charset="0"/>
              <a:ea typeface="黑体" pitchFamily="49" charset="-122"/>
            </a:endParaRPr>
          </a:p>
          <a:p>
            <a:pPr fontAlgn="base">
              <a:lnSpc>
                <a:spcPct val="115000"/>
              </a:lnSpc>
              <a:spcBef>
                <a:spcPct val="40000"/>
              </a:spcBef>
              <a:spcAft>
                <a:spcPct val="0"/>
              </a:spcAft>
            </a:pPr>
            <a:r>
              <a:rPr lang="zh-CN" altLang="en-US" b="1" dirty="0">
                <a:solidFill>
                  <a:srgbClr val="000000"/>
                </a:solidFill>
                <a:cs typeface="Times New Roman" pitchFamily="18" charset="0"/>
              </a:rPr>
              <a:t>    </a:t>
            </a:r>
            <a:r>
              <a:rPr lang="zh-CN" altLang="en-US" b="1" dirty="0">
                <a:solidFill>
                  <a:srgbClr val="000000"/>
                </a:solidFill>
                <a:latin typeface="黑体" pitchFamily="49" charset="-122"/>
                <a:ea typeface="黑体" pitchFamily="49" charset="-122"/>
              </a:rPr>
              <a:t>例</a:t>
            </a:r>
            <a:r>
              <a:rPr lang="zh-CN" altLang="zh-CN" b="1" dirty="0">
                <a:solidFill>
                  <a:srgbClr val="000000"/>
                </a:solidFill>
                <a:ea typeface="黑体" pitchFamily="49" charset="-122"/>
              </a:rPr>
              <a:t>:</a:t>
            </a:r>
            <a:r>
              <a:rPr lang="zh-CN" altLang="zh-CN" b="1" dirty="0">
                <a:solidFill>
                  <a:srgbClr val="000000"/>
                </a:solidFill>
                <a:cs typeface="Times New Roman" pitchFamily="18" charset="0"/>
              </a:rPr>
              <a:t>    </a:t>
            </a:r>
            <a:r>
              <a:rPr lang="zh-CN" altLang="zh-CN" b="1" dirty="0">
                <a:solidFill>
                  <a:srgbClr val="000000"/>
                </a:solidFill>
                <a:latin typeface="Tahoma" pitchFamily="34" charset="0"/>
                <a:cs typeface="Times New Roman" pitchFamily="18" charset="0"/>
              </a:rPr>
              <a:t> scanf</a:t>
            </a:r>
            <a:r>
              <a:rPr lang="zh-CN" altLang="zh-CN" b="1" dirty="0">
                <a:solidFill>
                  <a:srgbClr val="000000"/>
                </a:solidFill>
                <a:cs typeface="Times New Roman" pitchFamily="18" charset="0"/>
              </a:rPr>
              <a:t>(“</a:t>
            </a:r>
            <a:r>
              <a:rPr lang="zh-CN" altLang="zh-CN" b="1" dirty="0">
                <a:solidFill>
                  <a:srgbClr val="000000"/>
                </a:solidFill>
                <a:latin typeface="Tahoma" pitchFamily="34" charset="0"/>
                <a:cs typeface="Times New Roman" pitchFamily="18" charset="0"/>
              </a:rPr>
              <a:t>%7</a:t>
            </a:r>
            <a:r>
              <a:rPr lang="zh-CN" altLang="zh-CN" b="1" dirty="0">
                <a:solidFill>
                  <a:srgbClr val="000000"/>
                </a:solidFill>
                <a:cs typeface="Times New Roman" pitchFamily="18" charset="0"/>
              </a:rPr>
              <a:t>.</a:t>
            </a:r>
            <a:r>
              <a:rPr lang="zh-CN" altLang="zh-CN" b="1" dirty="0">
                <a:solidFill>
                  <a:srgbClr val="000000"/>
                </a:solidFill>
                <a:latin typeface="Tahoma" pitchFamily="34" charset="0"/>
                <a:cs typeface="Times New Roman" pitchFamily="18" charset="0"/>
              </a:rPr>
              <a:t>2</a:t>
            </a:r>
            <a:r>
              <a:rPr lang="zh-CN" altLang="zh-CN" b="1" dirty="0">
                <a:solidFill>
                  <a:srgbClr val="000000"/>
                </a:solidFill>
                <a:latin typeface="Arial" pitchFamily="34" charset="0"/>
                <a:cs typeface="Times New Roman" pitchFamily="18" charset="0"/>
              </a:rPr>
              <a:t>f</a:t>
            </a:r>
            <a:r>
              <a:rPr lang="zh-CN" altLang="zh-CN" b="1" dirty="0">
                <a:solidFill>
                  <a:srgbClr val="000000"/>
                </a:solidFill>
                <a:latin typeface="Tahoma" pitchFamily="34" charset="0"/>
                <a:cs typeface="Times New Roman" pitchFamily="18" charset="0"/>
              </a:rPr>
              <a:t> </a:t>
            </a:r>
            <a:r>
              <a:rPr lang="zh-CN" altLang="zh-CN" b="1" dirty="0">
                <a:solidFill>
                  <a:srgbClr val="000000"/>
                </a:solidFill>
                <a:cs typeface="Times New Roman" pitchFamily="18" charset="0"/>
              </a:rPr>
              <a:t>”,</a:t>
            </a:r>
            <a:r>
              <a:rPr lang="zh-CN" altLang="zh-CN" b="1" dirty="0">
                <a:solidFill>
                  <a:srgbClr val="000000"/>
                </a:solidFill>
                <a:latin typeface="Tahoma" pitchFamily="34" charset="0"/>
                <a:cs typeface="Times New Roman" pitchFamily="18" charset="0"/>
              </a:rPr>
              <a:t> </a:t>
            </a:r>
            <a:r>
              <a:rPr lang="zh-CN" altLang="zh-CN" dirty="0">
                <a:solidFill>
                  <a:srgbClr val="000000"/>
                </a:solidFill>
                <a:latin typeface="Tahoma" pitchFamily="34" charset="0"/>
                <a:cs typeface="Times New Roman" pitchFamily="18" charset="0"/>
              </a:rPr>
              <a:t>&amp;</a:t>
            </a:r>
            <a:r>
              <a:rPr lang="zh-CN" altLang="zh-CN" b="1" dirty="0">
                <a:solidFill>
                  <a:srgbClr val="000000"/>
                </a:solidFill>
                <a:latin typeface="Tahoma" pitchFamily="34" charset="0"/>
                <a:cs typeface="Times New Roman" pitchFamily="18" charset="0"/>
              </a:rPr>
              <a:t>a</a:t>
            </a:r>
            <a:r>
              <a:rPr lang="zh-CN" altLang="zh-CN" b="1" dirty="0">
                <a:solidFill>
                  <a:srgbClr val="000000"/>
                </a:solidFill>
                <a:cs typeface="Times New Roman" pitchFamily="18" charset="0"/>
              </a:rPr>
              <a:t>) ;</a:t>
            </a:r>
            <a:r>
              <a:rPr lang="zh-CN" altLang="zh-CN" b="1" dirty="0">
                <a:solidFill>
                  <a:srgbClr val="000000"/>
                </a:solidFill>
                <a:latin typeface="Tahoma" pitchFamily="34" charset="0"/>
                <a:cs typeface="Times New Roman" pitchFamily="18" charset="0"/>
              </a:rPr>
              <a:t>  </a:t>
            </a:r>
            <a:endParaRPr lang="zh-CN" altLang="zh-CN" b="1" dirty="0">
              <a:solidFill>
                <a:srgbClr val="000000"/>
              </a:solidFill>
              <a:latin typeface="Courier New" pitchFamily="49" charset="0"/>
              <a:ea typeface="黑体" pitchFamily="49" charset="-122"/>
            </a:endParaRPr>
          </a:p>
          <a:p>
            <a:pPr fontAlgn="base">
              <a:lnSpc>
                <a:spcPct val="115000"/>
              </a:lnSpc>
              <a:spcBef>
                <a:spcPct val="45000"/>
              </a:spcBef>
              <a:spcAft>
                <a:spcPct val="0"/>
              </a:spcAft>
              <a:buClr>
                <a:srgbClr val="009900"/>
              </a:buClr>
              <a:buFont typeface="Wingdings" pitchFamily="2" charset="2"/>
              <a:buNone/>
            </a:pPr>
            <a:r>
              <a:rPr lang="zh-CN" altLang="zh-CN" dirty="0">
                <a:solidFill>
                  <a:srgbClr val="000000"/>
                </a:solidFill>
                <a:latin typeface="Courier New" pitchFamily="49" charset="0"/>
              </a:rPr>
              <a:t> </a:t>
            </a:r>
            <a:r>
              <a:rPr lang="zh-CN" altLang="zh-CN" b="1" dirty="0">
                <a:solidFill>
                  <a:srgbClr val="000000"/>
                </a:solidFill>
                <a:latin typeface="Courier New" pitchFamily="49" charset="0"/>
              </a:rPr>
              <a:t>     </a:t>
            </a:r>
            <a:r>
              <a:rPr lang="zh-CN" altLang="zh-CN" b="1" dirty="0">
                <a:solidFill>
                  <a:srgbClr val="000000"/>
                </a:solidFill>
                <a:latin typeface="Tahoma" pitchFamily="34" charset="0"/>
                <a:cs typeface="Times New Roman" pitchFamily="18" charset="0"/>
              </a:rPr>
              <a:t>scanf</a:t>
            </a:r>
            <a:r>
              <a:rPr lang="zh-CN" altLang="zh-CN" b="1" dirty="0">
                <a:solidFill>
                  <a:srgbClr val="000000"/>
                </a:solidFill>
                <a:cs typeface="Times New Roman" pitchFamily="18" charset="0"/>
              </a:rPr>
              <a:t>(“</a:t>
            </a:r>
            <a:r>
              <a:rPr lang="zh-CN" altLang="zh-CN" b="1" dirty="0">
                <a:solidFill>
                  <a:srgbClr val="000000"/>
                </a:solidFill>
                <a:latin typeface="Tahoma" pitchFamily="34" charset="0"/>
                <a:cs typeface="Times New Roman" pitchFamily="18" charset="0"/>
              </a:rPr>
              <a:t>%3d%2d%3c</a:t>
            </a:r>
            <a:r>
              <a:rPr lang="zh-CN" altLang="zh-CN" b="1" dirty="0">
                <a:solidFill>
                  <a:srgbClr val="000000"/>
                </a:solidFill>
              </a:rPr>
              <a:t>”,</a:t>
            </a:r>
            <a:r>
              <a:rPr lang="zh-CN" altLang="zh-CN" b="1" dirty="0">
                <a:solidFill>
                  <a:srgbClr val="000000"/>
                </a:solidFill>
                <a:latin typeface="Tahoma" pitchFamily="34" charset="0"/>
              </a:rPr>
              <a:t> </a:t>
            </a:r>
            <a:r>
              <a:rPr lang="zh-CN" altLang="zh-CN" dirty="0">
                <a:solidFill>
                  <a:srgbClr val="000000"/>
                </a:solidFill>
                <a:latin typeface="Tahoma" pitchFamily="34" charset="0"/>
              </a:rPr>
              <a:t>&amp;</a:t>
            </a:r>
            <a:r>
              <a:rPr lang="zh-CN" altLang="zh-CN" b="1" dirty="0">
                <a:solidFill>
                  <a:srgbClr val="000000"/>
                </a:solidFill>
                <a:latin typeface="Tahoma" pitchFamily="34" charset="0"/>
                <a:cs typeface="Times New Roman" pitchFamily="18" charset="0"/>
              </a:rPr>
              <a:t>a</a:t>
            </a:r>
            <a:r>
              <a:rPr lang="zh-CN" altLang="zh-CN" b="1" dirty="0">
                <a:solidFill>
                  <a:srgbClr val="000000"/>
                </a:solidFill>
              </a:rPr>
              <a:t>, </a:t>
            </a:r>
            <a:r>
              <a:rPr lang="zh-CN" altLang="zh-CN" dirty="0">
                <a:solidFill>
                  <a:srgbClr val="000000"/>
                </a:solidFill>
                <a:latin typeface="Tahoma" pitchFamily="34" charset="0"/>
              </a:rPr>
              <a:t>&amp;</a:t>
            </a:r>
            <a:r>
              <a:rPr lang="zh-CN" altLang="zh-CN" b="1" dirty="0">
                <a:solidFill>
                  <a:srgbClr val="000000"/>
                </a:solidFill>
                <a:latin typeface="Tahoma" pitchFamily="34" charset="0"/>
                <a:cs typeface="Times New Roman" pitchFamily="18" charset="0"/>
              </a:rPr>
              <a:t>b</a:t>
            </a:r>
            <a:r>
              <a:rPr lang="zh-CN" altLang="zh-CN" b="1" dirty="0">
                <a:solidFill>
                  <a:srgbClr val="000000"/>
                </a:solidFill>
              </a:rPr>
              <a:t>, </a:t>
            </a:r>
            <a:r>
              <a:rPr lang="zh-CN" altLang="zh-CN" dirty="0">
                <a:solidFill>
                  <a:srgbClr val="000000"/>
                </a:solidFill>
                <a:latin typeface="Tahoma" pitchFamily="34" charset="0"/>
              </a:rPr>
              <a:t>&amp;</a:t>
            </a:r>
            <a:r>
              <a:rPr lang="zh-CN" altLang="zh-CN" b="1" dirty="0">
                <a:solidFill>
                  <a:srgbClr val="000000"/>
                </a:solidFill>
                <a:latin typeface="Tahoma" pitchFamily="34" charset="0"/>
                <a:cs typeface="Times New Roman" pitchFamily="18" charset="0"/>
              </a:rPr>
              <a:t>ch</a:t>
            </a:r>
            <a:r>
              <a:rPr lang="zh-CN" altLang="zh-CN" b="1" dirty="0">
                <a:solidFill>
                  <a:srgbClr val="000000"/>
                </a:solidFill>
              </a:rPr>
              <a:t>) ;</a:t>
            </a:r>
            <a:r>
              <a:rPr lang="zh-CN" altLang="zh-CN" b="1" dirty="0">
                <a:solidFill>
                  <a:srgbClr val="000000"/>
                </a:solidFill>
                <a:latin typeface="Tahoma" pitchFamily="34" charset="0"/>
                <a:sym typeface="Wingdings 2" pitchFamily="18" charset="2"/>
              </a:rPr>
              <a:t> </a:t>
            </a:r>
          </a:p>
          <a:p>
            <a:pPr fontAlgn="base">
              <a:lnSpc>
                <a:spcPct val="115000"/>
              </a:lnSpc>
              <a:spcBef>
                <a:spcPct val="35000"/>
              </a:spcBef>
              <a:spcAft>
                <a:spcPct val="0"/>
              </a:spcAft>
              <a:buClr>
                <a:srgbClr val="009900"/>
              </a:buClr>
              <a:buFont typeface="Wingdings" pitchFamily="2" charset="2"/>
              <a:buNone/>
            </a:pPr>
            <a:r>
              <a:rPr lang="zh-CN" altLang="zh-CN" b="1" dirty="0">
                <a:solidFill>
                  <a:srgbClr val="000000"/>
                </a:solidFill>
                <a:latin typeface="Tahoma" pitchFamily="34" charset="0"/>
                <a:sym typeface="Wingdings 2" pitchFamily="18" charset="2"/>
              </a:rPr>
              <a:t>   </a:t>
            </a:r>
            <a:r>
              <a:rPr lang="zh-CN" altLang="en-US" b="1" dirty="0">
                <a:solidFill>
                  <a:srgbClr val="000000"/>
                </a:solidFill>
                <a:latin typeface="Tahoma" pitchFamily="34" charset="0"/>
                <a:ea typeface="黑体" pitchFamily="49" charset="-122"/>
              </a:rPr>
              <a:t>输入</a:t>
            </a:r>
            <a:r>
              <a:rPr lang="zh-CN" altLang="zh-CN" b="1" dirty="0">
                <a:solidFill>
                  <a:srgbClr val="000000"/>
                </a:solidFill>
                <a:ea typeface="黑体" pitchFamily="49" charset="-122"/>
              </a:rPr>
              <a:t>: </a:t>
            </a:r>
            <a:r>
              <a:rPr lang="zh-CN" altLang="zh-CN" b="1" u="sng" dirty="0">
                <a:solidFill>
                  <a:srgbClr val="FF0000"/>
                </a:solidFill>
                <a:latin typeface="Arial" pitchFamily="34" charset="0"/>
                <a:ea typeface="黑体" pitchFamily="49" charset="-122"/>
              </a:rPr>
              <a:t>123</a:t>
            </a:r>
            <a:r>
              <a:rPr lang="zh-CN" altLang="zh-CN" b="1" u="sng" dirty="0">
                <a:solidFill>
                  <a:srgbClr val="1C1C1C"/>
                </a:solidFill>
                <a:latin typeface="Arial" pitchFamily="34" charset="0"/>
                <a:ea typeface="黑体" pitchFamily="49" charset="-122"/>
              </a:rPr>
              <a:t>46</a:t>
            </a:r>
            <a:r>
              <a:rPr lang="zh-CN" altLang="zh-CN" b="1" u="sng" dirty="0">
                <a:solidFill>
                  <a:srgbClr val="FF0000"/>
                </a:solidFill>
                <a:latin typeface="Arial" pitchFamily="34" charset="0"/>
                <a:ea typeface="黑体" pitchFamily="49" charset="-122"/>
              </a:rPr>
              <a:t>a</a:t>
            </a:r>
            <a:r>
              <a:rPr lang="zh-CN" altLang="zh-CN" b="1" dirty="0">
                <a:solidFill>
                  <a:srgbClr val="FF0000"/>
                </a:solidFill>
                <a:latin typeface="Arial" pitchFamily="34" charset="0"/>
                <a:ea typeface="黑体" pitchFamily="49" charset="-122"/>
              </a:rPr>
              <a:t>bc</a:t>
            </a:r>
            <a:r>
              <a:rPr lang="zh-CN" altLang="zh-CN" b="1" dirty="0">
                <a:solidFill>
                  <a:srgbClr val="333399"/>
                </a:solidFill>
                <a:latin typeface="Tahoma" pitchFamily="34" charset="0"/>
                <a:ea typeface="黑体" pitchFamily="49" charset="-122"/>
              </a:rPr>
              <a:t> </a:t>
            </a:r>
            <a:r>
              <a:rPr lang="zh-CN" altLang="zh-CN" b="1" dirty="0">
                <a:solidFill>
                  <a:srgbClr val="000000"/>
                </a:solidFill>
                <a:latin typeface="Tahoma" pitchFamily="34" charset="0"/>
                <a:ea typeface="黑体" pitchFamily="49" charset="-122"/>
              </a:rPr>
              <a:t>↙</a:t>
            </a:r>
            <a:r>
              <a:rPr lang="zh-CN" altLang="zh-CN" dirty="0">
                <a:solidFill>
                  <a:srgbClr val="000000"/>
                </a:solidFill>
                <a:latin typeface="Courier New" pitchFamily="49" charset="0"/>
              </a:rPr>
              <a:t> </a:t>
            </a:r>
          </a:p>
        </p:txBody>
      </p:sp>
      <p:sp>
        <p:nvSpPr>
          <p:cNvPr id="195588" name="Text Box 4"/>
          <p:cNvSpPr txBox="1">
            <a:spLocks noChangeArrowheads="1"/>
          </p:cNvSpPr>
          <p:nvPr/>
        </p:nvSpPr>
        <p:spPr bwMode="auto">
          <a:xfrm>
            <a:off x="3313113" y="3203575"/>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zh-CN" altLang="zh-CN" sz="2400" b="1">
                <a:solidFill>
                  <a:srgbClr val="CC00FF"/>
                </a:solidFill>
                <a:ea typeface="宋体" pitchFamily="2" charset="-122"/>
              </a:rPr>
              <a:t>a</a:t>
            </a:r>
          </a:p>
        </p:txBody>
      </p:sp>
      <p:sp>
        <p:nvSpPr>
          <p:cNvPr id="195589" name="Text Box 5"/>
          <p:cNvSpPr txBox="1">
            <a:spLocks noChangeArrowheads="1"/>
          </p:cNvSpPr>
          <p:nvPr/>
        </p:nvSpPr>
        <p:spPr bwMode="auto">
          <a:xfrm>
            <a:off x="3683000" y="32131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zh-CN" altLang="zh-CN" sz="2400" b="1">
                <a:solidFill>
                  <a:srgbClr val="CC00FF"/>
                </a:solidFill>
                <a:ea typeface="宋体" pitchFamily="2" charset="-122"/>
              </a:rPr>
              <a:t>b</a:t>
            </a:r>
          </a:p>
        </p:txBody>
      </p:sp>
      <p:sp>
        <p:nvSpPr>
          <p:cNvPr id="195590" name="Text Box 6"/>
          <p:cNvSpPr txBox="1">
            <a:spLocks noChangeArrowheads="1"/>
          </p:cNvSpPr>
          <p:nvPr/>
        </p:nvSpPr>
        <p:spPr bwMode="auto">
          <a:xfrm>
            <a:off x="3971925" y="3192463"/>
            <a:ext cx="68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zh-CN" altLang="zh-CN" sz="2400" b="1">
                <a:solidFill>
                  <a:srgbClr val="CC00FF"/>
                </a:solidFill>
                <a:ea typeface="宋体" pitchFamily="2" charset="-122"/>
              </a:rPr>
              <a:t>ch</a:t>
            </a:r>
          </a:p>
        </p:txBody>
      </p:sp>
      <p:sp>
        <p:nvSpPr>
          <p:cNvPr id="195591" name="Text Box 7"/>
          <p:cNvSpPr txBox="1">
            <a:spLocks noChangeArrowheads="1"/>
          </p:cNvSpPr>
          <p:nvPr/>
        </p:nvSpPr>
        <p:spPr bwMode="auto">
          <a:xfrm>
            <a:off x="8580438" y="2243138"/>
            <a:ext cx="685800" cy="519112"/>
          </a:xfrm>
          <a:prstGeom prst="rect">
            <a:avLst/>
          </a:prstGeom>
          <a:noFill/>
          <a:ln>
            <a:noFill/>
          </a:ln>
          <a:effectLst/>
          <a:extLst>
            <a:ext uri="{909E8E84-426E-40DD-AFC4-6F175D3DCCD1}">
              <a14:hiddenFill xmlns:a14="http://schemas.microsoft.com/office/drawing/2010/main">
                <a:solidFill>
                  <a:srgbClr val="CC99FF">
                    <a:alpha val="50000"/>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zh-CN" altLang="zh-CN" sz="2800" b="1">
                <a:solidFill>
                  <a:srgbClr val="FF0000"/>
                </a:solidFill>
                <a:ea typeface="宋体" pitchFamily="2" charset="-122"/>
              </a:rPr>
              <a:t>√</a:t>
            </a:r>
          </a:p>
        </p:txBody>
      </p:sp>
      <p:sp>
        <p:nvSpPr>
          <p:cNvPr id="195592" name="Text Box 8"/>
          <p:cNvSpPr txBox="1">
            <a:spLocks noChangeArrowheads="1"/>
          </p:cNvSpPr>
          <p:nvPr/>
        </p:nvSpPr>
        <p:spPr bwMode="auto">
          <a:xfrm>
            <a:off x="4871864" y="1578303"/>
            <a:ext cx="6858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fontAlgn="base" hangingPunct="0">
              <a:spcBef>
                <a:spcPct val="0"/>
              </a:spcBef>
              <a:spcAft>
                <a:spcPct val="0"/>
              </a:spcAft>
            </a:pPr>
            <a:r>
              <a:rPr lang="zh-CN" altLang="zh-CN" sz="4000" b="1" dirty="0">
                <a:solidFill>
                  <a:srgbClr val="FF0000"/>
                </a:solidFill>
                <a:effectLst>
                  <a:outerShdw blurRad="38100" dist="38100" dir="2700000" algn="tl">
                    <a:srgbClr val="000000">
                      <a:alpha val="43137"/>
                    </a:srgbClr>
                  </a:outerShdw>
                </a:effectLst>
                <a:ea typeface="宋体" pitchFamily="2" charset="-122"/>
              </a:rPr>
              <a:t>×</a:t>
            </a:r>
          </a:p>
        </p:txBody>
      </p:sp>
      <p:sp>
        <p:nvSpPr>
          <p:cNvPr id="195593" name="Rectangle 9"/>
          <p:cNvSpPr>
            <a:spLocks noGrp="1" noChangeArrowheads="1"/>
          </p:cNvSpPr>
          <p:nvPr>
            <p:ph type="body" idx="1"/>
          </p:nvPr>
        </p:nvSpPr>
        <p:spPr>
          <a:xfrm>
            <a:off x="2071689" y="3654425"/>
            <a:ext cx="8474075" cy="2293938"/>
          </a:xfrm>
          <a:noFill/>
          <a:ln/>
        </p:spPr>
        <p:txBody>
          <a:bodyPr/>
          <a:lstStyle/>
          <a:p>
            <a:pPr marL="387350" indent="-387350">
              <a:buNone/>
            </a:pPr>
            <a:r>
              <a:rPr lang="zh-CN" altLang="zh-CN" sz="2400" b="1">
                <a:latin typeface="Times New Roman" pitchFamily="18" charset="0"/>
                <a:sym typeface="Wingdings 2" pitchFamily="18" charset="2"/>
              </a:rPr>
              <a:t>3)</a:t>
            </a:r>
            <a:r>
              <a:rPr lang="zh-CN" altLang="zh-CN" sz="2400" b="1">
                <a:sym typeface="Wingdings 2" pitchFamily="18" charset="2"/>
              </a:rPr>
              <a:t> </a:t>
            </a:r>
            <a:r>
              <a:rPr lang="zh-CN" altLang="en-US" sz="2400" b="1">
                <a:latin typeface="黑体" pitchFamily="49" charset="-122"/>
                <a:sym typeface="Wingdings 2" pitchFamily="18" charset="2"/>
              </a:rPr>
              <a:t>输入格式符带有*</a:t>
            </a:r>
            <a:r>
              <a:rPr lang="zh-CN" altLang="en-US" sz="2400" b="1">
                <a:sym typeface="Wingdings 2" pitchFamily="18" charset="2"/>
              </a:rPr>
              <a:t>，</a:t>
            </a:r>
            <a:r>
              <a:rPr lang="zh-CN" altLang="en-US" sz="2400" b="1">
                <a:latin typeface="黑体" pitchFamily="49" charset="-122"/>
                <a:sym typeface="Wingdings 2" pitchFamily="18" charset="2"/>
              </a:rPr>
              <a:t>表示该数据不赋值。</a:t>
            </a:r>
          </a:p>
          <a:p>
            <a:pPr marL="387350" indent="-387350">
              <a:lnSpc>
                <a:spcPct val="115000"/>
              </a:lnSpc>
              <a:spcBef>
                <a:spcPct val="40000"/>
              </a:spcBef>
              <a:buNone/>
            </a:pPr>
            <a:r>
              <a:rPr lang="zh-CN" altLang="en-US" sz="2400">
                <a:sym typeface="Monotype Sorts" pitchFamily="2" charset="2"/>
              </a:rPr>
              <a:t>  </a:t>
            </a:r>
            <a:r>
              <a:rPr lang="zh-CN" altLang="en-US" sz="1800">
                <a:sym typeface="Monotype Sorts" pitchFamily="2" charset="2"/>
              </a:rPr>
              <a:t>  </a:t>
            </a:r>
            <a:r>
              <a:rPr lang="zh-CN" altLang="en-US" sz="2400" b="1">
                <a:latin typeface="黑体" pitchFamily="49" charset="-122"/>
                <a:sym typeface="Monotype Sorts" pitchFamily="2" charset="2"/>
              </a:rPr>
              <a:t>例</a:t>
            </a:r>
            <a:r>
              <a:rPr lang="zh-CN" altLang="zh-CN" sz="2400" b="1">
                <a:latin typeface="Times New Roman" pitchFamily="18" charset="0"/>
                <a:sym typeface="Monotype Sorts" pitchFamily="2" charset="2"/>
              </a:rPr>
              <a:t>:</a:t>
            </a:r>
            <a:r>
              <a:rPr lang="zh-CN" altLang="zh-CN" sz="2400" b="1">
                <a:sym typeface="Monotype Sorts" pitchFamily="2" charset="2"/>
              </a:rPr>
              <a:t>     </a:t>
            </a:r>
            <a:r>
              <a:rPr lang="zh-CN" altLang="zh-CN" sz="2400" b="1"/>
              <a:t>scanf</a:t>
            </a:r>
            <a:r>
              <a:rPr lang="zh-CN" altLang="zh-CN" sz="2400" b="1">
                <a:latin typeface="Times New Roman" pitchFamily="18" charset="0"/>
              </a:rPr>
              <a:t>(</a:t>
            </a:r>
            <a:r>
              <a:rPr lang="zh-CN" altLang="zh-CN" sz="2400" b="1">
                <a:latin typeface="Times New Roman"/>
              </a:rPr>
              <a:t>“</a:t>
            </a:r>
            <a:r>
              <a:rPr lang="zh-CN" altLang="zh-CN" sz="2400" b="1"/>
              <a:t> %d%</a:t>
            </a:r>
            <a:r>
              <a:rPr lang="zh-CN" altLang="zh-CN" sz="2400" b="1">
                <a:solidFill>
                  <a:schemeClr val="hlink"/>
                </a:solidFill>
                <a:latin typeface="黑体" pitchFamily="49" charset="-122"/>
              </a:rPr>
              <a:t>*</a:t>
            </a:r>
            <a:r>
              <a:rPr lang="zh-CN" altLang="zh-CN" sz="2400" b="1"/>
              <a:t>d%d </a:t>
            </a:r>
            <a:r>
              <a:rPr lang="zh-CN" altLang="zh-CN" sz="2400" b="1">
                <a:latin typeface="Times New Roman"/>
              </a:rPr>
              <a:t>”</a:t>
            </a:r>
            <a:r>
              <a:rPr lang="zh-CN" altLang="zh-CN" sz="2400" b="1">
                <a:latin typeface="Times New Roman" pitchFamily="18" charset="0"/>
              </a:rPr>
              <a:t>,</a:t>
            </a:r>
            <a:r>
              <a:rPr lang="zh-CN" altLang="zh-CN" sz="2400" b="1"/>
              <a:t> </a:t>
            </a:r>
            <a:r>
              <a:rPr lang="zh-CN" altLang="zh-CN" sz="2400"/>
              <a:t>&amp;</a:t>
            </a:r>
            <a:r>
              <a:rPr lang="zh-CN" altLang="zh-CN" sz="2400" b="1"/>
              <a:t>a</a:t>
            </a:r>
            <a:r>
              <a:rPr lang="zh-CN" altLang="zh-CN" sz="2400" b="1">
                <a:latin typeface="Times New Roman" pitchFamily="18" charset="0"/>
              </a:rPr>
              <a:t>,</a:t>
            </a:r>
            <a:r>
              <a:rPr lang="zh-CN" altLang="zh-CN" sz="2400" b="1"/>
              <a:t> </a:t>
            </a:r>
            <a:r>
              <a:rPr lang="zh-CN" altLang="zh-CN" sz="2400"/>
              <a:t>&amp;</a:t>
            </a:r>
            <a:r>
              <a:rPr lang="zh-CN" altLang="zh-CN" sz="2400" b="1"/>
              <a:t>c</a:t>
            </a:r>
            <a:r>
              <a:rPr lang="zh-CN" altLang="zh-CN" sz="2400" b="1">
                <a:latin typeface="Times New Roman" pitchFamily="18" charset="0"/>
              </a:rPr>
              <a:t>) ;</a:t>
            </a:r>
            <a:r>
              <a:rPr lang="zh-CN" altLang="zh-CN" sz="2400" b="1">
                <a:sym typeface="Wingdings 2" pitchFamily="18" charset="2"/>
              </a:rPr>
              <a:t> </a:t>
            </a:r>
          </a:p>
          <a:p>
            <a:pPr marL="387350" indent="-387350">
              <a:lnSpc>
                <a:spcPct val="115000"/>
              </a:lnSpc>
              <a:spcBef>
                <a:spcPct val="40000"/>
              </a:spcBef>
              <a:buNone/>
            </a:pPr>
            <a:r>
              <a:rPr lang="zh-CN" altLang="zh-CN" sz="2400" b="1">
                <a:sym typeface="Wingdings 2" pitchFamily="18" charset="2"/>
              </a:rPr>
              <a:t>    </a:t>
            </a:r>
            <a:r>
              <a:rPr lang="zh-CN" altLang="en-US" sz="2400" b="1">
                <a:latin typeface="黑体" pitchFamily="49" charset="-122"/>
                <a:sym typeface="Wingdings 2" pitchFamily="18" charset="2"/>
              </a:rPr>
              <a:t>输入</a:t>
            </a:r>
            <a:r>
              <a:rPr lang="zh-CN" altLang="zh-CN" sz="2400" b="1">
                <a:latin typeface="Times New Roman" pitchFamily="18" charset="0"/>
                <a:sym typeface="Monotype Sorts" pitchFamily="2" charset="2"/>
              </a:rPr>
              <a:t>:</a:t>
            </a:r>
            <a:r>
              <a:rPr lang="zh-CN" altLang="zh-CN" sz="2400" b="1">
                <a:sym typeface="Wingdings 2" pitchFamily="18" charset="2"/>
              </a:rPr>
              <a:t> 12</a:t>
            </a:r>
            <a:r>
              <a:rPr lang="zh-CN" altLang="zh-CN" sz="2400" b="1" baseline="-25000"/>
              <a:t>︺</a:t>
            </a:r>
            <a:r>
              <a:rPr lang="zh-CN" altLang="zh-CN" sz="2400" b="1">
                <a:sym typeface="Wingdings 2" pitchFamily="18" charset="2"/>
              </a:rPr>
              <a:t>34</a:t>
            </a:r>
            <a:r>
              <a:rPr lang="zh-CN" altLang="zh-CN" sz="2400" b="1" baseline="-25000"/>
              <a:t>︺</a:t>
            </a:r>
            <a:r>
              <a:rPr lang="zh-CN" altLang="zh-CN" sz="2400" b="1">
                <a:sym typeface="Wingdings 2" pitchFamily="18" charset="2"/>
              </a:rPr>
              <a:t>567 </a:t>
            </a:r>
            <a:r>
              <a:rPr lang="zh-CN" altLang="zh-CN" sz="2400" b="1"/>
              <a:t>↙ </a:t>
            </a:r>
            <a:r>
              <a:rPr lang="zh-CN" altLang="zh-CN" sz="2400" b="1">
                <a:sym typeface="Wingdings 3" pitchFamily="18" charset="2"/>
              </a:rPr>
              <a:t>    </a:t>
            </a:r>
            <a:r>
              <a:rPr lang="zh-CN" altLang="en-US" sz="2400" b="1">
                <a:latin typeface="黑体" pitchFamily="49" charset="-122"/>
                <a:sym typeface="Wingdings 2" pitchFamily="18" charset="2"/>
              </a:rPr>
              <a:t>则</a:t>
            </a:r>
            <a:r>
              <a:rPr lang="zh-CN" altLang="en-US" sz="2400" b="1">
                <a:sym typeface="Wingdings 2" pitchFamily="18" charset="2"/>
              </a:rPr>
              <a:t>  </a:t>
            </a:r>
            <a:r>
              <a:rPr lang="zh-CN" altLang="zh-CN" sz="2400" b="1">
                <a:sym typeface="Wingdings 2" pitchFamily="18" charset="2"/>
              </a:rPr>
              <a:t>a=12</a:t>
            </a:r>
            <a:r>
              <a:rPr lang="zh-CN" altLang="zh-CN" sz="2400" b="1">
                <a:latin typeface="Times New Roman" pitchFamily="18" charset="0"/>
                <a:sym typeface="Wingdings 2" pitchFamily="18" charset="2"/>
              </a:rPr>
              <a:t>,</a:t>
            </a:r>
            <a:r>
              <a:rPr lang="zh-CN" altLang="zh-CN" sz="2400" b="1">
                <a:sym typeface="Wingdings 2" pitchFamily="18" charset="2"/>
              </a:rPr>
              <a:t> c=567</a:t>
            </a:r>
            <a:r>
              <a:rPr lang="zh-CN" altLang="zh-CN" sz="2400" b="1">
                <a:latin typeface="Times New Roman" pitchFamily="18" charset="0"/>
                <a:sym typeface="Wingdings 2" pitchFamily="18" charset="2"/>
              </a:rPr>
              <a:t>,</a:t>
            </a:r>
            <a:r>
              <a:rPr lang="zh-CN" altLang="zh-CN" sz="2400" b="1">
                <a:sym typeface="Wingdings 2" pitchFamily="18" charset="2"/>
              </a:rPr>
              <a:t> 34 </a:t>
            </a:r>
            <a:r>
              <a:rPr lang="zh-CN" altLang="en-US" sz="2400" b="1">
                <a:latin typeface="黑体" pitchFamily="49" charset="-122"/>
              </a:rPr>
              <a:t>被跳过</a:t>
            </a:r>
            <a:r>
              <a:rPr lang="zh-CN" altLang="en-US" sz="2400" b="1">
                <a:latin typeface="黑体" pitchFamily="49" charset="-122"/>
                <a:sym typeface="Wingdings 2" pitchFamily="18" charset="2"/>
              </a:rPr>
              <a:t>。</a:t>
            </a:r>
          </a:p>
        </p:txBody>
      </p:sp>
      <p:sp>
        <p:nvSpPr>
          <p:cNvPr id="195594" name="Rectangle 10"/>
          <p:cNvSpPr>
            <a:spLocks noChangeArrowheads="1"/>
          </p:cNvSpPr>
          <p:nvPr/>
        </p:nvSpPr>
        <p:spPr bwMode="auto">
          <a:xfrm>
            <a:off x="2055814" y="5378450"/>
            <a:ext cx="6527749" cy="493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lnSpc>
                <a:spcPct val="120000"/>
              </a:lnSpc>
              <a:spcBef>
                <a:spcPct val="60000"/>
              </a:spcBef>
              <a:spcAft>
                <a:spcPct val="0"/>
              </a:spcAft>
              <a:buClr>
                <a:srgbClr val="009900"/>
              </a:buClr>
              <a:buFont typeface="Wingdings" pitchFamily="2" charset="2"/>
              <a:buNone/>
            </a:pPr>
            <a:r>
              <a:rPr lang="zh-CN" altLang="zh-CN" sz="2400" b="1">
                <a:solidFill>
                  <a:srgbClr val="000000"/>
                </a:solidFill>
                <a:latin typeface="Times New Roman" pitchFamily="18" charset="0"/>
              </a:rPr>
              <a:t>4) </a:t>
            </a:r>
            <a:r>
              <a:rPr lang="zh-CN" altLang="en-US" sz="2400" b="1">
                <a:solidFill>
                  <a:srgbClr val="000000"/>
                </a:solidFill>
                <a:latin typeface="黑体" pitchFamily="49" charset="-122"/>
              </a:rPr>
              <a:t>无符号数可用 </a:t>
            </a:r>
            <a:r>
              <a:rPr lang="zh-CN" altLang="zh-CN" sz="2400" b="1">
                <a:solidFill>
                  <a:srgbClr val="000000"/>
                </a:solidFill>
              </a:rPr>
              <a:t>%d</a:t>
            </a:r>
            <a:r>
              <a:rPr lang="zh-CN" altLang="en-US" sz="2400" b="1">
                <a:solidFill>
                  <a:srgbClr val="000000"/>
                </a:solidFill>
              </a:rPr>
              <a:t>、</a:t>
            </a:r>
            <a:r>
              <a:rPr lang="zh-CN" altLang="zh-CN" sz="2400" b="1">
                <a:solidFill>
                  <a:srgbClr val="000000"/>
                </a:solidFill>
              </a:rPr>
              <a:t>%o</a:t>
            </a:r>
            <a:r>
              <a:rPr lang="zh-CN" altLang="en-US" sz="2400" b="1">
                <a:solidFill>
                  <a:srgbClr val="000000"/>
                </a:solidFill>
              </a:rPr>
              <a:t>、</a:t>
            </a:r>
            <a:r>
              <a:rPr lang="zh-CN" altLang="zh-CN" sz="2400" b="1">
                <a:solidFill>
                  <a:srgbClr val="000000"/>
                </a:solidFill>
              </a:rPr>
              <a:t>%x</a:t>
            </a:r>
            <a:r>
              <a:rPr lang="zh-CN" altLang="zh-CN" sz="2400" b="1">
                <a:solidFill>
                  <a:srgbClr val="000000"/>
                </a:solidFill>
                <a:latin typeface="黑体" pitchFamily="49" charset="-122"/>
              </a:rPr>
              <a:t> </a:t>
            </a:r>
            <a:r>
              <a:rPr lang="zh-CN" altLang="en-US" sz="2400" b="1">
                <a:solidFill>
                  <a:srgbClr val="000000"/>
                </a:solidFill>
                <a:latin typeface="黑体" pitchFamily="49" charset="-122"/>
              </a:rPr>
              <a:t>格式输入。</a:t>
            </a:r>
          </a:p>
        </p:txBody>
      </p:sp>
    </p:spTree>
    <p:extLst>
      <p:ext uri="{BB962C8B-B14F-4D97-AF65-F5344CB8AC3E}">
        <p14:creationId xmlns:p14="http://schemas.microsoft.com/office/powerpoint/2010/main" val="11405185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9558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9558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9558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95587">
                                            <p:txEl>
                                              <p:pRg st="3" end="3"/>
                                            </p:txEl>
                                          </p:spTgt>
                                        </p:tgtEl>
                                        <p:attrNameLst>
                                          <p:attrName>style.visibility</p:attrName>
                                        </p:attrNameLst>
                                      </p:cBhvr>
                                      <p:to>
                                        <p:strVal val="visible"/>
                                      </p:to>
                                    </p:set>
                                  </p:childTnLst>
                                </p:cTn>
                              </p:par>
                            </p:childTnLst>
                          </p:cTn>
                        </p:par>
                        <p:par>
                          <p:cTn id="19" fill="hold" nodeType="afterGroup">
                            <p:stCondLst>
                              <p:cond delay="500"/>
                            </p:stCondLst>
                            <p:childTnLst>
                              <p:par>
                                <p:cTn id="20" presetID="9" presetClass="entr" presetSubtype="0" fill="hold" grpId="0" nodeType="afterEffect">
                                  <p:stCondLst>
                                    <p:cond delay="0"/>
                                  </p:stCondLst>
                                  <p:childTnLst>
                                    <p:set>
                                      <p:cBhvr>
                                        <p:cTn id="21" dur="1" fill="hold">
                                          <p:stCondLst>
                                            <p:cond delay="0"/>
                                          </p:stCondLst>
                                        </p:cTn>
                                        <p:tgtEl>
                                          <p:spTgt spid="195592">
                                            <p:txEl>
                                              <p:pRg st="0" end="0"/>
                                            </p:txEl>
                                          </p:spTgt>
                                        </p:tgtEl>
                                        <p:attrNameLst>
                                          <p:attrName>style.visibility</p:attrName>
                                        </p:attrNameLst>
                                      </p:cBhvr>
                                      <p:to>
                                        <p:strVal val="visible"/>
                                      </p:to>
                                    </p:set>
                                    <p:animEffect transition="in" filter="dissolve">
                                      <p:cBhvr>
                                        <p:cTn id="22" dur="500"/>
                                        <p:tgtEl>
                                          <p:spTgt spid="195592">
                                            <p:txEl>
                                              <p:pRg st="0" end="0"/>
                                            </p:txEl>
                                          </p:spTgt>
                                        </p:tgtEl>
                                      </p:cBhvr>
                                    </p:animEffect>
                                  </p:childTnLst>
                                </p:cTn>
                              </p:par>
                            </p:childTnLst>
                          </p:cTn>
                        </p:par>
                        <p:par>
                          <p:cTn id="23" fill="hold" nodeType="afterGroup">
                            <p:stCondLst>
                              <p:cond delay="1000"/>
                            </p:stCondLst>
                            <p:childTnLst>
                              <p:par>
                                <p:cTn id="24" presetID="1" presetClass="entr" presetSubtype="0" fill="hold" grpId="0" nodeType="afterEffect">
                                  <p:stCondLst>
                                    <p:cond delay="0"/>
                                  </p:stCondLst>
                                  <p:childTnLst>
                                    <p:set>
                                      <p:cBhvr>
                                        <p:cTn id="25" dur="1" fill="hold">
                                          <p:stCondLst>
                                            <p:cond delay="499"/>
                                          </p:stCondLst>
                                        </p:cTn>
                                        <p:tgtEl>
                                          <p:spTgt spid="195591"/>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grpId="0" nodeType="clickEffect">
                                  <p:stCondLst>
                                    <p:cond delay="0"/>
                                  </p:stCondLst>
                                  <p:childTnLst>
                                    <p:set>
                                      <p:cBhvr>
                                        <p:cTn id="29" dur="1" fill="hold">
                                          <p:stCondLst>
                                            <p:cond delay="499"/>
                                          </p:stCondLst>
                                        </p:cTn>
                                        <p:tgtEl>
                                          <p:spTgt spid="195588">
                                            <p:txEl>
                                              <p:pRg st="0" end="0"/>
                                            </p:txEl>
                                          </p:spTgt>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grpId="0" nodeType="clickEffect">
                                  <p:stCondLst>
                                    <p:cond delay="0"/>
                                  </p:stCondLst>
                                  <p:childTnLst>
                                    <p:set>
                                      <p:cBhvr>
                                        <p:cTn id="33" dur="1" fill="hold">
                                          <p:stCondLst>
                                            <p:cond delay="499"/>
                                          </p:stCondLst>
                                        </p:cTn>
                                        <p:tgtEl>
                                          <p:spTgt spid="195589">
                                            <p:txEl>
                                              <p:pRg st="0" end="0"/>
                                            </p:txEl>
                                          </p:spTgt>
                                        </p:tgtEl>
                                        <p:attrNameLst>
                                          <p:attrName>style.visibility</p:attrName>
                                        </p:attrNameLst>
                                      </p:cBhvr>
                                      <p:to>
                                        <p:strVal val="visible"/>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1" presetClass="entr" presetSubtype="0" fill="hold" grpId="0" nodeType="clickEffect">
                                  <p:stCondLst>
                                    <p:cond delay="0"/>
                                  </p:stCondLst>
                                  <p:childTnLst>
                                    <p:set>
                                      <p:cBhvr>
                                        <p:cTn id="37" dur="1" fill="hold">
                                          <p:stCondLst>
                                            <p:cond delay="499"/>
                                          </p:stCondLst>
                                        </p:cTn>
                                        <p:tgtEl>
                                          <p:spTgt spid="195590">
                                            <p:txEl>
                                              <p:pRg st="0" end="0"/>
                                            </p:txEl>
                                          </p:spTgt>
                                        </p:tgtEl>
                                        <p:attrNameLst>
                                          <p:attrName>style.visibility</p:attrName>
                                        </p:attrNameLst>
                                      </p:cBhvr>
                                      <p:to>
                                        <p:strVal val="visible"/>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95593">
                                            <p:txEl>
                                              <p:pRg st="0" end="0"/>
                                            </p:txEl>
                                          </p:spTgt>
                                        </p:tgtEl>
                                        <p:attrNameLst>
                                          <p:attrName>style.visibility</p:attrName>
                                        </p:attrNameLst>
                                      </p:cBhvr>
                                      <p:to>
                                        <p:strVal val="visible"/>
                                      </p:to>
                                    </p:set>
                                  </p:childTnLst>
                                </p:cTn>
                              </p:par>
                            </p:childTnLst>
                          </p:cTn>
                        </p:par>
                      </p:childTnLst>
                    </p:cTn>
                  </p:par>
                  <p:par>
                    <p:cTn id="42" fill="hold" nodeType="clickPar">
                      <p:stCondLst>
                        <p:cond delay="indefinite"/>
                      </p:stCondLst>
                      <p:childTnLst>
                        <p:par>
                          <p:cTn id="43" fill="hold" nodeType="withGroup">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195593">
                                            <p:txEl>
                                              <p:pRg st="1" end="1"/>
                                            </p:txEl>
                                          </p:spTgt>
                                        </p:tgtEl>
                                        <p:attrNameLst>
                                          <p:attrName>style.visibility</p:attrName>
                                        </p:attrNameLst>
                                      </p:cBhvr>
                                      <p:to>
                                        <p:strVal val="visible"/>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195593">
                                            <p:txEl>
                                              <p:pRg st="2" end="2"/>
                                            </p:txEl>
                                          </p:spTgt>
                                        </p:tgtEl>
                                        <p:attrNameLst>
                                          <p:attrName>style.visibility</p:attrName>
                                        </p:attrNameLst>
                                      </p:cBhvr>
                                      <p:to>
                                        <p:strVal val="visible"/>
                                      </p:to>
                                    </p:set>
                                  </p:childTnLst>
                                </p:cTn>
                              </p:par>
                            </p:childTnLst>
                          </p:cTn>
                        </p:par>
                      </p:childTnLst>
                    </p:cTn>
                  </p:par>
                  <p:par>
                    <p:cTn id="50" fill="hold" nodeType="clickPar">
                      <p:stCondLst>
                        <p:cond delay="indefinite"/>
                      </p:stCondLst>
                      <p:childTnLst>
                        <p:par>
                          <p:cTn id="51" fill="hold" nodeType="withGroup">
                            <p:stCondLst>
                              <p:cond delay="0"/>
                            </p:stCondLst>
                            <p:childTnLst>
                              <p:par>
                                <p:cTn id="52" presetID="1" presetClass="entr" presetSubtype="0" fill="hold" grpId="0" nodeType="clickEffect">
                                  <p:stCondLst>
                                    <p:cond delay="0"/>
                                  </p:stCondLst>
                                  <p:childTnLst>
                                    <p:set>
                                      <p:cBhvr>
                                        <p:cTn id="53" dur="1" fill="hold">
                                          <p:stCondLst>
                                            <p:cond delay="499"/>
                                          </p:stCondLst>
                                        </p:cTn>
                                        <p:tgtEl>
                                          <p:spTgt spid="1955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7" grpId="0" build="p" autoUpdateAnimBg="0"/>
      <p:bldP spid="195588" grpId="0" build="p" autoUpdateAnimBg="0"/>
      <p:bldP spid="195589" grpId="0" build="p" autoUpdateAnimBg="0"/>
      <p:bldP spid="195590" grpId="0" build="p" autoUpdateAnimBg="0"/>
      <p:bldP spid="195591" grpId="0" autoUpdateAnimBg="0"/>
      <p:bldP spid="195592" grpId="0" build="p" autoUpdateAnimBg="0" advAuto="0"/>
      <p:bldP spid="195593" grpId="0" build="p" autoUpdateAnimBg="0"/>
      <p:bldP spid="195594"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ChangeArrowheads="1"/>
          </p:cNvSpPr>
          <p:nvPr>
            <p:ph type="title"/>
          </p:nvPr>
        </p:nvSpPr>
        <p:spPr>
          <a:xfrm>
            <a:off x="2351088" y="-12700"/>
            <a:ext cx="6705600" cy="808038"/>
          </a:xfrm>
        </p:spPr>
        <p:txBody>
          <a:bodyPr/>
          <a:lstStyle/>
          <a:p>
            <a:r>
              <a:rPr lang="zh-CN" altLang="en-US" sz="3600">
                <a:latin typeface="Courier New" pitchFamily="49" charset="0"/>
              </a:rPr>
              <a:t>注意：</a:t>
            </a:r>
          </a:p>
        </p:txBody>
      </p:sp>
      <p:sp>
        <p:nvSpPr>
          <p:cNvPr id="196611" name="Rectangle 3"/>
          <p:cNvSpPr>
            <a:spLocks noGrp="1" noChangeArrowheads="1"/>
          </p:cNvSpPr>
          <p:nvPr>
            <p:ph type="body" idx="1"/>
          </p:nvPr>
        </p:nvSpPr>
        <p:spPr>
          <a:xfrm>
            <a:off x="2070100" y="1196974"/>
            <a:ext cx="9570516" cy="5256361"/>
          </a:xfrm>
        </p:spPr>
        <p:txBody>
          <a:bodyPr/>
          <a:lstStyle/>
          <a:p>
            <a:pPr>
              <a:lnSpc>
                <a:spcPct val="110000"/>
              </a:lnSpc>
              <a:buFont typeface="Wingdings" pitchFamily="2" charset="2"/>
              <a:buNone/>
            </a:pPr>
            <a:r>
              <a:rPr lang="zh-CN" altLang="zh-CN" b="1" dirty="0">
                <a:latin typeface="Times New Roman" pitchFamily="18" charset="0"/>
                <a:sym typeface="Monotype Sorts" pitchFamily="2" charset="2"/>
              </a:rPr>
              <a:t>5) </a:t>
            </a:r>
            <a:r>
              <a:rPr lang="zh-CN" altLang="en-US" b="1" dirty="0">
                <a:latin typeface="黑体" pitchFamily="49" charset="-122"/>
                <a:sym typeface="Monotype Sorts" pitchFamily="2" charset="2"/>
              </a:rPr>
              <a:t>用</a:t>
            </a:r>
            <a:r>
              <a:rPr lang="en-US" altLang="zh-CN" b="1" dirty="0">
                <a:solidFill>
                  <a:srgbClr val="FF0000"/>
                </a:solidFill>
                <a:latin typeface="黑体" pitchFamily="49" charset="-122"/>
                <a:sym typeface="Monotype Sorts" pitchFamily="2" charset="2"/>
              </a:rPr>
              <a:t>c</a:t>
            </a:r>
            <a:r>
              <a:rPr lang="zh-CN" altLang="en-US" b="1" dirty="0">
                <a:solidFill>
                  <a:srgbClr val="FF0000"/>
                </a:solidFill>
                <a:latin typeface="黑体" pitchFamily="49" charset="-122"/>
                <a:sym typeface="Monotype Sorts" pitchFamily="2" charset="2"/>
              </a:rPr>
              <a:t>格式符输入字符时</a:t>
            </a:r>
            <a:r>
              <a:rPr lang="zh-CN" altLang="zh-CN" b="1" dirty="0">
                <a:solidFill>
                  <a:srgbClr val="FF0000"/>
                </a:solidFill>
                <a:latin typeface="Times New Roman" pitchFamily="18" charset="0"/>
                <a:sym typeface="Monotype Sorts" pitchFamily="2" charset="2"/>
              </a:rPr>
              <a:t>,  </a:t>
            </a:r>
            <a:r>
              <a:rPr lang="zh-CN" altLang="en-US" b="1" dirty="0">
                <a:solidFill>
                  <a:srgbClr val="FF0000"/>
                </a:solidFill>
                <a:latin typeface="黑体" pitchFamily="49" charset="-122"/>
                <a:sym typeface="Monotype Sorts" pitchFamily="2" charset="2"/>
              </a:rPr>
              <a:t>空格、转义字符均为有效字符</a:t>
            </a:r>
            <a:r>
              <a:rPr lang="zh-CN" altLang="en-US" b="1" dirty="0">
                <a:latin typeface="黑体" pitchFamily="49" charset="-122"/>
                <a:sym typeface="Monotype Sorts" pitchFamily="2" charset="2"/>
              </a:rPr>
              <a:t>。</a:t>
            </a:r>
          </a:p>
          <a:p>
            <a:pPr>
              <a:spcBef>
                <a:spcPct val="65000"/>
              </a:spcBef>
              <a:spcAft>
                <a:spcPct val="30000"/>
              </a:spcAft>
              <a:buFont typeface="Wingdings" pitchFamily="2" charset="2"/>
              <a:buNone/>
            </a:pPr>
            <a:r>
              <a:rPr lang="zh-CN" altLang="en-US" dirty="0">
                <a:latin typeface="Courier New" pitchFamily="49" charset="0"/>
                <a:sym typeface="Monotype Sorts" pitchFamily="2" charset="2"/>
              </a:rPr>
              <a:t>     </a:t>
            </a:r>
            <a:r>
              <a:rPr lang="zh-CN" altLang="en-US" b="1" dirty="0">
                <a:sym typeface="Monotype Sorts" pitchFamily="2" charset="2"/>
              </a:rPr>
              <a:t>例</a:t>
            </a:r>
            <a:r>
              <a:rPr lang="zh-CN" altLang="zh-CN" b="1" dirty="0">
                <a:latin typeface="Times New Roman" pitchFamily="18" charset="0"/>
                <a:sym typeface="Monotype Sorts" pitchFamily="2" charset="2"/>
              </a:rPr>
              <a:t>:</a:t>
            </a:r>
            <a:r>
              <a:rPr lang="zh-CN" altLang="zh-CN" b="1" dirty="0">
                <a:sym typeface="Monotype Sorts" pitchFamily="2" charset="2"/>
              </a:rPr>
              <a:t>   </a:t>
            </a:r>
            <a:r>
              <a:rPr lang="zh-CN" altLang="zh-CN" b="1" dirty="0"/>
              <a:t>scanf</a:t>
            </a:r>
            <a:r>
              <a:rPr lang="zh-CN" altLang="zh-CN" b="1" dirty="0">
                <a:latin typeface="Times New Roman" pitchFamily="18" charset="0"/>
              </a:rPr>
              <a:t>(“</a:t>
            </a:r>
            <a:r>
              <a:rPr lang="zh-CN" altLang="zh-CN" b="1" dirty="0"/>
              <a:t>%c%c%c</a:t>
            </a:r>
            <a:r>
              <a:rPr lang="zh-CN" altLang="zh-CN" b="1" dirty="0">
                <a:latin typeface="Times New Roman" pitchFamily="18" charset="0"/>
              </a:rPr>
              <a:t>”,</a:t>
            </a:r>
            <a:r>
              <a:rPr lang="zh-CN" altLang="zh-CN" b="1" dirty="0"/>
              <a:t> </a:t>
            </a:r>
            <a:r>
              <a:rPr lang="zh-CN" altLang="zh-CN" dirty="0"/>
              <a:t>&amp;</a:t>
            </a:r>
            <a:r>
              <a:rPr lang="zh-CN" altLang="zh-CN" b="1" dirty="0"/>
              <a:t>a</a:t>
            </a:r>
            <a:r>
              <a:rPr lang="zh-CN" altLang="zh-CN" b="1" dirty="0">
                <a:latin typeface="Times New Roman" pitchFamily="18" charset="0"/>
              </a:rPr>
              <a:t>,</a:t>
            </a:r>
            <a:r>
              <a:rPr lang="zh-CN" altLang="zh-CN" b="1" dirty="0"/>
              <a:t> </a:t>
            </a:r>
            <a:r>
              <a:rPr lang="zh-CN" altLang="zh-CN" dirty="0"/>
              <a:t>&amp;</a:t>
            </a:r>
            <a:r>
              <a:rPr lang="zh-CN" altLang="zh-CN" b="1" dirty="0"/>
              <a:t>b</a:t>
            </a:r>
            <a:r>
              <a:rPr lang="zh-CN" altLang="zh-CN" b="1" dirty="0">
                <a:latin typeface="Times New Roman" pitchFamily="18" charset="0"/>
              </a:rPr>
              <a:t>, </a:t>
            </a:r>
            <a:r>
              <a:rPr lang="zh-CN" altLang="zh-CN" dirty="0"/>
              <a:t>&amp;</a:t>
            </a:r>
            <a:r>
              <a:rPr lang="zh-CN" altLang="zh-CN" b="1" dirty="0"/>
              <a:t>c</a:t>
            </a:r>
            <a:r>
              <a:rPr lang="zh-CN" altLang="zh-CN" b="1" dirty="0">
                <a:latin typeface="Times New Roman" pitchFamily="18" charset="0"/>
              </a:rPr>
              <a:t>);</a:t>
            </a:r>
            <a:r>
              <a:rPr lang="zh-CN" altLang="zh-CN" b="1" dirty="0">
                <a:sym typeface="Wingdings 2" pitchFamily="18" charset="2"/>
              </a:rPr>
              <a:t> </a:t>
            </a:r>
            <a:endParaRPr lang="zh-CN" altLang="zh-CN" b="1" dirty="0">
              <a:sym typeface="Monotype Sorts" pitchFamily="2" charset="2"/>
            </a:endParaRPr>
          </a:p>
          <a:p>
            <a:pPr>
              <a:spcBef>
                <a:spcPct val="35000"/>
              </a:spcBef>
              <a:buFont typeface="Wingdings" pitchFamily="2" charset="2"/>
              <a:buNone/>
            </a:pPr>
            <a:r>
              <a:rPr lang="zh-CN" altLang="zh-CN" b="1" dirty="0">
                <a:sym typeface="Wingdings 2" pitchFamily="18" charset="2"/>
              </a:rPr>
              <a:t>    </a:t>
            </a:r>
            <a:r>
              <a:rPr lang="zh-CN" altLang="en-US" b="1" dirty="0">
                <a:sym typeface="Wingdings 2" pitchFamily="18" charset="2"/>
              </a:rPr>
              <a:t>若键入    </a:t>
            </a:r>
            <a:r>
              <a:rPr lang="zh-CN" altLang="zh-CN" b="1" dirty="0">
                <a:solidFill>
                  <a:srgbClr val="002BB4"/>
                </a:solidFill>
                <a:sym typeface="Wingdings 2" pitchFamily="18" charset="2"/>
              </a:rPr>
              <a:t>ABC</a:t>
            </a:r>
            <a:r>
              <a:rPr lang="zh-CN" altLang="zh-CN" b="1" dirty="0">
                <a:sym typeface="Wingdings 2" pitchFamily="18" charset="2"/>
              </a:rPr>
              <a:t> </a:t>
            </a:r>
            <a:r>
              <a:rPr lang="zh-CN" altLang="zh-CN" b="1" dirty="0">
                <a:latin typeface="Times New Roman" pitchFamily="18" charset="0"/>
              </a:rPr>
              <a:t>↙</a:t>
            </a:r>
            <a:r>
              <a:rPr lang="zh-CN" altLang="zh-CN" b="1" dirty="0">
                <a:sym typeface="Wingdings 3" pitchFamily="18" charset="2"/>
              </a:rPr>
              <a:t>      </a:t>
            </a:r>
            <a:r>
              <a:rPr lang="zh-CN" altLang="en-US" b="1" dirty="0">
                <a:sym typeface="Wingdings 2" pitchFamily="18" charset="2"/>
              </a:rPr>
              <a:t>则 </a:t>
            </a:r>
            <a:r>
              <a:rPr lang="zh-CN" altLang="zh-CN" b="1" dirty="0">
                <a:sym typeface="Wingdings 2" pitchFamily="18" charset="2"/>
              </a:rPr>
              <a:t>a=A</a:t>
            </a:r>
            <a:r>
              <a:rPr lang="zh-CN" altLang="en-US" b="1" dirty="0">
                <a:sym typeface="Wingdings 2" pitchFamily="18" charset="2"/>
              </a:rPr>
              <a:t>，</a:t>
            </a:r>
            <a:r>
              <a:rPr lang="zh-CN" altLang="zh-CN" b="1" dirty="0">
                <a:sym typeface="Wingdings 2" pitchFamily="18" charset="2"/>
              </a:rPr>
              <a:t>b=B</a:t>
            </a:r>
            <a:r>
              <a:rPr lang="zh-CN" altLang="en-US" b="1" dirty="0">
                <a:sym typeface="Wingdings 2" pitchFamily="18" charset="2"/>
              </a:rPr>
              <a:t>，</a:t>
            </a:r>
            <a:r>
              <a:rPr lang="zh-CN" altLang="zh-CN" b="1" dirty="0">
                <a:sym typeface="Wingdings 2" pitchFamily="18" charset="2"/>
              </a:rPr>
              <a:t>c=C</a:t>
            </a:r>
          </a:p>
          <a:p>
            <a:pPr>
              <a:lnSpc>
                <a:spcPct val="110000"/>
              </a:lnSpc>
              <a:spcBef>
                <a:spcPct val="30000"/>
              </a:spcBef>
              <a:buFont typeface="Wingdings" pitchFamily="2" charset="2"/>
              <a:buNone/>
            </a:pPr>
            <a:r>
              <a:rPr lang="zh-CN" altLang="zh-CN" b="1" dirty="0">
                <a:sym typeface="Wingdings 2" pitchFamily="18" charset="2"/>
              </a:rPr>
              <a:t>    </a:t>
            </a:r>
            <a:r>
              <a:rPr lang="zh-CN" altLang="en-US" b="1" dirty="0">
                <a:sym typeface="Wingdings 2" pitchFamily="18" charset="2"/>
              </a:rPr>
              <a:t>若键入    </a:t>
            </a:r>
            <a:r>
              <a:rPr lang="zh-CN" altLang="zh-CN" b="1" dirty="0">
                <a:solidFill>
                  <a:srgbClr val="002BB4"/>
                </a:solidFill>
                <a:sym typeface="Wingdings 2" pitchFamily="18" charset="2"/>
              </a:rPr>
              <a:t>A</a:t>
            </a:r>
            <a:r>
              <a:rPr lang="zh-CN" altLang="zh-CN" b="1" baseline="-25000" dirty="0"/>
              <a:t>︺</a:t>
            </a:r>
            <a:r>
              <a:rPr lang="zh-CN" altLang="zh-CN" b="1" dirty="0">
                <a:solidFill>
                  <a:srgbClr val="002BB4"/>
                </a:solidFill>
                <a:sym typeface="Wingdings 2" pitchFamily="18" charset="2"/>
              </a:rPr>
              <a:t>B</a:t>
            </a:r>
            <a:r>
              <a:rPr lang="zh-CN" altLang="zh-CN" b="1" baseline="-25000" dirty="0"/>
              <a:t>︺</a:t>
            </a:r>
            <a:r>
              <a:rPr lang="zh-CN" altLang="zh-CN" b="1" dirty="0">
                <a:solidFill>
                  <a:srgbClr val="002BB4"/>
                </a:solidFill>
                <a:sym typeface="Wingdings 2" pitchFamily="18" charset="2"/>
              </a:rPr>
              <a:t>C</a:t>
            </a:r>
            <a:r>
              <a:rPr lang="zh-CN" altLang="zh-CN" b="1" dirty="0">
                <a:sym typeface="Wingdings 2" pitchFamily="18" charset="2"/>
              </a:rPr>
              <a:t> </a:t>
            </a:r>
            <a:r>
              <a:rPr lang="zh-CN" altLang="zh-CN" b="1" dirty="0">
                <a:latin typeface="Times New Roman" pitchFamily="18" charset="0"/>
              </a:rPr>
              <a:t>↙</a:t>
            </a:r>
            <a:r>
              <a:rPr lang="zh-CN" altLang="zh-CN" b="1" dirty="0">
                <a:sym typeface="Wingdings 2" pitchFamily="18" charset="2"/>
              </a:rPr>
              <a:t> </a:t>
            </a:r>
            <a:r>
              <a:rPr lang="zh-CN" altLang="en-US" b="1" dirty="0">
                <a:sym typeface="Wingdings 2" pitchFamily="18" charset="2"/>
              </a:rPr>
              <a:t>则 </a:t>
            </a:r>
            <a:r>
              <a:rPr lang="zh-CN" altLang="zh-CN" b="1" dirty="0">
                <a:sym typeface="Wingdings 2" pitchFamily="18" charset="2"/>
              </a:rPr>
              <a:t>a=A</a:t>
            </a:r>
            <a:r>
              <a:rPr lang="zh-CN" altLang="zh-CN" b="1" dirty="0">
                <a:latin typeface="Times New Roman" pitchFamily="18" charset="0"/>
                <a:sym typeface="Wingdings 2" pitchFamily="18" charset="2"/>
              </a:rPr>
              <a:t>,    </a:t>
            </a:r>
            <a:r>
              <a:rPr lang="zh-CN" altLang="zh-CN" b="1" dirty="0">
                <a:sym typeface="Wingdings 2" pitchFamily="18" charset="2"/>
              </a:rPr>
              <a:t>b=</a:t>
            </a:r>
            <a:r>
              <a:rPr lang="zh-CN" altLang="zh-CN" b="1" baseline="-25000" dirty="0"/>
              <a:t>︺</a:t>
            </a:r>
            <a:r>
              <a:rPr lang="zh-CN" altLang="en-US" b="1" dirty="0">
                <a:sym typeface="Wingdings 2" pitchFamily="18" charset="2"/>
              </a:rPr>
              <a:t>，</a:t>
            </a:r>
            <a:r>
              <a:rPr lang="zh-CN" altLang="zh-CN" b="1" dirty="0">
                <a:sym typeface="Wingdings 2" pitchFamily="18" charset="2"/>
              </a:rPr>
              <a:t>c=B</a:t>
            </a:r>
          </a:p>
          <a:p>
            <a:pPr>
              <a:lnSpc>
                <a:spcPct val="110000"/>
              </a:lnSpc>
              <a:spcBef>
                <a:spcPct val="30000"/>
              </a:spcBef>
              <a:buFont typeface="Wingdings" pitchFamily="2" charset="2"/>
              <a:buNone/>
            </a:pPr>
            <a:r>
              <a:rPr lang="zh-CN" altLang="zh-CN" b="1" dirty="0">
                <a:sym typeface="Wingdings 2" pitchFamily="18" charset="2"/>
              </a:rPr>
              <a:t>    </a:t>
            </a:r>
            <a:r>
              <a:rPr lang="zh-CN" altLang="en-US" b="1" dirty="0">
                <a:sym typeface="Wingdings 2" pitchFamily="18" charset="2"/>
              </a:rPr>
              <a:t>若键入    </a:t>
            </a:r>
            <a:r>
              <a:rPr lang="zh-CN" altLang="zh-CN" b="1" dirty="0">
                <a:solidFill>
                  <a:srgbClr val="002BB4"/>
                </a:solidFill>
                <a:sym typeface="Wingdings 2" pitchFamily="18" charset="2"/>
              </a:rPr>
              <a:t>A</a:t>
            </a:r>
            <a:r>
              <a:rPr lang="zh-CN" altLang="zh-CN" b="1" dirty="0">
                <a:solidFill>
                  <a:srgbClr val="002BB4"/>
                </a:solidFill>
                <a:latin typeface="Times New Roman" pitchFamily="18" charset="0"/>
              </a:rPr>
              <a:t>↙</a:t>
            </a:r>
            <a:r>
              <a:rPr lang="zh-CN" altLang="zh-CN" b="1" dirty="0">
                <a:solidFill>
                  <a:srgbClr val="002BB4"/>
                </a:solidFill>
                <a:sym typeface="Wingdings 2" pitchFamily="18" charset="2"/>
              </a:rPr>
              <a:t>B</a:t>
            </a:r>
            <a:r>
              <a:rPr lang="zh-CN" altLang="zh-CN" b="1" dirty="0">
                <a:latin typeface="Times New Roman" pitchFamily="18" charset="0"/>
              </a:rPr>
              <a:t>↙</a:t>
            </a:r>
            <a:r>
              <a:rPr lang="zh-CN" altLang="zh-CN" b="1" dirty="0">
                <a:sym typeface="Symbol" pitchFamily="18" charset="2"/>
              </a:rPr>
              <a:t>      </a:t>
            </a:r>
            <a:r>
              <a:rPr lang="zh-CN" altLang="en-US" b="1" dirty="0">
                <a:sym typeface="Wingdings 2" pitchFamily="18" charset="2"/>
              </a:rPr>
              <a:t>结果为</a:t>
            </a:r>
            <a:r>
              <a:rPr lang="zh-CN" altLang="zh-CN" b="1" dirty="0">
                <a:latin typeface="Times New Roman" pitchFamily="18" charset="0"/>
                <a:sym typeface="Wingdings 2" pitchFamily="18" charset="2"/>
              </a:rPr>
              <a:t>:</a:t>
            </a:r>
            <a:r>
              <a:rPr lang="zh-CN" altLang="zh-CN" b="1" dirty="0">
                <a:sym typeface="Wingdings 2" pitchFamily="18" charset="2"/>
              </a:rPr>
              <a:t>  a=A</a:t>
            </a:r>
            <a:r>
              <a:rPr lang="zh-CN" altLang="zh-CN" b="1" dirty="0">
                <a:latin typeface="Times New Roman" pitchFamily="18" charset="0"/>
                <a:sym typeface="Wingdings 2" pitchFamily="18" charset="2"/>
              </a:rPr>
              <a:t>,</a:t>
            </a:r>
            <a:r>
              <a:rPr lang="zh-CN" altLang="zh-CN" b="1" dirty="0">
                <a:sym typeface="Wingdings 2" pitchFamily="18" charset="2"/>
              </a:rPr>
              <a:t>   b=</a:t>
            </a:r>
            <a:r>
              <a:rPr lang="zh-CN" altLang="zh-CN" b="1" dirty="0">
                <a:latin typeface="Times New Roman" pitchFamily="18" charset="0"/>
              </a:rPr>
              <a:t>↙</a:t>
            </a:r>
            <a:r>
              <a:rPr lang="zh-CN" altLang="zh-CN" b="1" dirty="0">
                <a:latin typeface="Times New Roman" pitchFamily="18" charset="0"/>
                <a:sym typeface="Wingdings 2" pitchFamily="18" charset="2"/>
              </a:rPr>
              <a:t>, </a:t>
            </a:r>
            <a:r>
              <a:rPr lang="zh-CN" altLang="zh-CN" b="1" dirty="0">
                <a:sym typeface="Wingdings 2" pitchFamily="18" charset="2"/>
              </a:rPr>
              <a:t>c=B</a:t>
            </a:r>
          </a:p>
          <a:p>
            <a:pPr>
              <a:buFont typeface="Wingdings" pitchFamily="2" charset="2"/>
              <a:buNone/>
            </a:pPr>
            <a:endParaRPr lang="zh-CN" altLang="zh-CN" b="1" dirty="0"/>
          </a:p>
        </p:txBody>
      </p:sp>
    </p:spTree>
    <p:extLst>
      <p:ext uri="{BB962C8B-B14F-4D97-AF65-F5344CB8AC3E}">
        <p14:creationId xmlns:p14="http://schemas.microsoft.com/office/powerpoint/2010/main" val="24259044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ChangeArrowheads="1"/>
          </p:cNvSpPr>
          <p:nvPr>
            <p:ph type="title"/>
          </p:nvPr>
        </p:nvSpPr>
        <p:spPr>
          <a:xfrm>
            <a:off x="2351088" y="-12700"/>
            <a:ext cx="6705600" cy="808038"/>
          </a:xfrm>
        </p:spPr>
        <p:txBody>
          <a:bodyPr/>
          <a:lstStyle/>
          <a:p>
            <a:r>
              <a:rPr lang="zh-CN" altLang="en-US" sz="3600">
                <a:latin typeface="Courier New" pitchFamily="49" charset="0"/>
              </a:rPr>
              <a:t>注意：</a:t>
            </a:r>
          </a:p>
        </p:txBody>
      </p:sp>
      <p:sp>
        <p:nvSpPr>
          <p:cNvPr id="2" name="内容占位符 1">
            <a:extLst>
              <a:ext uri="{FF2B5EF4-FFF2-40B4-BE49-F238E27FC236}">
                <a16:creationId xmlns:a16="http://schemas.microsoft.com/office/drawing/2014/main" id="{3FBC4588-1B59-402B-9960-E9D099F855C0}"/>
              </a:ext>
            </a:extLst>
          </p:cNvPr>
          <p:cNvSpPr>
            <a:spLocks noGrp="1"/>
          </p:cNvSpPr>
          <p:nvPr>
            <p:ph idx="1"/>
          </p:nvPr>
        </p:nvSpPr>
        <p:spPr/>
        <p:txBody>
          <a:bodyPr/>
          <a:lstStyle/>
          <a:p>
            <a:pPr marL="0" indent="0" fontAlgn="base">
              <a:spcBef>
                <a:spcPct val="0"/>
              </a:spcBef>
              <a:spcAft>
                <a:spcPct val="0"/>
              </a:spcAft>
              <a:buNone/>
            </a:pPr>
            <a:r>
              <a:rPr lang="zh-CN" altLang="zh-CN" sz="3600" b="1">
                <a:solidFill>
                  <a:srgbClr val="000000"/>
                </a:solidFill>
                <a:sym typeface="Wingdings 2" pitchFamily="18" charset="2"/>
              </a:rPr>
              <a:t>6) </a:t>
            </a:r>
            <a:r>
              <a:rPr lang="en-US" altLang="zh-CN" sz="3600" b="1">
                <a:solidFill>
                  <a:srgbClr val="FF0000"/>
                </a:solidFill>
                <a:effectLst>
                  <a:outerShdw blurRad="38100" dist="38100" dir="2700000" algn="tl">
                    <a:srgbClr val="000000">
                      <a:alpha val="43137"/>
                    </a:srgbClr>
                  </a:outerShdw>
                </a:effectLst>
                <a:sym typeface="Wingdings 2" pitchFamily="18" charset="2"/>
              </a:rPr>
              <a:t>%d,%f,%s</a:t>
            </a:r>
            <a:r>
              <a:rPr lang="zh-CN" altLang="en-US" sz="3600" b="1">
                <a:solidFill>
                  <a:srgbClr val="000000"/>
                </a:solidFill>
                <a:sym typeface="Wingdings 2" pitchFamily="18" charset="2"/>
              </a:rPr>
              <a:t>等在读入数字时</a:t>
            </a:r>
            <a:r>
              <a:rPr lang="en-US" altLang="zh-CN" sz="3600" b="1">
                <a:solidFill>
                  <a:srgbClr val="000000"/>
                </a:solidFill>
                <a:sym typeface="Wingdings 2" pitchFamily="18" charset="2"/>
              </a:rPr>
              <a:t>,</a:t>
            </a:r>
            <a:r>
              <a:rPr lang="zh-CN" altLang="en-US" sz="3600" b="1">
                <a:solidFill>
                  <a:srgbClr val="000000"/>
                </a:solidFill>
                <a:sym typeface="Wingdings 2" pitchFamily="18" charset="2"/>
              </a:rPr>
              <a:t>前导的空白字符被跳过</a:t>
            </a:r>
            <a:endParaRPr lang="en-US" altLang="zh-CN" sz="3600" b="1">
              <a:solidFill>
                <a:srgbClr val="000000"/>
              </a:solidFill>
              <a:sym typeface="Wingdings 2" pitchFamily="18" charset="2"/>
            </a:endParaRPr>
          </a:p>
          <a:p>
            <a:pPr marL="0" indent="0" fontAlgn="base">
              <a:spcBef>
                <a:spcPct val="0"/>
              </a:spcBef>
              <a:spcAft>
                <a:spcPct val="0"/>
              </a:spcAft>
              <a:buNone/>
            </a:pPr>
            <a:endParaRPr lang="en-US" altLang="zh-CN" sz="3600" b="1">
              <a:solidFill>
                <a:srgbClr val="000000"/>
              </a:solidFill>
              <a:sym typeface="Wingdings 2" pitchFamily="18" charset="2"/>
            </a:endParaRPr>
          </a:p>
          <a:p>
            <a:pPr marL="0" indent="0" fontAlgn="base">
              <a:spcBef>
                <a:spcPct val="0"/>
              </a:spcBef>
              <a:spcAft>
                <a:spcPct val="0"/>
              </a:spcAft>
              <a:buNone/>
            </a:pPr>
            <a:r>
              <a:rPr lang="en-US" altLang="zh-CN" sz="3600" b="1">
                <a:solidFill>
                  <a:srgbClr val="000000"/>
                </a:solidFill>
                <a:latin typeface="黑体" pitchFamily="49" charset="-122"/>
                <a:ea typeface="黑体" pitchFamily="49" charset="-122"/>
                <a:sym typeface="Wingdings 2" pitchFamily="18" charset="2"/>
              </a:rPr>
              <a:t> </a:t>
            </a:r>
            <a:r>
              <a:rPr lang="en-US" altLang="zh-CN" sz="3600" b="1">
                <a:solidFill>
                  <a:srgbClr val="FF0000"/>
                </a:solidFill>
                <a:effectLst>
                  <a:outerShdw blurRad="38100" dist="38100" dir="2700000" algn="tl">
                    <a:srgbClr val="000000">
                      <a:alpha val="43137"/>
                    </a:srgbClr>
                  </a:outerShdw>
                </a:effectLst>
                <a:sym typeface="Wingdings 2" pitchFamily="18" charset="2"/>
              </a:rPr>
              <a:t>%d,%f</a:t>
            </a:r>
            <a:r>
              <a:rPr lang="zh-CN" altLang="en-US" sz="3600" b="1">
                <a:solidFill>
                  <a:srgbClr val="FF0000"/>
                </a:solidFill>
                <a:effectLst>
                  <a:outerShdw blurRad="38100" dist="38100" dir="2700000" algn="tl">
                    <a:srgbClr val="000000">
                      <a:alpha val="43137"/>
                    </a:srgbClr>
                  </a:outerShdw>
                </a:effectLst>
                <a:sym typeface="Wingdings 2" pitchFamily="18" charset="2"/>
              </a:rPr>
              <a:t>等输入数字的格式说明符</a:t>
            </a:r>
            <a:endParaRPr lang="en-US" altLang="zh-CN" sz="3600" b="1">
              <a:solidFill>
                <a:srgbClr val="FF0000"/>
              </a:solidFill>
              <a:effectLst>
                <a:outerShdw blurRad="38100" dist="38100" dir="2700000" algn="tl">
                  <a:srgbClr val="000000">
                    <a:alpha val="43137"/>
                  </a:srgbClr>
                </a:outerShdw>
              </a:effectLst>
              <a:sym typeface="Wingdings 2" pitchFamily="18" charset="2"/>
            </a:endParaRPr>
          </a:p>
          <a:p>
            <a:pPr marL="0" indent="0" fontAlgn="base">
              <a:spcBef>
                <a:spcPct val="0"/>
              </a:spcBef>
              <a:spcAft>
                <a:spcPct val="0"/>
              </a:spcAft>
              <a:buNone/>
            </a:pPr>
            <a:r>
              <a:rPr lang="zh-CN" altLang="en-US" sz="3600" b="1">
                <a:solidFill>
                  <a:srgbClr val="000000"/>
                </a:solidFill>
                <a:latin typeface="黑体" pitchFamily="49" charset="-122"/>
                <a:ea typeface="黑体" pitchFamily="49" charset="-122"/>
                <a:sym typeface="Wingdings 2" pitchFamily="18" charset="2"/>
              </a:rPr>
              <a:t>在下列情况下可认为数据输入结束</a:t>
            </a:r>
            <a:r>
              <a:rPr lang="zh-CN" altLang="zh-CN" sz="3600" b="1">
                <a:solidFill>
                  <a:srgbClr val="000000"/>
                </a:solidFill>
                <a:ea typeface="黑体" pitchFamily="49" charset="-122"/>
                <a:sym typeface="Wingdings 2" pitchFamily="18" charset="2"/>
              </a:rPr>
              <a:t>:</a:t>
            </a:r>
          </a:p>
          <a:p>
            <a:pPr marL="2046288" lvl="4" indent="-342900" fontAlgn="base">
              <a:lnSpc>
                <a:spcPct val="125000"/>
              </a:lnSpc>
              <a:spcBef>
                <a:spcPct val="0"/>
              </a:spcBef>
              <a:spcAft>
                <a:spcPct val="0"/>
              </a:spcAft>
              <a:buClr>
                <a:srgbClr val="008000"/>
              </a:buClr>
              <a:buSzPct val="85000"/>
              <a:buFont typeface="Wingdings" panose="05000000000000000000" pitchFamily="2" charset="2"/>
              <a:buChar char="Ø"/>
            </a:pPr>
            <a:r>
              <a:rPr lang="zh-CN" altLang="zh-CN" sz="2400" b="1">
                <a:solidFill>
                  <a:srgbClr val="000000"/>
                </a:solidFill>
                <a:latin typeface="黑体" pitchFamily="49" charset="-122"/>
                <a:ea typeface="黑体" pitchFamily="49" charset="-122"/>
                <a:sym typeface="Wingdings 2" pitchFamily="18" charset="2"/>
              </a:rPr>
              <a:t>  </a:t>
            </a:r>
            <a:r>
              <a:rPr lang="zh-CN" altLang="en-US" sz="3200" b="1">
                <a:solidFill>
                  <a:srgbClr val="FF0000"/>
                </a:solidFill>
                <a:effectLst>
                  <a:outerShdw blurRad="38100" dist="38100" dir="2700000" algn="tl">
                    <a:srgbClr val="000000">
                      <a:alpha val="43137"/>
                    </a:srgbClr>
                  </a:outerShdw>
                </a:effectLst>
                <a:latin typeface="黑体" pitchFamily="49" charset="-122"/>
                <a:ea typeface="黑体" pitchFamily="49" charset="-122"/>
                <a:sym typeface="Wingdings 2" pitchFamily="18" charset="2"/>
              </a:rPr>
              <a:t>遇空格、回车、 </a:t>
            </a:r>
            <a:r>
              <a:rPr lang="zh-CN" altLang="zh-CN" sz="3200" b="1">
                <a:solidFill>
                  <a:srgbClr val="FF0000"/>
                </a:solidFill>
                <a:effectLst>
                  <a:outerShdw blurRad="38100" dist="38100" dir="2700000" algn="tl">
                    <a:srgbClr val="000000">
                      <a:alpha val="43137"/>
                    </a:srgbClr>
                  </a:outerShdw>
                </a:effectLst>
                <a:latin typeface="Arial" pitchFamily="34" charset="0"/>
                <a:ea typeface="黑体" pitchFamily="49" charset="-122"/>
                <a:sym typeface="Wingdings 2" pitchFamily="18" charset="2"/>
              </a:rPr>
              <a:t>Tab</a:t>
            </a:r>
            <a:r>
              <a:rPr lang="zh-CN" altLang="en-US" sz="3200" b="1">
                <a:solidFill>
                  <a:srgbClr val="FF0000"/>
                </a:solidFill>
                <a:effectLst>
                  <a:outerShdw blurRad="38100" dist="38100" dir="2700000" algn="tl">
                    <a:srgbClr val="000000">
                      <a:alpha val="43137"/>
                    </a:srgbClr>
                  </a:outerShdw>
                </a:effectLst>
                <a:latin typeface="黑体" pitchFamily="49" charset="-122"/>
                <a:ea typeface="黑体" pitchFamily="49" charset="-122"/>
                <a:sym typeface="Wingdings 2" pitchFamily="18" charset="2"/>
              </a:rPr>
              <a:t>键</a:t>
            </a:r>
            <a:r>
              <a:rPr lang="zh-CN" altLang="zh-CN" sz="3200" b="1">
                <a:solidFill>
                  <a:srgbClr val="FF0000"/>
                </a:solidFill>
                <a:effectLst>
                  <a:outerShdw blurRad="38100" dist="38100" dir="2700000" algn="tl">
                    <a:srgbClr val="000000">
                      <a:alpha val="43137"/>
                    </a:srgbClr>
                  </a:outerShdw>
                </a:effectLst>
                <a:ea typeface="黑体" pitchFamily="49" charset="-122"/>
                <a:sym typeface="Wingdings 2" pitchFamily="18" charset="2"/>
              </a:rPr>
              <a:t>;</a:t>
            </a:r>
          </a:p>
          <a:p>
            <a:pPr marL="2160588" lvl="4" indent="-457200" fontAlgn="base">
              <a:lnSpc>
                <a:spcPct val="125000"/>
              </a:lnSpc>
              <a:spcBef>
                <a:spcPct val="0"/>
              </a:spcBef>
              <a:spcAft>
                <a:spcPct val="0"/>
              </a:spcAft>
              <a:buClr>
                <a:srgbClr val="008000"/>
              </a:buClr>
              <a:buSzPct val="85000"/>
              <a:buFont typeface="Wingdings" panose="05000000000000000000" pitchFamily="2" charset="2"/>
              <a:buChar char="Ø"/>
            </a:pPr>
            <a:r>
              <a:rPr lang="zh-CN" altLang="zh-CN" sz="3200" b="1">
                <a:solidFill>
                  <a:srgbClr val="FF0000"/>
                </a:solidFill>
                <a:effectLst>
                  <a:outerShdw blurRad="38100" dist="38100" dir="2700000" algn="tl">
                    <a:srgbClr val="000000">
                      <a:alpha val="43137"/>
                    </a:srgbClr>
                  </a:outerShdw>
                </a:effectLst>
                <a:latin typeface="黑体" pitchFamily="49" charset="-122"/>
                <a:ea typeface="黑体" pitchFamily="49" charset="-122"/>
                <a:sym typeface="Wingdings 2" pitchFamily="18" charset="2"/>
              </a:rPr>
              <a:t> </a:t>
            </a:r>
            <a:r>
              <a:rPr lang="zh-CN" altLang="en-US" sz="3200" b="1">
                <a:solidFill>
                  <a:srgbClr val="FF0000"/>
                </a:solidFill>
                <a:effectLst>
                  <a:outerShdw blurRad="38100" dist="38100" dir="2700000" algn="tl">
                    <a:srgbClr val="000000">
                      <a:alpha val="43137"/>
                    </a:srgbClr>
                  </a:outerShdw>
                </a:effectLst>
                <a:latin typeface="黑体" pitchFamily="49" charset="-122"/>
                <a:ea typeface="黑体" pitchFamily="49" charset="-122"/>
                <a:sym typeface="Wingdings 2" pitchFamily="18" charset="2"/>
              </a:rPr>
              <a:t>遇宽度结束</a:t>
            </a:r>
            <a:r>
              <a:rPr lang="zh-CN" altLang="zh-CN" sz="3200" b="1">
                <a:solidFill>
                  <a:srgbClr val="FF0000"/>
                </a:solidFill>
                <a:effectLst>
                  <a:outerShdw blurRad="38100" dist="38100" dir="2700000" algn="tl">
                    <a:srgbClr val="000000">
                      <a:alpha val="43137"/>
                    </a:srgbClr>
                  </a:outerShdw>
                </a:effectLst>
                <a:ea typeface="黑体" pitchFamily="49" charset="-122"/>
                <a:sym typeface="Wingdings 2" pitchFamily="18" charset="2"/>
              </a:rPr>
              <a:t>;</a:t>
            </a:r>
          </a:p>
          <a:p>
            <a:pPr marL="2160588" lvl="4" indent="-457200" fontAlgn="base">
              <a:lnSpc>
                <a:spcPct val="125000"/>
              </a:lnSpc>
              <a:spcBef>
                <a:spcPct val="0"/>
              </a:spcBef>
              <a:spcAft>
                <a:spcPct val="0"/>
              </a:spcAft>
              <a:buClr>
                <a:srgbClr val="008000"/>
              </a:buClr>
              <a:buSzPct val="85000"/>
              <a:buFont typeface="Wingdings" panose="05000000000000000000" pitchFamily="2" charset="2"/>
              <a:buChar char="Ø"/>
            </a:pPr>
            <a:r>
              <a:rPr lang="zh-CN" altLang="zh-CN" sz="3200" b="1">
                <a:solidFill>
                  <a:srgbClr val="FF0000"/>
                </a:solidFill>
                <a:effectLst>
                  <a:outerShdw blurRad="38100" dist="38100" dir="2700000" algn="tl">
                    <a:srgbClr val="000000">
                      <a:alpha val="43137"/>
                    </a:srgbClr>
                  </a:outerShdw>
                </a:effectLst>
                <a:latin typeface="黑体" pitchFamily="49" charset="-122"/>
                <a:ea typeface="黑体" pitchFamily="49" charset="-122"/>
                <a:sym typeface="Wingdings 2" pitchFamily="18" charset="2"/>
              </a:rPr>
              <a:t> </a:t>
            </a:r>
            <a:r>
              <a:rPr lang="zh-CN" altLang="en-US" sz="3200" b="1">
                <a:solidFill>
                  <a:srgbClr val="FF0000"/>
                </a:solidFill>
                <a:effectLst>
                  <a:outerShdw blurRad="38100" dist="38100" dir="2700000" algn="tl">
                    <a:srgbClr val="000000">
                      <a:alpha val="43137"/>
                    </a:srgbClr>
                  </a:outerShdw>
                </a:effectLst>
                <a:latin typeface="黑体" pitchFamily="49" charset="-122"/>
                <a:ea typeface="黑体" pitchFamily="49" charset="-122"/>
                <a:sym typeface="Wingdings 2" pitchFamily="18" charset="2"/>
              </a:rPr>
              <a:t>非数值字符（比如</a:t>
            </a:r>
            <a:r>
              <a:rPr lang="en-US" altLang="zh-CN" sz="3200" b="1">
                <a:solidFill>
                  <a:srgbClr val="FF0000"/>
                </a:solidFill>
                <a:effectLst>
                  <a:outerShdw blurRad="38100" dist="38100" dir="2700000" algn="tl">
                    <a:srgbClr val="000000">
                      <a:alpha val="43137"/>
                    </a:srgbClr>
                  </a:outerShdw>
                </a:effectLst>
                <a:latin typeface="黑体" pitchFamily="49" charset="-122"/>
                <a:ea typeface="黑体" pitchFamily="49" charset="-122"/>
                <a:sym typeface="Wingdings 2" pitchFamily="18" charset="2"/>
              </a:rPr>
              <a:t>h,X</a:t>
            </a:r>
            <a:r>
              <a:rPr lang="zh-CN" altLang="en-US" sz="3200" b="1">
                <a:solidFill>
                  <a:srgbClr val="FF0000"/>
                </a:solidFill>
                <a:effectLst>
                  <a:outerShdw blurRad="38100" dist="38100" dir="2700000" algn="tl">
                    <a:srgbClr val="000000">
                      <a:alpha val="43137"/>
                    </a:srgbClr>
                  </a:outerShdw>
                </a:effectLst>
                <a:latin typeface="黑体" pitchFamily="49" charset="-122"/>
                <a:ea typeface="黑体" pitchFamily="49" charset="-122"/>
                <a:sym typeface="Wingdings 2" pitchFamily="18" charset="2"/>
              </a:rPr>
              <a:t>等）</a:t>
            </a:r>
          </a:p>
          <a:p>
            <a:endParaRPr lang="zh-CN" altLang="en-US" sz="3600"/>
          </a:p>
        </p:txBody>
      </p:sp>
    </p:spTree>
    <p:extLst>
      <p:ext uri="{BB962C8B-B14F-4D97-AF65-F5344CB8AC3E}">
        <p14:creationId xmlns:p14="http://schemas.microsoft.com/office/powerpoint/2010/main" val="15077015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ChangeArrowheads="1"/>
          </p:cNvSpPr>
          <p:nvPr>
            <p:ph type="title"/>
          </p:nvPr>
        </p:nvSpPr>
        <p:spPr>
          <a:xfrm>
            <a:off x="2351088" y="-12700"/>
            <a:ext cx="6705600" cy="808038"/>
          </a:xfrm>
        </p:spPr>
        <p:txBody>
          <a:bodyPr/>
          <a:lstStyle/>
          <a:p>
            <a:r>
              <a:rPr lang="zh-CN" altLang="en-US" sz="3600">
                <a:latin typeface="Courier New" pitchFamily="49" charset="0"/>
              </a:rPr>
              <a:t>注意：</a:t>
            </a:r>
          </a:p>
        </p:txBody>
      </p:sp>
      <p:sp>
        <p:nvSpPr>
          <p:cNvPr id="196611" name="Rectangle 3"/>
          <p:cNvSpPr>
            <a:spLocks noGrp="1" noChangeArrowheads="1"/>
          </p:cNvSpPr>
          <p:nvPr>
            <p:ph type="body" idx="1"/>
          </p:nvPr>
        </p:nvSpPr>
        <p:spPr>
          <a:xfrm>
            <a:off x="2070100" y="1196975"/>
            <a:ext cx="8202364" cy="1439937"/>
          </a:xfrm>
        </p:spPr>
        <p:txBody>
          <a:bodyPr/>
          <a:lstStyle/>
          <a:p>
            <a:pPr>
              <a:lnSpc>
                <a:spcPct val="110000"/>
              </a:lnSpc>
              <a:buFont typeface="Wingdings" pitchFamily="2" charset="2"/>
              <a:buNone/>
            </a:pPr>
            <a:r>
              <a:rPr lang="en-US" altLang="zh-CN" sz="2400" b="1" dirty="0">
                <a:latin typeface="Times New Roman" pitchFamily="18" charset="0"/>
                <a:sym typeface="Monotype Sorts" pitchFamily="2" charset="2"/>
              </a:rPr>
              <a:t>7</a:t>
            </a:r>
            <a:r>
              <a:rPr lang="zh-CN" altLang="zh-CN" sz="2400" b="1" dirty="0">
                <a:latin typeface="Times New Roman" pitchFamily="18" charset="0"/>
                <a:sym typeface="Monotype Sorts" pitchFamily="2" charset="2"/>
              </a:rPr>
              <a:t>)</a:t>
            </a:r>
            <a:r>
              <a:rPr lang="en-US" altLang="zh-CN" sz="2400" b="1" dirty="0">
                <a:latin typeface="Times New Roman" pitchFamily="18" charset="0"/>
                <a:sym typeface="Monotype Sorts" pitchFamily="2" charset="2"/>
              </a:rPr>
              <a:t>  </a:t>
            </a:r>
            <a:r>
              <a:rPr lang="en-US" altLang="zh-CN" sz="2400" b="1" dirty="0">
                <a:solidFill>
                  <a:srgbClr val="FF0000"/>
                </a:solidFill>
                <a:effectLst>
                  <a:outerShdw blurRad="38100" dist="38100" dir="2700000" algn="tl">
                    <a:srgbClr val="000000">
                      <a:alpha val="43137"/>
                    </a:srgbClr>
                  </a:outerShdw>
                </a:effectLst>
                <a:latin typeface="Times New Roman" pitchFamily="18" charset="0"/>
                <a:sym typeface="Monotype Sorts" pitchFamily="2" charset="2"/>
              </a:rPr>
              <a:t>double </a:t>
            </a:r>
            <a:r>
              <a:rPr lang="zh-CN" altLang="en-US" sz="2400" b="1" dirty="0">
                <a:solidFill>
                  <a:srgbClr val="FF0000"/>
                </a:solidFill>
                <a:effectLst>
                  <a:outerShdw blurRad="38100" dist="38100" dir="2700000" algn="tl">
                    <a:srgbClr val="000000">
                      <a:alpha val="43137"/>
                    </a:srgbClr>
                  </a:outerShdw>
                </a:effectLst>
                <a:latin typeface="Times New Roman" pitchFamily="18" charset="0"/>
                <a:sym typeface="Monotype Sorts" pitchFamily="2" charset="2"/>
              </a:rPr>
              <a:t>必须用</a:t>
            </a:r>
            <a:r>
              <a:rPr lang="en-US" altLang="zh-CN" sz="2400" b="1" dirty="0">
                <a:solidFill>
                  <a:srgbClr val="FF0000"/>
                </a:solidFill>
                <a:effectLst>
                  <a:outerShdw blurRad="38100" dist="38100" dir="2700000" algn="tl">
                    <a:srgbClr val="000000">
                      <a:alpha val="43137"/>
                    </a:srgbClr>
                  </a:outerShdw>
                </a:effectLst>
                <a:latin typeface="Times New Roman" pitchFamily="18" charset="0"/>
                <a:sym typeface="Monotype Sorts" pitchFamily="2" charset="2"/>
              </a:rPr>
              <a:t>%</a:t>
            </a:r>
            <a:r>
              <a:rPr lang="en-US" altLang="zh-CN" sz="2400" b="1" dirty="0" err="1">
                <a:solidFill>
                  <a:srgbClr val="FF0000"/>
                </a:solidFill>
                <a:effectLst>
                  <a:outerShdw blurRad="38100" dist="38100" dir="2700000" algn="tl">
                    <a:srgbClr val="000000">
                      <a:alpha val="43137"/>
                    </a:srgbClr>
                  </a:outerShdw>
                </a:effectLst>
                <a:latin typeface="Times New Roman" pitchFamily="18" charset="0"/>
                <a:sym typeface="Monotype Sorts" pitchFamily="2" charset="2"/>
              </a:rPr>
              <a:t>lf</a:t>
            </a:r>
            <a:r>
              <a:rPr lang="zh-CN" altLang="en-US" sz="2400" b="1" dirty="0">
                <a:solidFill>
                  <a:srgbClr val="FF0000"/>
                </a:solidFill>
                <a:effectLst>
                  <a:outerShdw blurRad="38100" dist="38100" dir="2700000" algn="tl">
                    <a:srgbClr val="000000">
                      <a:alpha val="43137"/>
                    </a:srgbClr>
                  </a:outerShdw>
                </a:effectLst>
                <a:latin typeface="Times New Roman" pitchFamily="18" charset="0"/>
                <a:sym typeface="Monotype Sorts" pitchFamily="2" charset="2"/>
              </a:rPr>
              <a:t>（或</a:t>
            </a:r>
            <a:r>
              <a:rPr lang="en-US" altLang="zh-CN" sz="2400" b="1" dirty="0">
                <a:solidFill>
                  <a:srgbClr val="FF0000"/>
                </a:solidFill>
                <a:effectLst>
                  <a:outerShdw blurRad="38100" dist="38100" dir="2700000" algn="tl">
                    <a:srgbClr val="000000">
                      <a:alpha val="43137"/>
                    </a:srgbClr>
                  </a:outerShdw>
                </a:effectLst>
                <a:latin typeface="Times New Roman" pitchFamily="18" charset="0"/>
                <a:sym typeface="Monotype Sorts" pitchFamily="2" charset="2"/>
              </a:rPr>
              <a:t>%le)</a:t>
            </a:r>
          </a:p>
          <a:p>
            <a:pPr>
              <a:lnSpc>
                <a:spcPct val="110000"/>
              </a:lnSpc>
              <a:buNone/>
            </a:pPr>
            <a:r>
              <a:rPr lang="en-US" altLang="zh-CN" sz="2400" b="1" dirty="0">
                <a:solidFill>
                  <a:srgbClr val="FF0000"/>
                </a:solidFill>
                <a:effectLst>
                  <a:outerShdw blurRad="38100" dist="38100" dir="2700000" algn="tl">
                    <a:srgbClr val="000000">
                      <a:alpha val="43137"/>
                    </a:srgbClr>
                  </a:outerShdw>
                </a:effectLst>
              </a:rPr>
              <a:t>     float  </a:t>
            </a:r>
            <a:r>
              <a:rPr lang="zh-CN" altLang="en-US" sz="2400" b="1" dirty="0">
                <a:solidFill>
                  <a:srgbClr val="FF0000"/>
                </a:solidFill>
                <a:effectLst>
                  <a:outerShdw blurRad="38100" dist="38100" dir="2700000" algn="tl">
                    <a:srgbClr val="000000">
                      <a:alpha val="43137"/>
                    </a:srgbClr>
                  </a:outerShdw>
                </a:effectLst>
                <a:latin typeface="Times New Roman" pitchFamily="18" charset="0"/>
                <a:sym typeface="Monotype Sorts" pitchFamily="2" charset="2"/>
              </a:rPr>
              <a:t>必须用</a:t>
            </a:r>
            <a:r>
              <a:rPr lang="en-US" altLang="zh-CN" sz="2400" b="1" dirty="0">
                <a:solidFill>
                  <a:srgbClr val="FF0000"/>
                </a:solidFill>
                <a:effectLst>
                  <a:outerShdw blurRad="38100" dist="38100" dir="2700000" algn="tl">
                    <a:srgbClr val="000000">
                      <a:alpha val="43137"/>
                    </a:srgbClr>
                  </a:outerShdw>
                </a:effectLst>
                <a:latin typeface="Times New Roman" pitchFamily="18" charset="0"/>
                <a:sym typeface="Monotype Sorts" pitchFamily="2" charset="2"/>
              </a:rPr>
              <a:t>%f</a:t>
            </a:r>
            <a:r>
              <a:rPr lang="zh-CN" altLang="en-US" sz="2400" b="1" dirty="0">
                <a:solidFill>
                  <a:srgbClr val="FF0000"/>
                </a:solidFill>
                <a:effectLst>
                  <a:outerShdw blurRad="38100" dist="38100" dir="2700000" algn="tl">
                    <a:srgbClr val="000000">
                      <a:alpha val="43137"/>
                    </a:srgbClr>
                  </a:outerShdw>
                </a:effectLst>
                <a:latin typeface="Times New Roman" pitchFamily="18" charset="0"/>
                <a:sym typeface="Monotype Sorts" pitchFamily="2" charset="2"/>
              </a:rPr>
              <a:t>（或</a:t>
            </a:r>
            <a:r>
              <a:rPr lang="en-US" altLang="zh-CN" sz="2400" b="1" dirty="0">
                <a:solidFill>
                  <a:srgbClr val="FF0000"/>
                </a:solidFill>
                <a:effectLst>
                  <a:outerShdw blurRad="38100" dist="38100" dir="2700000" algn="tl">
                    <a:srgbClr val="000000">
                      <a:alpha val="43137"/>
                    </a:srgbClr>
                  </a:outerShdw>
                </a:effectLst>
                <a:latin typeface="Times New Roman" pitchFamily="18" charset="0"/>
                <a:sym typeface="Monotype Sorts" pitchFamily="2" charset="2"/>
              </a:rPr>
              <a:t>%e)</a:t>
            </a:r>
          </a:p>
          <a:p>
            <a:pPr>
              <a:lnSpc>
                <a:spcPct val="110000"/>
              </a:lnSpc>
              <a:buFont typeface="Wingdings" pitchFamily="2" charset="2"/>
              <a:buNone/>
            </a:pPr>
            <a:endParaRPr lang="zh-CN" altLang="zh-CN" sz="2400" b="1" dirty="0"/>
          </a:p>
        </p:txBody>
      </p:sp>
      <p:sp>
        <p:nvSpPr>
          <p:cNvPr id="6" name="文本框 5">
            <a:extLst>
              <a:ext uri="{FF2B5EF4-FFF2-40B4-BE49-F238E27FC236}">
                <a16:creationId xmlns:a16="http://schemas.microsoft.com/office/drawing/2014/main" id="{7D96D72E-DB63-4873-90EF-C8E889B45F9C}"/>
              </a:ext>
            </a:extLst>
          </p:cNvPr>
          <p:cNvSpPr txBox="1"/>
          <p:nvPr/>
        </p:nvSpPr>
        <p:spPr>
          <a:xfrm>
            <a:off x="2070100" y="2636912"/>
            <a:ext cx="6096000" cy="3970318"/>
          </a:xfrm>
          <a:prstGeom prst="rect">
            <a:avLst/>
          </a:prstGeom>
          <a:noFill/>
        </p:spPr>
        <p:txBody>
          <a:bodyPr wrap="square">
            <a:spAutoFit/>
          </a:bodyPr>
          <a:lstStyle/>
          <a:p>
            <a:r>
              <a:rPr lang="zh-CN" altLang="en-US" sz="2800" dirty="0"/>
              <a:t>#include &lt;stdio.h&gt;</a:t>
            </a:r>
          </a:p>
          <a:p>
            <a:r>
              <a:rPr lang="zh-CN" altLang="en-US" sz="2800" dirty="0"/>
              <a:t>main()</a:t>
            </a:r>
          </a:p>
          <a:p>
            <a:r>
              <a:rPr lang="zh-CN" altLang="en-US" sz="2800" dirty="0"/>
              <a:t>{ </a:t>
            </a:r>
          </a:p>
          <a:p>
            <a:r>
              <a:rPr lang="zh-CN" altLang="en-US" sz="2800" dirty="0"/>
              <a:t>	float f;</a:t>
            </a:r>
          </a:p>
          <a:p>
            <a:r>
              <a:rPr lang="zh-CN" altLang="en-US" sz="2800" dirty="0"/>
              <a:t>	double d;</a:t>
            </a:r>
          </a:p>
          <a:p>
            <a:r>
              <a:rPr lang="zh-CN" altLang="en-US" sz="2800" dirty="0"/>
              <a:t>	printf("input:\n");</a:t>
            </a:r>
          </a:p>
          <a:p>
            <a:r>
              <a:rPr lang="zh-CN" altLang="en-US" sz="2800" dirty="0"/>
              <a:t>	scanf</a:t>
            </a:r>
            <a:r>
              <a:rPr lang="zh-CN" altLang="en-US" sz="2800" b="1" dirty="0">
                <a:solidFill>
                  <a:srgbClr val="FF0000"/>
                </a:solidFill>
                <a:effectLst>
                  <a:outerShdw blurRad="38100" dist="38100" dir="2700000" algn="tl">
                    <a:srgbClr val="000000">
                      <a:alpha val="43137"/>
                    </a:srgbClr>
                  </a:outerShdw>
                </a:effectLst>
              </a:rPr>
              <a:t>("%f,%lf</a:t>
            </a:r>
            <a:r>
              <a:rPr lang="zh-CN" altLang="en-US" sz="2800" dirty="0"/>
              <a:t>",&amp;f,&amp;d);</a:t>
            </a:r>
          </a:p>
          <a:p>
            <a:r>
              <a:rPr lang="zh-CN" altLang="en-US" sz="2800" dirty="0"/>
              <a:t>        printf("f=%f,d=%f\n",f,d );</a:t>
            </a:r>
          </a:p>
          <a:p>
            <a:r>
              <a:rPr lang="zh-CN" altLang="en-US" sz="2800" dirty="0"/>
              <a:t>}</a:t>
            </a:r>
          </a:p>
        </p:txBody>
      </p:sp>
    </p:spTree>
    <p:extLst>
      <p:ext uri="{BB962C8B-B14F-4D97-AF65-F5344CB8AC3E}">
        <p14:creationId xmlns:p14="http://schemas.microsoft.com/office/powerpoint/2010/main" val="13811491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custDataLst>
              <p:tags r:id="rId2"/>
            </p:custDataLst>
          </p:nvPr>
        </p:nvSpPr>
        <p:spPr>
          <a:xfrm>
            <a:off x="2438400" y="635001"/>
            <a:ext cx="7315200" cy="2143125"/>
          </a:xfrm>
          <a:prstGeom prst="rect">
            <a:avLst/>
          </a:prstGeom>
          <a:noFill/>
        </p:spPr>
        <p:txBody>
          <a:bodyPr vert="horz" wrap="square" rtlCol="0" anchor="ctr" anchorCtr="0">
            <a:noAutofit/>
          </a:bodyPr>
          <a:lstStyle/>
          <a:p>
            <a:pPr>
              <a:lnSpc>
                <a:spcPct val="110000"/>
              </a:lnSpc>
              <a:buFont typeface="Wingdings" pitchFamily="2" charset="2"/>
              <a:buNone/>
            </a:pPr>
            <a:r>
              <a:rPr lang="zh-CN" altLang="en-US" sz="2400" b="1" dirty="0"/>
              <a:t>已有定义</a:t>
            </a:r>
            <a:r>
              <a:rPr lang="en-US" altLang="zh-CN" sz="2400" b="1" dirty="0"/>
              <a:t>:float f1,f2;</a:t>
            </a:r>
          </a:p>
          <a:p>
            <a:pPr>
              <a:lnSpc>
                <a:spcPct val="110000"/>
              </a:lnSpc>
              <a:buFont typeface="Wingdings" pitchFamily="2" charset="2"/>
              <a:buNone/>
            </a:pPr>
            <a:r>
              <a:rPr lang="zh-CN" altLang="en-US" sz="2400" b="1" dirty="0"/>
              <a:t>程序运行时输入数据为：</a:t>
            </a:r>
            <a:r>
              <a:rPr lang="en-US" altLang="zh-CN" sz="2400" b="1" dirty="0"/>
              <a:t>4.52    3.5 </a:t>
            </a:r>
          </a:p>
          <a:p>
            <a:pPr>
              <a:lnSpc>
                <a:spcPct val="110000"/>
              </a:lnSpc>
              <a:buFont typeface="Wingdings" pitchFamily="2" charset="2"/>
              <a:buNone/>
            </a:pPr>
            <a:r>
              <a:rPr lang="zh-CN" altLang="en-US" sz="2400" b="1" dirty="0"/>
              <a:t>则输入语句正确的为</a:t>
            </a:r>
            <a:r>
              <a:rPr lang="en-US" altLang="zh-CN" sz="2400" b="1" dirty="0"/>
              <a:t>(  )</a:t>
            </a:r>
          </a:p>
        </p:txBody>
      </p:sp>
      <p:sp>
        <p:nvSpPr>
          <p:cNvPr id="6" name="TextBox 5"/>
          <p:cNvSpPr txBox="1"/>
          <p:nvPr>
            <p:custDataLst>
              <p:tags r:id="rId3"/>
            </p:custDataLst>
          </p:nvPr>
        </p:nvSpPr>
        <p:spPr>
          <a:xfrm>
            <a:off x="3352800" y="2786063"/>
            <a:ext cx="6400800" cy="642938"/>
          </a:xfrm>
          <a:prstGeom prst="rect">
            <a:avLst/>
          </a:prstGeom>
          <a:noFill/>
        </p:spPr>
        <p:txBody>
          <a:bodyPr vert="horz" rtlCol="0" anchor="ctr" anchorCtr="0">
            <a:noAutofit/>
          </a:bodyPr>
          <a:lstStyle/>
          <a:p>
            <a:pPr>
              <a:lnSpc>
                <a:spcPct val="110000"/>
              </a:lnSpc>
              <a:buFont typeface="Wingdings" pitchFamily="2" charset="2"/>
              <a:buNone/>
            </a:pPr>
            <a:r>
              <a:rPr lang="en-US" altLang="zh-CN" sz="2800" b="1" dirty="0"/>
              <a:t>scanf("%f,%f",&amp;f1,&amp;f2);</a:t>
            </a:r>
          </a:p>
        </p:txBody>
      </p:sp>
      <p:sp>
        <p:nvSpPr>
          <p:cNvPr id="7" name="TextBox 6"/>
          <p:cNvSpPr txBox="1"/>
          <p:nvPr>
            <p:custDataLst>
              <p:tags r:id="rId4"/>
            </p:custDataLst>
          </p:nvPr>
        </p:nvSpPr>
        <p:spPr>
          <a:xfrm>
            <a:off x="3352800" y="3643313"/>
            <a:ext cx="6400800" cy="642938"/>
          </a:xfrm>
          <a:prstGeom prst="rect">
            <a:avLst/>
          </a:prstGeom>
          <a:noFill/>
        </p:spPr>
        <p:txBody>
          <a:bodyPr vert="horz" rtlCol="0" anchor="ctr" anchorCtr="0">
            <a:noAutofit/>
          </a:bodyPr>
          <a:lstStyle/>
          <a:p>
            <a:pPr>
              <a:lnSpc>
                <a:spcPct val="110000"/>
              </a:lnSpc>
              <a:buFont typeface="Wingdings" pitchFamily="2" charset="2"/>
              <a:buNone/>
            </a:pPr>
            <a:r>
              <a:rPr lang="en-US" altLang="zh-CN" sz="2800" b="1" dirty="0"/>
              <a:t>scanf("%f%f",&amp;f1,&amp;f2);</a:t>
            </a:r>
          </a:p>
        </p:txBody>
      </p:sp>
      <p:sp>
        <p:nvSpPr>
          <p:cNvPr id="8" name="TextBox 7"/>
          <p:cNvSpPr txBox="1"/>
          <p:nvPr>
            <p:custDataLst>
              <p:tags r:id="rId5"/>
            </p:custDataLst>
          </p:nvPr>
        </p:nvSpPr>
        <p:spPr>
          <a:xfrm>
            <a:off x="3352800" y="4500563"/>
            <a:ext cx="6400800" cy="642938"/>
          </a:xfrm>
          <a:prstGeom prst="rect">
            <a:avLst/>
          </a:prstGeom>
          <a:noFill/>
        </p:spPr>
        <p:txBody>
          <a:bodyPr vert="horz" rtlCol="0" anchor="ctr" anchorCtr="0">
            <a:noAutofit/>
          </a:bodyPr>
          <a:lstStyle/>
          <a:p>
            <a:pPr>
              <a:lnSpc>
                <a:spcPct val="110000"/>
              </a:lnSpc>
              <a:buFont typeface="Wingdings" pitchFamily="2" charset="2"/>
              <a:buNone/>
            </a:pPr>
            <a:r>
              <a:rPr lang="en-US" altLang="zh-CN" sz="2800" b="1" dirty="0"/>
              <a:t>scanf("%</a:t>
            </a:r>
            <a:r>
              <a:rPr lang="en-US" altLang="zh-CN" sz="2800" b="1" dirty="0" err="1"/>
              <a:t>f%f</a:t>
            </a:r>
            <a:r>
              <a:rPr lang="en-US" altLang="zh-CN" sz="2800" b="1" dirty="0"/>
              <a:t>\n",&amp;f1,&amp;f2);</a:t>
            </a:r>
          </a:p>
        </p:txBody>
      </p:sp>
      <p:sp>
        <p:nvSpPr>
          <p:cNvPr id="9" name="TextBox 8"/>
          <p:cNvSpPr txBox="1"/>
          <p:nvPr>
            <p:custDataLst>
              <p:tags r:id="rId6"/>
            </p:custDataLst>
          </p:nvPr>
        </p:nvSpPr>
        <p:spPr>
          <a:xfrm>
            <a:off x="3352800" y="5357813"/>
            <a:ext cx="6400800" cy="642938"/>
          </a:xfrm>
          <a:prstGeom prst="rect">
            <a:avLst/>
          </a:prstGeom>
          <a:noFill/>
        </p:spPr>
        <p:txBody>
          <a:bodyPr vert="horz" rtlCol="0" anchor="ctr" anchorCtr="0">
            <a:noAutofit/>
          </a:bodyPr>
          <a:lstStyle/>
          <a:p>
            <a:pPr>
              <a:lnSpc>
                <a:spcPct val="110000"/>
              </a:lnSpc>
              <a:buFont typeface="Wingdings" pitchFamily="2" charset="2"/>
              <a:buNone/>
            </a:pPr>
            <a:r>
              <a:rPr lang="en-US" altLang="zh-CN" sz="2800" b="1" dirty="0"/>
              <a:t>scanf("%3f%f",&amp;f1,&amp;f2);</a:t>
            </a:r>
          </a:p>
        </p:txBody>
      </p:sp>
      <p:sp>
        <p:nvSpPr>
          <p:cNvPr id="10" name="椭圆 9"/>
          <p:cNvSpPr>
            <a:spLocks noChangeAspect="1"/>
          </p:cNvSpPr>
          <p:nvPr>
            <p:custDataLst>
              <p:tags r:id="rId7"/>
            </p:custDataLst>
          </p:nvPr>
        </p:nvSpPr>
        <p:spPr bwMode="auto">
          <a:xfrm>
            <a:off x="2638425" y="2850356"/>
            <a:ext cx="514350" cy="514350"/>
          </a:xfrm>
          <a:prstGeom prst="ellipse">
            <a:avLst/>
          </a:prstGeom>
          <a:solidFill>
            <a:srgbClr val="808080">
              <a:alpha val="50000"/>
            </a:srgbClr>
          </a:solidFill>
          <a:ln w="12700" cap="flat" cmpd="sng" algn="ctr">
            <a:solidFill>
              <a:srgbClr val="000000"/>
            </a:solidFill>
            <a:prstDash val="solid"/>
            <a:round/>
            <a:headEnd type="none" w="med" len="med"/>
            <a:tailEnd type="none" w="med" len="med"/>
          </a:ln>
          <a:effectLst>
            <a:outerShdw dist="107763" dir="2700000" algn="ctr" rotWithShape="0">
              <a:schemeClr val="bg2"/>
            </a:outerShdw>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en-US" altLang="zh-CN" sz="1600">
                <a:solidFill>
                  <a:srgbClr val="FFFFFF"/>
                </a:solidFill>
                <a:latin typeface="Microsoft Yahei"/>
                <a:ea typeface="Microsoft Yahei"/>
                <a:sym typeface="Microsoft Yahei"/>
              </a:rPr>
              <a:t>A</a:t>
            </a:r>
            <a:endParaRPr lang="zh-CN" altLang="en-US" sz="1600">
              <a:solidFill>
                <a:srgbClr val="FFFFFF"/>
              </a:solidFill>
              <a:latin typeface="Microsoft Yahei"/>
              <a:ea typeface="Microsoft Yahei"/>
              <a:sym typeface="Microsoft Yahei"/>
            </a:endParaRPr>
          </a:p>
        </p:txBody>
      </p:sp>
      <p:sp>
        <p:nvSpPr>
          <p:cNvPr id="12" name="椭圆 11"/>
          <p:cNvSpPr>
            <a:spLocks noChangeAspect="1"/>
          </p:cNvSpPr>
          <p:nvPr>
            <p:custDataLst>
              <p:tags r:id="rId8"/>
            </p:custDataLst>
          </p:nvPr>
        </p:nvSpPr>
        <p:spPr bwMode="auto">
          <a:xfrm>
            <a:off x="2638425" y="4564856"/>
            <a:ext cx="514350" cy="514350"/>
          </a:xfrm>
          <a:prstGeom prst="ellipse">
            <a:avLst/>
          </a:prstGeom>
          <a:solidFill>
            <a:srgbClr val="808080">
              <a:alpha val="50000"/>
            </a:srgbClr>
          </a:solidFill>
          <a:ln w="12700" cap="flat" cmpd="sng" algn="ctr">
            <a:solidFill>
              <a:srgbClr val="000000"/>
            </a:solidFill>
            <a:prstDash val="solid"/>
            <a:round/>
            <a:headEnd type="none" w="med" len="med"/>
            <a:tailEnd type="none" w="med" len="med"/>
          </a:ln>
          <a:effectLst>
            <a:outerShdw dist="107763" dir="2700000" algn="ctr" rotWithShape="0">
              <a:schemeClr val="bg2"/>
            </a:outerShdw>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en-US" altLang="zh-CN" sz="1600">
                <a:solidFill>
                  <a:srgbClr val="FFFFFF"/>
                </a:solidFill>
                <a:latin typeface="Microsoft Yahei"/>
                <a:ea typeface="Microsoft Yahei"/>
                <a:sym typeface="Microsoft Yahei"/>
              </a:rPr>
              <a:t>C</a:t>
            </a:r>
            <a:endParaRPr lang="zh-CN" altLang="en-US" sz="1600">
              <a:solidFill>
                <a:srgbClr val="FFFFFF"/>
              </a:solidFill>
              <a:latin typeface="Microsoft Yahei"/>
              <a:ea typeface="Microsoft Yahei"/>
              <a:sym typeface="Microsoft Yahei"/>
            </a:endParaRPr>
          </a:p>
        </p:txBody>
      </p:sp>
      <p:sp>
        <p:nvSpPr>
          <p:cNvPr id="13" name="椭圆 12"/>
          <p:cNvSpPr>
            <a:spLocks noChangeAspect="1"/>
          </p:cNvSpPr>
          <p:nvPr>
            <p:custDataLst>
              <p:tags r:id="rId9"/>
            </p:custDataLst>
          </p:nvPr>
        </p:nvSpPr>
        <p:spPr bwMode="auto">
          <a:xfrm>
            <a:off x="2638425" y="5422106"/>
            <a:ext cx="514350" cy="514350"/>
          </a:xfrm>
          <a:prstGeom prst="ellipse">
            <a:avLst/>
          </a:prstGeom>
          <a:solidFill>
            <a:srgbClr val="808080">
              <a:alpha val="50000"/>
            </a:srgbClr>
          </a:solidFill>
          <a:ln w="12700" cap="flat" cmpd="sng" algn="ctr">
            <a:solidFill>
              <a:srgbClr val="000000"/>
            </a:solidFill>
            <a:prstDash val="solid"/>
            <a:round/>
            <a:headEnd type="none" w="med" len="med"/>
            <a:tailEnd type="none" w="med" len="med"/>
          </a:ln>
          <a:effectLst>
            <a:outerShdw dist="107763" dir="2700000" algn="ctr" rotWithShape="0">
              <a:schemeClr val="bg2"/>
            </a:outerShdw>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en-US" altLang="zh-CN" sz="1600">
                <a:solidFill>
                  <a:srgbClr val="FFFFFF"/>
                </a:solidFill>
                <a:latin typeface="Microsoft Yahei"/>
                <a:ea typeface="Microsoft Yahei"/>
                <a:sym typeface="Microsoft Yahei"/>
              </a:rPr>
              <a:t>D</a:t>
            </a:r>
            <a:endParaRPr lang="zh-CN" altLang="en-US" sz="1600">
              <a:solidFill>
                <a:srgbClr val="FFFFFF"/>
              </a:solidFill>
              <a:latin typeface="Microsoft Yahei"/>
              <a:ea typeface="Microsoft Yahei"/>
              <a:sym typeface="Microsoft Yahei"/>
            </a:endParaRPr>
          </a:p>
        </p:txBody>
      </p:sp>
      <p:sp>
        <p:nvSpPr>
          <p:cNvPr id="14" name="圆角矩形 13"/>
          <p:cNvSpPr/>
          <p:nvPr>
            <p:custDataLst>
              <p:tags r:id="rId10"/>
            </p:custDataLst>
          </p:nvPr>
        </p:nvSpPr>
        <p:spPr bwMode="auto">
          <a:xfrm>
            <a:off x="7696200" y="6215063"/>
            <a:ext cx="1543050" cy="411480"/>
          </a:xfrm>
          <a:prstGeom prst="roundRect">
            <a:avLst/>
          </a:prstGeom>
          <a:solidFill>
            <a:srgbClr val="808080">
              <a:alpha val="50000"/>
            </a:srgbClr>
          </a:solidFill>
          <a:ln w="38100" cap="flat" cmpd="sng" algn="ctr">
            <a:solidFill>
              <a:srgbClr val="000000"/>
            </a:solidFill>
            <a:prstDash val="solid"/>
            <a:round/>
            <a:headEnd type="none" w="med" len="med"/>
            <a:tailEnd type="none" w="med" len="med"/>
          </a:ln>
          <a:effectLst>
            <a:outerShdw dist="107763" dir="2700000" algn="ctr" rotWithShape="0">
              <a:schemeClr val="bg2"/>
            </a:outerShdw>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zh-CN" altLang="en-US" sz="1600">
                <a:solidFill>
                  <a:srgbClr val="FFFFFF"/>
                </a:solidFill>
                <a:latin typeface="Microsoft Yahei"/>
                <a:ea typeface="Microsoft Yahei"/>
                <a:sym typeface="Microsoft Yahei"/>
              </a:rPr>
              <a:t>提交</a:t>
            </a:r>
          </a:p>
        </p:txBody>
      </p:sp>
      <p:sp>
        <p:nvSpPr>
          <p:cNvPr id="20" name="椭圆 19"/>
          <p:cNvSpPr>
            <a:spLocks noChangeAspect="1"/>
          </p:cNvSpPr>
          <p:nvPr>
            <p:custDataLst>
              <p:tags r:id="rId11"/>
            </p:custDataLst>
          </p:nvPr>
        </p:nvSpPr>
        <p:spPr bwMode="auto">
          <a:xfrm>
            <a:off x="2630557" y="3707606"/>
            <a:ext cx="514350" cy="514350"/>
          </a:xfrm>
          <a:prstGeom prst="ellipse">
            <a:avLst/>
          </a:prstGeom>
          <a:solidFill>
            <a:srgbClr val="808080">
              <a:alpha val="50000"/>
            </a:srgbClr>
          </a:solidFill>
          <a:ln w="12700" cap="flat" cmpd="sng" algn="ctr">
            <a:solidFill>
              <a:srgbClr val="000000"/>
            </a:solidFill>
            <a:prstDash val="solid"/>
            <a:round/>
            <a:headEnd type="none" w="med" len="med"/>
            <a:tailEnd type="none" w="med" len="med"/>
          </a:ln>
          <a:effectLst>
            <a:outerShdw dist="107763" dir="2700000" algn="ctr" rotWithShape="0">
              <a:schemeClr val="bg2"/>
            </a:outerShdw>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en-US" altLang="zh-CN" sz="1600" dirty="0">
                <a:solidFill>
                  <a:srgbClr val="FFFFFF"/>
                </a:solidFill>
                <a:latin typeface="Microsoft Yahei"/>
                <a:ea typeface="Microsoft Yahei"/>
                <a:sym typeface="Microsoft Yahei"/>
              </a:rPr>
              <a:t>B</a:t>
            </a:r>
            <a:endParaRPr lang="zh-CN" altLang="en-US" sz="1600" dirty="0">
              <a:solidFill>
                <a:srgbClr val="FFFFFF"/>
              </a:solidFill>
              <a:latin typeface="Microsoft Yahei"/>
              <a:ea typeface="Microsoft Yahei"/>
              <a:sym typeface="Microsoft Yahei"/>
            </a:endParaRPr>
          </a:p>
        </p:txBody>
      </p:sp>
      <p:grpSp>
        <p:nvGrpSpPr>
          <p:cNvPr id="19" name="组合 18"/>
          <p:cNvGrpSpPr/>
          <p:nvPr>
            <p:custDataLst>
              <p:tags r:id="rId12"/>
            </p:custDataLst>
          </p:nvPr>
        </p:nvGrpSpPr>
        <p:grpSpPr>
          <a:xfrm>
            <a:off x="0" y="0"/>
            <a:ext cx="9144000" cy="635000"/>
            <a:chOff x="-1524000" y="0"/>
            <a:chExt cx="9144000" cy="635000"/>
          </a:xfrm>
        </p:grpSpPr>
        <p:sp>
          <p:nvSpPr>
            <p:cNvPr id="15" name="TitleBackground"/>
            <p:cNvSpPr/>
            <p:nvPr>
              <p:custDataLst>
                <p:tags r:id="rId15"/>
              </p:custDataLst>
            </p:nvPr>
          </p:nvSpPr>
          <p:spPr bwMode="auto">
            <a:xfrm>
              <a:off x="-1524000" y="0"/>
              <a:ext cx="9144000" cy="635000"/>
            </a:xfrm>
            <a:prstGeom prst="rect">
              <a:avLst/>
            </a:prstGeom>
            <a:solidFill>
              <a:srgbClr val="F6F7F8">
                <a:alpha val="50000"/>
              </a:srgbClr>
            </a:solidFill>
            <a:ln w="0" cap="flat" cmpd="sng" algn="ctr">
              <a:noFill/>
              <a:prstDash val="solid"/>
              <a:round/>
              <a:headEnd type="none" w="med" len="med"/>
              <a:tailEnd type="none" w="med" len="med"/>
            </a:ln>
            <a:effectLst>
              <a:outerShdw dist="107763" dir="2700000" algn="ctr" rotWithShape="0">
                <a:schemeClr val="bg2"/>
              </a:outerShdw>
            </a:effectLst>
            <a:extLst>
              <a:ext uri="{91240B29-F687-4F45-9708-019B960494DF}">
                <a14:hiddenLine xmlns:a14="http://schemas.microsoft.com/office/drawing/2010/main" w="0" cap="flat" cmpd="sng" algn="ctr">
                  <a:solidFill>
                    <a:srgbClr val="002BB4"/>
                  </a:solidFill>
                  <a:prstDash val="solid"/>
                  <a:round/>
                  <a:headEnd type="none" w="med" len="med"/>
                  <a:tailEnd type="none" w="med" len="med"/>
                </a14:hiddenLine>
              </a:ext>
            </a:extLst>
          </p:spPr>
          <p:txBody>
            <a:bodyPr vert="horz" wrap="none" lIns="91440" tIns="45720" rIns="91440" bIns="45720" numCol="1" rtlCol="0" anchor="ctr" anchorCtr="0" compatLnSpc="1">
              <a:prstTxWarp prst="textNoShape">
                <a:avLst/>
              </a:prstTxWarp>
            </a:bodyPr>
            <a:lstStyle/>
            <a:p>
              <a:pPr fontAlgn="base">
                <a:spcBef>
                  <a:spcPct val="0"/>
                </a:spcBef>
                <a:spcAft>
                  <a:spcPct val="0"/>
                </a:spcAft>
              </a:pPr>
              <a:endParaRPr lang="zh-CN" altLang="en-US" sz="2400">
                <a:latin typeface="Tahoma" pitchFamily="34" charset="0"/>
                <a:ea typeface="Dotum" pitchFamily="34" charset="-127"/>
              </a:endParaRPr>
            </a:p>
          </p:txBody>
        </p:sp>
        <p:sp>
          <p:nvSpPr>
            <p:cNvPr id="16" name="ColorBlock"/>
            <p:cNvSpPr/>
            <p:nvPr>
              <p:custDataLst>
                <p:tags r:id="rId16"/>
              </p:custDataLst>
            </p:nvPr>
          </p:nvSpPr>
          <p:spPr bwMode="auto">
            <a:xfrm>
              <a:off x="-1524000" y="0"/>
              <a:ext cx="190500" cy="635000"/>
            </a:xfrm>
            <a:prstGeom prst="rect">
              <a:avLst/>
            </a:prstGeom>
            <a:solidFill>
              <a:srgbClr val="639EF4">
                <a:alpha val="50000"/>
              </a:srgbClr>
            </a:solidFill>
            <a:ln w="0" cap="flat" cmpd="sng" algn="ctr">
              <a:noFill/>
              <a:prstDash val="solid"/>
              <a:round/>
              <a:headEnd type="none" w="med" len="med"/>
              <a:tailEnd type="none" w="med" len="med"/>
            </a:ln>
            <a:effectLst>
              <a:outerShdw dist="107763" dir="2700000" algn="ctr" rotWithShape="0">
                <a:schemeClr val="bg2"/>
              </a:outerShdw>
            </a:effectLst>
            <a:extLst>
              <a:ext uri="{91240B29-F687-4F45-9708-019B960494DF}">
                <a14:hiddenLine xmlns:a14="http://schemas.microsoft.com/office/drawing/2010/main" w="0" cap="flat" cmpd="sng" algn="ctr">
                  <a:solidFill>
                    <a:srgbClr val="002BB4"/>
                  </a:solidFill>
                  <a:prstDash val="solid"/>
                  <a:round/>
                  <a:headEnd type="none" w="med" len="med"/>
                  <a:tailEnd type="none" w="med" len="med"/>
                </a14:hiddenLine>
              </a:ext>
            </a:extLst>
          </p:spPr>
          <p:txBody>
            <a:bodyPr vert="horz" wrap="none" lIns="91440" tIns="45720" rIns="91440" bIns="45720" numCol="1" rtlCol="0" anchor="ctr" anchorCtr="0" compatLnSpc="1">
              <a:prstTxWarp prst="textNoShape">
                <a:avLst/>
              </a:prstTxWarp>
            </a:bodyPr>
            <a:lstStyle/>
            <a:p>
              <a:pPr fontAlgn="base">
                <a:spcBef>
                  <a:spcPct val="0"/>
                </a:spcBef>
                <a:spcAft>
                  <a:spcPct val="0"/>
                </a:spcAft>
              </a:pPr>
              <a:endParaRPr lang="zh-CN" altLang="en-US" sz="2400">
                <a:latin typeface="Tahoma" pitchFamily="34" charset="0"/>
                <a:ea typeface="Dotum" pitchFamily="34" charset="-127"/>
              </a:endParaRPr>
            </a:p>
          </p:txBody>
        </p:sp>
        <p:sp>
          <p:nvSpPr>
            <p:cNvPr id="17" name="TypeText"/>
            <p:cNvSpPr txBox="1"/>
            <p:nvPr>
              <p:custDataLst>
                <p:tags r:id="rId17"/>
              </p:custDataLst>
            </p:nvPr>
          </p:nvSpPr>
          <p:spPr>
            <a:xfrm>
              <a:off x="-1270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a:ea typeface="Microsoft Yahei"/>
                  <a:sym typeface="Microsoft Yahei"/>
                </a:rPr>
                <a:t>单选题</a:t>
              </a:r>
            </a:p>
          </p:txBody>
        </p:sp>
        <p:sp>
          <p:nvSpPr>
            <p:cNvPr id="18" name="TipText"/>
            <p:cNvSpPr txBox="1"/>
            <p:nvPr>
              <p:custDataLst>
                <p:tags r:id="rId18"/>
              </p:custDataLst>
            </p:nvPr>
          </p:nvSpPr>
          <p:spPr>
            <a:xfrm>
              <a:off x="1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a:ea typeface="Microsoft Yahei"/>
                  <a:sym typeface="Microsoft Yahei"/>
                </a:rPr>
                <a:t>1</a:t>
              </a:r>
              <a:r>
                <a:rPr lang="zh-CN" altLang="en-US" sz="2000">
                  <a:solidFill>
                    <a:srgbClr val="808080"/>
                  </a:solidFill>
                  <a:latin typeface="Microsoft Yahei"/>
                  <a:ea typeface="Microsoft Yahei"/>
                  <a:sym typeface="Microsoft Yahei"/>
                </a:rPr>
                <a:t>分</a:t>
              </a:r>
            </a:p>
          </p:txBody>
        </p:sp>
      </p:grpSp>
      <p:pic>
        <p:nvPicPr>
          <p:cNvPr id="4" name="图片 3"/>
          <p:cNvPicPr>
            <a:picLocks/>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2" name="文本框 1"/>
          <p:cNvSpPr txBox="1"/>
          <p:nvPr>
            <p:custDataLst>
              <p:tags r:id="rId14"/>
            </p:custDataLst>
          </p:nvPr>
        </p:nvSpPr>
        <p:spPr>
          <a:xfrm>
            <a:off x="1219200" y="635000"/>
            <a:ext cx="9753600" cy="487680"/>
          </a:xfrm>
          <a:prstGeom prst="rect">
            <a:avLst/>
          </a:prstGeom>
          <a:solidFill>
            <a:srgbClr val="FBFAEF">
              <a:alpha val="90000"/>
            </a:srgbClr>
          </a:solidFill>
        </p:spPr>
        <p:txBody>
          <a:bodyPr vert="horz" wrap="none" rtlCol="0" anchor="ctr" anchorCtr="1">
            <a:noAutofit/>
          </a:bodyPr>
          <a:lstStyle/>
          <a:p>
            <a:endParaRPr lang="zh-CN" altLang="en-US" sz="1600" dirty="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Tree>
    <p:custDataLst>
      <p:tags r:id="rId1"/>
    </p:custDataLst>
    <p:extLst>
      <p:ext uri="{BB962C8B-B14F-4D97-AF65-F5344CB8AC3E}">
        <p14:creationId xmlns:p14="http://schemas.microsoft.com/office/powerpoint/2010/main" val="17030773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custDataLst>
              <p:tags r:id="rId2"/>
            </p:custDataLst>
          </p:nvPr>
        </p:nvSpPr>
        <p:spPr>
          <a:xfrm>
            <a:off x="2438400" y="635001"/>
            <a:ext cx="7315200" cy="2143125"/>
          </a:xfrm>
          <a:prstGeom prst="rect">
            <a:avLst/>
          </a:prstGeom>
          <a:noFill/>
        </p:spPr>
        <p:txBody>
          <a:bodyPr vert="horz" wrap="square" rtlCol="0" anchor="ctr" anchorCtr="0">
            <a:noAutofit/>
          </a:bodyPr>
          <a:lstStyle/>
          <a:p>
            <a:pPr>
              <a:lnSpc>
                <a:spcPct val="110000"/>
              </a:lnSpc>
              <a:buFont typeface="Wingdings" pitchFamily="2" charset="2"/>
              <a:buNone/>
            </a:pPr>
            <a:r>
              <a:rPr lang="zh-CN" altLang="en-US" sz="2400" b="1" dirty="0"/>
              <a:t>使用“</a:t>
            </a:r>
            <a:r>
              <a:rPr lang="en-US" altLang="zh-CN" sz="2400" b="1" dirty="0"/>
              <a:t>scanf(“x=%</a:t>
            </a:r>
            <a:r>
              <a:rPr lang="en-US" altLang="zh-CN" sz="2400" b="1" dirty="0" err="1"/>
              <a:t>f,y</a:t>
            </a:r>
            <a:r>
              <a:rPr lang="en-US" altLang="zh-CN" sz="2400" b="1" dirty="0"/>
              <a:t>=%</a:t>
            </a:r>
            <a:r>
              <a:rPr lang="en-US" altLang="zh-CN" sz="2400" b="1" dirty="0" err="1"/>
              <a:t>f”,&amp;x,&amp;y</a:t>
            </a:r>
            <a:r>
              <a:rPr lang="en-US" altLang="zh-CN" sz="2400" b="1" dirty="0"/>
              <a:t>);”</a:t>
            </a:r>
            <a:r>
              <a:rPr lang="zh-CN" altLang="en-US" sz="2400" b="1" dirty="0"/>
              <a:t>，要使</a:t>
            </a:r>
            <a:r>
              <a:rPr lang="en-US" altLang="zh-CN" sz="2400" b="1" dirty="0"/>
              <a:t>x,y</a:t>
            </a:r>
            <a:r>
              <a:rPr lang="zh-CN" altLang="en-US" sz="2400" b="1" dirty="0"/>
              <a:t>均为</a:t>
            </a:r>
            <a:r>
              <a:rPr lang="en-US" altLang="zh-CN" sz="2400" b="1" dirty="0"/>
              <a:t>1.25</a:t>
            </a:r>
            <a:r>
              <a:rPr lang="zh-CN" altLang="en-US" sz="2400" b="1" dirty="0"/>
              <a:t>，正确的输入是</a:t>
            </a:r>
            <a:r>
              <a:rPr lang="en-US" altLang="zh-CN" sz="2400" b="1" dirty="0"/>
              <a:t>(  )</a:t>
            </a:r>
          </a:p>
        </p:txBody>
      </p:sp>
      <p:sp>
        <p:nvSpPr>
          <p:cNvPr id="6" name="TextBox 5"/>
          <p:cNvSpPr txBox="1"/>
          <p:nvPr>
            <p:custDataLst>
              <p:tags r:id="rId3"/>
            </p:custDataLst>
          </p:nvPr>
        </p:nvSpPr>
        <p:spPr>
          <a:xfrm>
            <a:off x="3352800" y="2786063"/>
            <a:ext cx="6400800" cy="642938"/>
          </a:xfrm>
          <a:prstGeom prst="rect">
            <a:avLst/>
          </a:prstGeom>
          <a:noFill/>
        </p:spPr>
        <p:txBody>
          <a:bodyPr vert="horz" rtlCol="0" anchor="ctr" anchorCtr="0">
            <a:noAutofit/>
          </a:bodyPr>
          <a:lstStyle/>
          <a:p>
            <a:pPr>
              <a:lnSpc>
                <a:spcPct val="110000"/>
              </a:lnSpc>
              <a:buFont typeface="Wingdings" pitchFamily="2" charset="2"/>
              <a:buNone/>
            </a:pPr>
            <a:r>
              <a:rPr lang="en-US" altLang="zh-CN" sz="2800" b="1" dirty="0"/>
              <a:t>1.25,  1.25</a:t>
            </a:r>
          </a:p>
        </p:txBody>
      </p:sp>
      <p:sp>
        <p:nvSpPr>
          <p:cNvPr id="7" name="TextBox 6"/>
          <p:cNvSpPr txBox="1"/>
          <p:nvPr>
            <p:custDataLst>
              <p:tags r:id="rId4"/>
            </p:custDataLst>
          </p:nvPr>
        </p:nvSpPr>
        <p:spPr>
          <a:xfrm>
            <a:off x="3352800" y="3643313"/>
            <a:ext cx="6400800" cy="642938"/>
          </a:xfrm>
          <a:prstGeom prst="rect">
            <a:avLst/>
          </a:prstGeom>
          <a:noFill/>
        </p:spPr>
        <p:txBody>
          <a:bodyPr vert="horz" rtlCol="0" anchor="ctr" anchorCtr="0">
            <a:noAutofit/>
          </a:bodyPr>
          <a:lstStyle/>
          <a:p>
            <a:pPr>
              <a:lnSpc>
                <a:spcPct val="110000"/>
              </a:lnSpc>
              <a:buFont typeface="Wingdings" pitchFamily="2" charset="2"/>
              <a:buNone/>
            </a:pPr>
            <a:r>
              <a:rPr lang="en-US" altLang="zh-CN" sz="2800" b="1" dirty="0"/>
              <a:t>1.251.25 </a:t>
            </a:r>
          </a:p>
        </p:txBody>
      </p:sp>
      <p:sp>
        <p:nvSpPr>
          <p:cNvPr id="8" name="TextBox 7"/>
          <p:cNvSpPr txBox="1"/>
          <p:nvPr>
            <p:custDataLst>
              <p:tags r:id="rId5"/>
            </p:custDataLst>
          </p:nvPr>
        </p:nvSpPr>
        <p:spPr>
          <a:xfrm>
            <a:off x="3352800" y="4500563"/>
            <a:ext cx="6400800" cy="642938"/>
          </a:xfrm>
          <a:prstGeom prst="rect">
            <a:avLst/>
          </a:prstGeom>
          <a:noFill/>
        </p:spPr>
        <p:txBody>
          <a:bodyPr vert="horz" rtlCol="0" anchor="ctr" anchorCtr="0">
            <a:noAutofit/>
          </a:bodyPr>
          <a:lstStyle/>
          <a:p>
            <a:pPr>
              <a:lnSpc>
                <a:spcPct val="110000"/>
              </a:lnSpc>
              <a:buFont typeface="Wingdings" pitchFamily="2" charset="2"/>
              <a:buNone/>
            </a:pPr>
            <a:r>
              <a:rPr lang="en-US" altLang="zh-CN" sz="2800" b="1" dirty="0"/>
              <a:t>x=1.25, y=1.25</a:t>
            </a:r>
          </a:p>
        </p:txBody>
      </p:sp>
      <p:sp>
        <p:nvSpPr>
          <p:cNvPr id="9" name="TextBox 8"/>
          <p:cNvSpPr txBox="1"/>
          <p:nvPr>
            <p:custDataLst>
              <p:tags r:id="rId6"/>
            </p:custDataLst>
          </p:nvPr>
        </p:nvSpPr>
        <p:spPr>
          <a:xfrm>
            <a:off x="3352800" y="5357813"/>
            <a:ext cx="6400800" cy="642938"/>
          </a:xfrm>
          <a:prstGeom prst="rect">
            <a:avLst/>
          </a:prstGeom>
          <a:noFill/>
        </p:spPr>
        <p:txBody>
          <a:bodyPr vert="horz" rtlCol="0" anchor="ctr" anchorCtr="0">
            <a:noAutofit/>
          </a:bodyPr>
          <a:lstStyle/>
          <a:p>
            <a:pPr>
              <a:lnSpc>
                <a:spcPct val="110000"/>
              </a:lnSpc>
              <a:buFont typeface="Wingdings" pitchFamily="2" charset="2"/>
              <a:buNone/>
            </a:pPr>
            <a:r>
              <a:rPr lang="en-US" altLang="zh-CN" sz="2800" b="1" dirty="0"/>
              <a:t>x=1.25  y=1.25</a:t>
            </a:r>
          </a:p>
        </p:txBody>
      </p:sp>
      <p:sp>
        <p:nvSpPr>
          <p:cNvPr id="10" name="椭圆 9"/>
          <p:cNvSpPr>
            <a:spLocks noChangeAspect="1"/>
          </p:cNvSpPr>
          <p:nvPr>
            <p:custDataLst>
              <p:tags r:id="rId7"/>
            </p:custDataLst>
          </p:nvPr>
        </p:nvSpPr>
        <p:spPr bwMode="auto">
          <a:xfrm>
            <a:off x="2638425" y="2850356"/>
            <a:ext cx="514350" cy="514350"/>
          </a:xfrm>
          <a:prstGeom prst="ellipse">
            <a:avLst/>
          </a:prstGeom>
          <a:solidFill>
            <a:srgbClr val="808080">
              <a:alpha val="50000"/>
            </a:srgbClr>
          </a:solidFill>
          <a:ln w="12700" cap="flat" cmpd="sng" algn="ctr">
            <a:solidFill>
              <a:srgbClr val="000000"/>
            </a:solidFill>
            <a:prstDash val="solid"/>
            <a:round/>
            <a:headEnd type="none" w="med" len="med"/>
            <a:tailEnd type="none" w="med" len="med"/>
          </a:ln>
          <a:effectLst>
            <a:outerShdw dist="107763" dir="2700000" algn="ctr" rotWithShape="0">
              <a:schemeClr val="bg2"/>
            </a:outerShdw>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en-US" altLang="zh-CN" sz="1600">
                <a:solidFill>
                  <a:srgbClr val="FFFFFF"/>
                </a:solidFill>
                <a:latin typeface="Microsoft Yahei"/>
                <a:ea typeface="Microsoft Yahei"/>
                <a:sym typeface="Microsoft Yahei"/>
              </a:rPr>
              <a:t>A</a:t>
            </a:r>
            <a:endParaRPr lang="zh-CN" altLang="en-US" sz="1600">
              <a:solidFill>
                <a:srgbClr val="FFFFFF"/>
              </a:solidFill>
              <a:latin typeface="Microsoft Yahei"/>
              <a:ea typeface="Microsoft Yahei"/>
              <a:sym typeface="Microsoft Yahei"/>
            </a:endParaRPr>
          </a:p>
        </p:txBody>
      </p:sp>
      <p:sp>
        <p:nvSpPr>
          <p:cNvPr id="11" name="椭圆 10"/>
          <p:cNvSpPr>
            <a:spLocks noChangeAspect="1"/>
          </p:cNvSpPr>
          <p:nvPr>
            <p:custDataLst>
              <p:tags r:id="rId8"/>
            </p:custDataLst>
          </p:nvPr>
        </p:nvSpPr>
        <p:spPr bwMode="auto">
          <a:xfrm>
            <a:off x="2638425" y="3707606"/>
            <a:ext cx="514350" cy="514350"/>
          </a:xfrm>
          <a:prstGeom prst="ellipse">
            <a:avLst/>
          </a:prstGeom>
          <a:solidFill>
            <a:srgbClr val="808080">
              <a:alpha val="50000"/>
            </a:srgbClr>
          </a:solidFill>
          <a:ln w="12700" cap="flat" cmpd="sng" algn="ctr">
            <a:solidFill>
              <a:srgbClr val="000000"/>
            </a:solidFill>
            <a:prstDash val="solid"/>
            <a:round/>
            <a:headEnd type="none" w="med" len="med"/>
            <a:tailEnd type="none" w="med" len="med"/>
          </a:ln>
          <a:effectLst>
            <a:outerShdw dist="107763" dir="2700000" algn="ctr" rotWithShape="0">
              <a:schemeClr val="bg2"/>
            </a:outerShdw>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en-US" altLang="zh-CN" sz="1600">
                <a:solidFill>
                  <a:srgbClr val="FFFFFF"/>
                </a:solidFill>
                <a:latin typeface="Microsoft Yahei"/>
                <a:ea typeface="Microsoft Yahei"/>
                <a:sym typeface="Microsoft Yahei"/>
              </a:rPr>
              <a:t>B</a:t>
            </a:r>
            <a:endParaRPr lang="zh-CN" altLang="en-US" sz="1600">
              <a:solidFill>
                <a:srgbClr val="FFFFFF"/>
              </a:solidFill>
              <a:latin typeface="Microsoft Yahei"/>
              <a:ea typeface="Microsoft Yahei"/>
              <a:sym typeface="Microsoft Yahei"/>
            </a:endParaRPr>
          </a:p>
        </p:txBody>
      </p:sp>
      <p:sp>
        <p:nvSpPr>
          <p:cNvPr id="13" name="椭圆 12"/>
          <p:cNvSpPr>
            <a:spLocks noChangeAspect="1"/>
          </p:cNvSpPr>
          <p:nvPr>
            <p:custDataLst>
              <p:tags r:id="rId9"/>
            </p:custDataLst>
          </p:nvPr>
        </p:nvSpPr>
        <p:spPr bwMode="auto">
          <a:xfrm>
            <a:off x="2638425" y="5422106"/>
            <a:ext cx="514350" cy="514350"/>
          </a:xfrm>
          <a:prstGeom prst="ellipse">
            <a:avLst/>
          </a:prstGeom>
          <a:solidFill>
            <a:srgbClr val="808080">
              <a:alpha val="50000"/>
            </a:srgbClr>
          </a:solidFill>
          <a:ln w="12700" cap="flat" cmpd="sng" algn="ctr">
            <a:solidFill>
              <a:srgbClr val="000000"/>
            </a:solidFill>
            <a:prstDash val="solid"/>
            <a:round/>
            <a:headEnd type="none" w="med" len="med"/>
            <a:tailEnd type="none" w="med" len="med"/>
          </a:ln>
          <a:effectLst>
            <a:outerShdw dist="107763" dir="2700000" algn="ctr" rotWithShape="0">
              <a:schemeClr val="bg2"/>
            </a:outerShdw>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en-US" altLang="zh-CN" sz="1600">
                <a:solidFill>
                  <a:srgbClr val="FFFFFF"/>
                </a:solidFill>
                <a:latin typeface="Microsoft Yahei"/>
                <a:ea typeface="Microsoft Yahei"/>
                <a:sym typeface="Microsoft Yahei"/>
              </a:rPr>
              <a:t>D</a:t>
            </a:r>
            <a:endParaRPr lang="zh-CN" altLang="en-US" sz="1600">
              <a:solidFill>
                <a:srgbClr val="FFFFFF"/>
              </a:solidFill>
              <a:latin typeface="Microsoft Yahei"/>
              <a:ea typeface="Microsoft Yahei"/>
              <a:sym typeface="Microsoft Yahei"/>
            </a:endParaRPr>
          </a:p>
        </p:txBody>
      </p:sp>
      <p:sp>
        <p:nvSpPr>
          <p:cNvPr id="14" name="圆角矩形 13"/>
          <p:cNvSpPr/>
          <p:nvPr>
            <p:custDataLst>
              <p:tags r:id="rId10"/>
            </p:custDataLst>
          </p:nvPr>
        </p:nvSpPr>
        <p:spPr bwMode="auto">
          <a:xfrm>
            <a:off x="7696200" y="6215063"/>
            <a:ext cx="1543050" cy="411480"/>
          </a:xfrm>
          <a:prstGeom prst="roundRect">
            <a:avLst/>
          </a:prstGeom>
          <a:solidFill>
            <a:srgbClr val="808080">
              <a:alpha val="50000"/>
            </a:srgbClr>
          </a:solidFill>
          <a:ln w="38100" cap="flat" cmpd="sng" algn="ctr">
            <a:solidFill>
              <a:srgbClr val="000000"/>
            </a:solidFill>
            <a:prstDash val="solid"/>
            <a:round/>
            <a:headEnd type="none" w="med" len="med"/>
            <a:tailEnd type="none" w="med" len="med"/>
          </a:ln>
          <a:effectLst>
            <a:outerShdw dist="107763" dir="2700000" algn="ctr" rotWithShape="0">
              <a:schemeClr val="bg2"/>
            </a:outerShdw>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zh-CN" altLang="en-US" sz="1600">
                <a:solidFill>
                  <a:srgbClr val="FFFFFF"/>
                </a:solidFill>
                <a:latin typeface="Microsoft Yahei"/>
                <a:ea typeface="Microsoft Yahei"/>
                <a:sym typeface="Microsoft Yahei"/>
              </a:rPr>
              <a:t>提交</a:t>
            </a:r>
          </a:p>
        </p:txBody>
      </p:sp>
      <p:sp>
        <p:nvSpPr>
          <p:cNvPr id="20" name="椭圆 19"/>
          <p:cNvSpPr>
            <a:spLocks noChangeAspect="1"/>
          </p:cNvSpPr>
          <p:nvPr>
            <p:custDataLst>
              <p:tags r:id="rId11"/>
            </p:custDataLst>
          </p:nvPr>
        </p:nvSpPr>
        <p:spPr bwMode="auto">
          <a:xfrm>
            <a:off x="2638425" y="4564856"/>
            <a:ext cx="514350" cy="514350"/>
          </a:xfrm>
          <a:prstGeom prst="ellipse">
            <a:avLst/>
          </a:prstGeom>
          <a:solidFill>
            <a:srgbClr val="808080">
              <a:alpha val="50000"/>
            </a:srgbClr>
          </a:solidFill>
          <a:ln w="12700" cap="flat" cmpd="sng" algn="ctr">
            <a:solidFill>
              <a:srgbClr val="000000"/>
            </a:solidFill>
            <a:prstDash val="solid"/>
            <a:round/>
            <a:headEnd type="none" w="med" len="med"/>
            <a:tailEnd type="none" w="med" len="med"/>
          </a:ln>
          <a:effectLst>
            <a:outerShdw dist="107763" dir="2700000" algn="ctr" rotWithShape="0">
              <a:schemeClr val="bg2"/>
            </a:outerShdw>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en-US" altLang="zh-CN" sz="1600" dirty="0">
                <a:solidFill>
                  <a:srgbClr val="FFFFFF"/>
                </a:solidFill>
                <a:latin typeface="Microsoft Yahei"/>
                <a:ea typeface="Microsoft Yahei"/>
                <a:sym typeface="Microsoft Yahei"/>
              </a:rPr>
              <a:t>C</a:t>
            </a:r>
            <a:endParaRPr lang="zh-CN" altLang="en-US" sz="1600" dirty="0">
              <a:solidFill>
                <a:srgbClr val="FFFFFF"/>
              </a:solidFill>
              <a:latin typeface="Microsoft Yahei"/>
              <a:ea typeface="Microsoft Yahei"/>
              <a:sym typeface="Microsoft Yahei"/>
            </a:endParaRPr>
          </a:p>
        </p:txBody>
      </p:sp>
      <p:grpSp>
        <p:nvGrpSpPr>
          <p:cNvPr id="19" name="组合 18"/>
          <p:cNvGrpSpPr/>
          <p:nvPr>
            <p:custDataLst>
              <p:tags r:id="rId12"/>
            </p:custDataLst>
          </p:nvPr>
        </p:nvGrpSpPr>
        <p:grpSpPr>
          <a:xfrm>
            <a:off x="0" y="0"/>
            <a:ext cx="9144000" cy="635000"/>
            <a:chOff x="-1524000" y="0"/>
            <a:chExt cx="9144000" cy="635000"/>
          </a:xfrm>
        </p:grpSpPr>
        <p:sp>
          <p:nvSpPr>
            <p:cNvPr id="15" name="TitleBackground"/>
            <p:cNvSpPr/>
            <p:nvPr>
              <p:custDataLst>
                <p:tags r:id="rId15"/>
              </p:custDataLst>
            </p:nvPr>
          </p:nvSpPr>
          <p:spPr bwMode="auto">
            <a:xfrm>
              <a:off x="-1524000" y="0"/>
              <a:ext cx="9144000" cy="635000"/>
            </a:xfrm>
            <a:prstGeom prst="rect">
              <a:avLst/>
            </a:prstGeom>
            <a:solidFill>
              <a:srgbClr val="F6F7F8">
                <a:alpha val="50000"/>
              </a:srgbClr>
            </a:solidFill>
            <a:ln w="0" cap="flat" cmpd="sng" algn="ctr">
              <a:noFill/>
              <a:prstDash val="solid"/>
              <a:round/>
              <a:headEnd type="none" w="med" len="med"/>
              <a:tailEnd type="none" w="med" len="med"/>
            </a:ln>
            <a:effectLst>
              <a:outerShdw dist="107763" dir="2700000" algn="ctr" rotWithShape="0">
                <a:schemeClr val="bg2"/>
              </a:outerShdw>
            </a:effectLst>
            <a:extLst>
              <a:ext uri="{91240B29-F687-4F45-9708-019B960494DF}">
                <a14:hiddenLine xmlns:a14="http://schemas.microsoft.com/office/drawing/2010/main" w="0" cap="flat" cmpd="sng" algn="ctr">
                  <a:solidFill>
                    <a:srgbClr val="002BB4"/>
                  </a:solidFill>
                  <a:prstDash val="solid"/>
                  <a:round/>
                  <a:headEnd type="none" w="med" len="med"/>
                  <a:tailEnd type="none" w="med" len="med"/>
                </a14:hiddenLine>
              </a:ext>
            </a:extLst>
          </p:spPr>
          <p:txBody>
            <a:bodyPr vert="horz" wrap="none" lIns="91440" tIns="45720" rIns="91440" bIns="45720" numCol="1" rtlCol="0" anchor="ctr" anchorCtr="0" compatLnSpc="1">
              <a:prstTxWarp prst="textNoShape">
                <a:avLst/>
              </a:prstTxWarp>
            </a:bodyPr>
            <a:lstStyle/>
            <a:p>
              <a:pPr fontAlgn="base">
                <a:spcBef>
                  <a:spcPct val="0"/>
                </a:spcBef>
                <a:spcAft>
                  <a:spcPct val="0"/>
                </a:spcAft>
              </a:pPr>
              <a:endParaRPr lang="zh-CN" altLang="en-US" sz="2400">
                <a:latin typeface="Tahoma" pitchFamily="34" charset="0"/>
                <a:ea typeface="Dotum" pitchFamily="34" charset="-127"/>
              </a:endParaRPr>
            </a:p>
          </p:txBody>
        </p:sp>
        <p:sp>
          <p:nvSpPr>
            <p:cNvPr id="16" name="ColorBlock"/>
            <p:cNvSpPr/>
            <p:nvPr>
              <p:custDataLst>
                <p:tags r:id="rId16"/>
              </p:custDataLst>
            </p:nvPr>
          </p:nvSpPr>
          <p:spPr bwMode="auto">
            <a:xfrm>
              <a:off x="-1524000" y="0"/>
              <a:ext cx="190500" cy="635000"/>
            </a:xfrm>
            <a:prstGeom prst="rect">
              <a:avLst/>
            </a:prstGeom>
            <a:solidFill>
              <a:srgbClr val="639EF4">
                <a:alpha val="50000"/>
              </a:srgbClr>
            </a:solidFill>
            <a:ln w="0" cap="flat" cmpd="sng" algn="ctr">
              <a:noFill/>
              <a:prstDash val="solid"/>
              <a:round/>
              <a:headEnd type="none" w="med" len="med"/>
              <a:tailEnd type="none" w="med" len="med"/>
            </a:ln>
            <a:effectLst>
              <a:outerShdw dist="107763" dir="2700000" algn="ctr" rotWithShape="0">
                <a:schemeClr val="bg2"/>
              </a:outerShdw>
            </a:effectLst>
            <a:extLst>
              <a:ext uri="{91240B29-F687-4F45-9708-019B960494DF}">
                <a14:hiddenLine xmlns:a14="http://schemas.microsoft.com/office/drawing/2010/main" w="0" cap="flat" cmpd="sng" algn="ctr">
                  <a:solidFill>
                    <a:srgbClr val="002BB4"/>
                  </a:solidFill>
                  <a:prstDash val="solid"/>
                  <a:round/>
                  <a:headEnd type="none" w="med" len="med"/>
                  <a:tailEnd type="none" w="med" len="med"/>
                </a14:hiddenLine>
              </a:ext>
            </a:extLst>
          </p:spPr>
          <p:txBody>
            <a:bodyPr vert="horz" wrap="none" lIns="91440" tIns="45720" rIns="91440" bIns="45720" numCol="1" rtlCol="0" anchor="ctr" anchorCtr="0" compatLnSpc="1">
              <a:prstTxWarp prst="textNoShape">
                <a:avLst/>
              </a:prstTxWarp>
            </a:bodyPr>
            <a:lstStyle/>
            <a:p>
              <a:pPr fontAlgn="base">
                <a:spcBef>
                  <a:spcPct val="0"/>
                </a:spcBef>
                <a:spcAft>
                  <a:spcPct val="0"/>
                </a:spcAft>
              </a:pPr>
              <a:endParaRPr lang="zh-CN" altLang="en-US" sz="2400">
                <a:latin typeface="Tahoma" pitchFamily="34" charset="0"/>
                <a:ea typeface="Dotum" pitchFamily="34" charset="-127"/>
              </a:endParaRPr>
            </a:p>
          </p:txBody>
        </p:sp>
        <p:sp>
          <p:nvSpPr>
            <p:cNvPr id="17" name="TypeText"/>
            <p:cNvSpPr txBox="1"/>
            <p:nvPr>
              <p:custDataLst>
                <p:tags r:id="rId17"/>
              </p:custDataLst>
            </p:nvPr>
          </p:nvSpPr>
          <p:spPr>
            <a:xfrm>
              <a:off x="-1270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a:ea typeface="Microsoft Yahei"/>
                  <a:sym typeface="Microsoft Yahei"/>
                </a:rPr>
                <a:t>单选题</a:t>
              </a:r>
            </a:p>
          </p:txBody>
        </p:sp>
        <p:sp>
          <p:nvSpPr>
            <p:cNvPr id="18" name="TipText"/>
            <p:cNvSpPr txBox="1"/>
            <p:nvPr>
              <p:custDataLst>
                <p:tags r:id="rId18"/>
              </p:custDataLst>
            </p:nvPr>
          </p:nvSpPr>
          <p:spPr>
            <a:xfrm>
              <a:off x="1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a:ea typeface="Microsoft Yahei"/>
                  <a:sym typeface="Microsoft Yahei"/>
                </a:rPr>
                <a:t>1</a:t>
              </a:r>
              <a:r>
                <a:rPr lang="zh-CN" altLang="en-US" sz="2000">
                  <a:solidFill>
                    <a:srgbClr val="808080"/>
                  </a:solidFill>
                  <a:latin typeface="Microsoft Yahei"/>
                  <a:ea typeface="Microsoft Yahei"/>
                  <a:sym typeface="Microsoft Yahei"/>
                </a:rPr>
                <a:t>分</a:t>
              </a:r>
            </a:p>
          </p:txBody>
        </p:sp>
      </p:grpSp>
      <p:pic>
        <p:nvPicPr>
          <p:cNvPr id="4" name="图片 3"/>
          <p:cNvPicPr>
            <a:picLocks/>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2" name="文本框 1"/>
          <p:cNvSpPr txBox="1"/>
          <p:nvPr>
            <p:custDataLst>
              <p:tags r:id="rId14"/>
            </p:custDataLst>
          </p:nvPr>
        </p:nvSpPr>
        <p:spPr>
          <a:xfrm>
            <a:off x="1219200" y="635000"/>
            <a:ext cx="9753600" cy="487680"/>
          </a:xfrm>
          <a:prstGeom prst="rect">
            <a:avLst/>
          </a:prstGeom>
          <a:solidFill>
            <a:srgbClr val="FBFAEF">
              <a:alpha val="90000"/>
            </a:srgbClr>
          </a:solidFill>
        </p:spPr>
        <p:txBody>
          <a:bodyPr vert="horz" wrap="none" rtlCol="0" anchor="ctr" anchorCtr="1">
            <a:noAutofit/>
          </a:bodyPr>
          <a:lstStyle/>
          <a:p>
            <a:endParaRPr lang="zh-CN" altLang="en-US" sz="1600" dirty="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Tree>
    <p:custDataLst>
      <p:tags r:id="rId1"/>
    </p:custDataLst>
    <p:extLst>
      <p:ext uri="{BB962C8B-B14F-4D97-AF65-F5344CB8AC3E}">
        <p14:creationId xmlns:p14="http://schemas.microsoft.com/office/powerpoint/2010/main" val="75336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custDataLst>
              <p:tags r:id="rId2"/>
            </p:custDataLst>
          </p:nvPr>
        </p:nvSpPr>
        <p:spPr>
          <a:xfrm>
            <a:off x="2438400" y="635001"/>
            <a:ext cx="7315200" cy="2143125"/>
          </a:xfrm>
          <a:prstGeom prst="rect">
            <a:avLst/>
          </a:prstGeom>
          <a:noFill/>
        </p:spPr>
        <p:txBody>
          <a:bodyPr vert="horz" wrap="square" rtlCol="0" anchor="ctr" anchorCtr="0">
            <a:noAutofit/>
          </a:bodyPr>
          <a:lstStyle/>
          <a:p>
            <a:pPr>
              <a:lnSpc>
                <a:spcPct val="110000"/>
              </a:lnSpc>
              <a:buFont typeface="Wingdings" pitchFamily="2" charset="2"/>
              <a:buNone/>
            </a:pPr>
            <a:r>
              <a:rPr lang="en-US" altLang="zh-CN" sz="2400" b="1" dirty="0"/>
              <a:t>long a; double x;</a:t>
            </a:r>
            <a:r>
              <a:rPr lang="zh-CN" altLang="en-US" sz="2400" b="1" dirty="0"/>
              <a:t> 正确的输入语句是</a:t>
            </a:r>
            <a:r>
              <a:rPr lang="en-US" altLang="zh-CN" sz="2400" b="1" dirty="0"/>
              <a:t>(  )</a:t>
            </a:r>
          </a:p>
        </p:txBody>
      </p:sp>
      <p:sp>
        <p:nvSpPr>
          <p:cNvPr id="6" name="TextBox 5"/>
          <p:cNvSpPr txBox="1"/>
          <p:nvPr>
            <p:custDataLst>
              <p:tags r:id="rId3"/>
            </p:custDataLst>
          </p:nvPr>
        </p:nvSpPr>
        <p:spPr>
          <a:xfrm>
            <a:off x="3352800" y="2786063"/>
            <a:ext cx="6400800" cy="642938"/>
          </a:xfrm>
          <a:prstGeom prst="rect">
            <a:avLst/>
          </a:prstGeom>
          <a:noFill/>
        </p:spPr>
        <p:txBody>
          <a:bodyPr vert="horz" rtlCol="0" anchor="ctr" anchorCtr="0">
            <a:noAutofit/>
          </a:bodyPr>
          <a:lstStyle/>
          <a:p>
            <a:pPr>
              <a:lnSpc>
                <a:spcPct val="110000"/>
              </a:lnSpc>
              <a:buFont typeface="Wingdings" pitchFamily="2" charset="2"/>
              <a:buNone/>
            </a:pPr>
            <a:r>
              <a:rPr lang="en-US" altLang="zh-CN" sz="2800" b="1" dirty="0"/>
              <a:t>scanf(“%</a:t>
            </a:r>
            <a:r>
              <a:rPr lang="en-US" altLang="zh-CN" sz="2800" b="1" dirty="0" err="1"/>
              <a:t>d,%f”,&amp;a,&amp;x</a:t>
            </a:r>
            <a:r>
              <a:rPr lang="en-US" altLang="zh-CN" sz="2800" b="1" dirty="0"/>
              <a:t>);</a:t>
            </a:r>
          </a:p>
        </p:txBody>
      </p:sp>
      <p:sp>
        <p:nvSpPr>
          <p:cNvPr id="7" name="TextBox 6"/>
          <p:cNvSpPr txBox="1"/>
          <p:nvPr>
            <p:custDataLst>
              <p:tags r:id="rId4"/>
            </p:custDataLst>
          </p:nvPr>
        </p:nvSpPr>
        <p:spPr>
          <a:xfrm>
            <a:off x="3352800" y="3643313"/>
            <a:ext cx="6400800" cy="642938"/>
          </a:xfrm>
          <a:prstGeom prst="rect">
            <a:avLst/>
          </a:prstGeom>
          <a:noFill/>
        </p:spPr>
        <p:txBody>
          <a:bodyPr vert="horz" rtlCol="0" anchor="ctr" anchorCtr="0">
            <a:noAutofit/>
          </a:bodyPr>
          <a:lstStyle/>
          <a:p>
            <a:pPr>
              <a:lnSpc>
                <a:spcPct val="110000"/>
              </a:lnSpc>
              <a:buFont typeface="Wingdings" pitchFamily="2" charset="2"/>
              <a:buNone/>
            </a:pPr>
            <a:r>
              <a:rPr lang="en-US" altLang="zh-CN" sz="2800" b="1"/>
              <a:t>scanf(“%ld,%f”,&amp;a,&amp;x); </a:t>
            </a:r>
            <a:endParaRPr lang="en-US" altLang="zh-CN" sz="2800" b="1" dirty="0"/>
          </a:p>
        </p:txBody>
      </p:sp>
      <p:sp>
        <p:nvSpPr>
          <p:cNvPr id="8" name="TextBox 7"/>
          <p:cNvSpPr txBox="1"/>
          <p:nvPr>
            <p:custDataLst>
              <p:tags r:id="rId5"/>
            </p:custDataLst>
          </p:nvPr>
        </p:nvSpPr>
        <p:spPr>
          <a:xfrm>
            <a:off x="3352800" y="4500563"/>
            <a:ext cx="6400800" cy="642938"/>
          </a:xfrm>
          <a:prstGeom prst="rect">
            <a:avLst/>
          </a:prstGeom>
          <a:noFill/>
        </p:spPr>
        <p:txBody>
          <a:bodyPr vert="horz" rtlCol="0" anchor="ctr" anchorCtr="0">
            <a:noAutofit/>
          </a:bodyPr>
          <a:lstStyle/>
          <a:p>
            <a:pPr>
              <a:lnSpc>
                <a:spcPct val="110000"/>
              </a:lnSpc>
              <a:buFont typeface="Wingdings" pitchFamily="2" charset="2"/>
              <a:buNone/>
            </a:pPr>
            <a:r>
              <a:rPr lang="en-US" altLang="zh-CN" sz="2800" b="1" dirty="0"/>
              <a:t>scanf(“%d</a:t>
            </a:r>
            <a:r>
              <a:rPr lang="en-US" altLang="zh-CN" sz="2800" b="1"/>
              <a:t>,%lf”,&amp;</a:t>
            </a:r>
            <a:r>
              <a:rPr lang="en-US" altLang="zh-CN" sz="2800" b="1" dirty="0" err="1"/>
              <a:t>a,&amp;x</a:t>
            </a:r>
            <a:r>
              <a:rPr lang="en-US" altLang="zh-CN" sz="2800" b="1" dirty="0"/>
              <a:t>);</a:t>
            </a:r>
          </a:p>
        </p:txBody>
      </p:sp>
      <p:sp>
        <p:nvSpPr>
          <p:cNvPr id="9" name="TextBox 8"/>
          <p:cNvSpPr txBox="1"/>
          <p:nvPr>
            <p:custDataLst>
              <p:tags r:id="rId6"/>
            </p:custDataLst>
          </p:nvPr>
        </p:nvSpPr>
        <p:spPr>
          <a:xfrm>
            <a:off x="3352800" y="5357813"/>
            <a:ext cx="6400800" cy="642938"/>
          </a:xfrm>
          <a:prstGeom prst="rect">
            <a:avLst/>
          </a:prstGeom>
          <a:noFill/>
        </p:spPr>
        <p:txBody>
          <a:bodyPr vert="horz" rtlCol="0" anchor="ctr" anchorCtr="0">
            <a:noAutofit/>
          </a:bodyPr>
          <a:lstStyle/>
          <a:p>
            <a:pPr>
              <a:lnSpc>
                <a:spcPct val="110000"/>
              </a:lnSpc>
              <a:buFont typeface="Wingdings" pitchFamily="2" charset="2"/>
              <a:buNone/>
            </a:pPr>
            <a:r>
              <a:rPr lang="en-US" altLang="zh-CN" sz="2800" b="1" dirty="0"/>
              <a:t>scanf(“%</a:t>
            </a:r>
            <a:r>
              <a:rPr lang="en-US" altLang="zh-CN" sz="2800" b="1" dirty="0" err="1"/>
              <a:t>ld</a:t>
            </a:r>
            <a:r>
              <a:rPr lang="en-US" altLang="zh-CN" sz="2800" b="1" dirty="0"/>
              <a:t>,%</a:t>
            </a:r>
            <a:r>
              <a:rPr lang="en-US" altLang="zh-CN" sz="2800" b="1" dirty="0" err="1"/>
              <a:t>lf”,&amp;a,&amp;x</a:t>
            </a:r>
            <a:r>
              <a:rPr lang="en-US" altLang="zh-CN" sz="2800" b="1" dirty="0"/>
              <a:t>);</a:t>
            </a:r>
          </a:p>
        </p:txBody>
      </p:sp>
      <p:sp>
        <p:nvSpPr>
          <p:cNvPr id="10" name="椭圆 9"/>
          <p:cNvSpPr>
            <a:spLocks noChangeAspect="1"/>
          </p:cNvSpPr>
          <p:nvPr>
            <p:custDataLst>
              <p:tags r:id="rId7"/>
            </p:custDataLst>
          </p:nvPr>
        </p:nvSpPr>
        <p:spPr bwMode="auto">
          <a:xfrm>
            <a:off x="2638425" y="2850356"/>
            <a:ext cx="514350" cy="514350"/>
          </a:xfrm>
          <a:prstGeom prst="ellipse">
            <a:avLst/>
          </a:prstGeom>
          <a:solidFill>
            <a:srgbClr val="808080">
              <a:alpha val="50000"/>
            </a:srgbClr>
          </a:solidFill>
          <a:ln w="12700" cap="flat" cmpd="sng" algn="ctr">
            <a:solidFill>
              <a:srgbClr val="000000"/>
            </a:solidFill>
            <a:prstDash val="solid"/>
            <a:round/>
            <a:headEnd type="none" w="med" len="med"/>
            <a:tailEnd type="none" w="med" len="med"/>
          </a:ln>
          <a:effectLst>
            <a:outerShdw dist="107763" dir="2700000" algn="ctr" rotWithShape="0">
              <a:schemeClr val="bg2"/>
            </a:outerShdw>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en-US" altLang="zh-CN" sz="1600">
                <a:solidFill>
                  <a:srgbClr val="FFFFFF"/>
                </a:solidFill>
                <a:latin typeface="Microsoft Yahei"/>
                <a:ea typeface="Microsoft Yahei"/>
                <a:sym typeface="Microsoft Yahei"/>
              </a:rPr>
              <a:t>A</a:t>
            </a:r>
            <a:endParaRPr lang="zh-CN" altLang="en-US" sz="1600">
              <a:solidFill>
                <a:srgbClr val="FFFFFF"/>
              </a:solidFill>
              <a:latin typeface="Microsoft Yahei"/>
              <a:ea typeface="Microsoft Yahei"/>
              <a:sym typeface="Microsoft Yahei"/>
            </a:endParaRPr>
          </a:p>
        </p:txBody>
      </p:sp>
      <p:sp>
        <p:nvSpPr>
          <p:cNvPr id="11" name="椭圆 10"/>
          <p:cNvSpPr>
            <a:spLocks noChangeAspect="1"/>
          </p:cNvSpPr>
          <p:nvPr>
            <p:custDataLst>
              <p:tags r:id="rId8"/>
            </p:custDataLst>
          </p:nvPr>
        </p:nvSpPr>
        <p:spPr bwMode="auto">
          <a:xfrm>
            <a:off x="2638425" y="3707606"/>
            <a:ext cx="514350" cy="514350"/>
          </a:xfrm>
          <a:prstGeom prst="ellipse">
            <a:avLst/>
          </a:prstGeom>
          <a:solidFill>
            <a:srgbClr val="808080">
              <a:alpha val="50000"/>
            </a:srgbClr>
          </a:solidFill>
          <a:ln w="12700" cap="flat" cmpd="sng" algn="ctr">
            <a:solidFill>
              <a:srgbClr val="000000"/>
            </a:solidFill>
            <a:prstDash val="solid"/>
            <a:round/>
            <a:headEnd type="none" w="med" len="med"/>
            <a:tailEnd type="none" w="med" len="med"/>
          </a:ln>
          <a:effectLst>
            <a:outerShdw dist="107763" dir="2700000" algn="ctr" rotWithShape="0">
              <a:schemeClr val="bg2"/>
            </a:outerShdw>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en-US" altLang="zh-CN" sz="1600">
                <a:solidFill>
                  <a:srgbClr val="FFFFFF"/>
                </a:solidFill>
                <a:latin typeface="Microsoft Yahei"/>
                <a:ea typeface="Microsoft Yahei"/>
                <a:sym typeface="Microsoft Yahei"/>
              </a:rPr>
              <a:t>B</a:t>
            </a:r>
            <a:endParaRPr lang="zh-CN" altLang="en-US" sz="1600">
              <a:solidFill>
                <a:srgbClr val="FFFFFF"/>
              </a:solidFill>
              <a:latin typeface="Microsoft Yahei"/>
              <a:ea typeface="Microsoft Yahei"/>
              <a:sym typeface="Microsoft Yahei"/>
            </a:endParaRPr>
          </a:p>
        </p:txBody>
      </p:sp>
      <p:sp>
        <p:nvSpPr>
          <p:cNvPr id="12" name="椭圆 11"/>
          <p:cNvSpPr>
            <a:spLocks noChangeAspect="1"/>
          </p:cNvSpPr>
          <p:nvPr>
            <p:custDataLst>
              <p:tags r:id="rId9"/>
            </p:custDataLst>
          </p:nvPr>
        </p:nvSpPr>
        <p:spPr bwMode="auto">
          <a:xfrm>
            <a:off x="2638425" y="4564856"/>
            <a:ext cx="514350" cy="514350"/>
          </a:xfrm>
          <a:prstGeom prst="ellipse">
            <a:avLst/>
          </a:prstGeom>
          <a:solidFill>
            <a:srgbClr val="808080">
              <a:alpha val="50000"/>
            </a:srgbClr>
          </a:solidFill>
          <a:ln w="12700" cap="flat" cmpd="sng" algn="ctr">
            <a:solidFill>
              <a:srgbClr val="000000"/>
            </a:solidFill>
            <a:prstDash val="solid"/>
            <a:round/>
            <a:headEnd type="none" w="med" len="med"/>
            <a:tailEnd type="none" w="med" len="med"/>
          </a:ln>
          <a:effectLst>
            <a:outerShdw dist="107763" dir="2700000" algn="ctr" rotWithShape="0">
              <a:schemeClr val="bg2"/>
            </a:outerShdw>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en-US" altLang="zh-CN" sz="1600" dirty="0">
                <a:solidFill>
                  <a:srgbClr val="FFFFFF"/>
                </a:solidFill>
                <a:latin typeface="Microsoft Yahei"/>
                <a:ea typeface="Microsoft Yahei"/>
                <a:sym typeface="Microsoft Yahei"/>
              </a:rPr>
              <a:t>C</a:t>
            </a:r>
            <a:endParaRPr lang="zh-CN" altLang="en-US" sz="1600" dirty="0">
              <a:solidFill>
                <a:srgbClr val="FFFFFF"/>
              </a:solidFill>
              <a:latin typeface="Microsoft Yahei"/>
              <a:ea typeface="Microsoft Yahei"/>
              <a:sym typeface="Microsoft Yahei"/>
            </a:endParaRPr>
          </a:p>
        </p:txBody>
      </p:sp>
      <p:sp>
        <p:nvSpPr>
          <p:cNvPr id="14" name="圆角矩形 13"/>
          <p:cNvSpPr/>
          <p:nvPr>
            <p:custDataLst>
              <p:tags r:id="rId10"/>
            </p:custDataLst>
          </p:nvPr>
        </p:nvSpPr>
        <p:spPr bwMode="auto">
          <a:xfrm>
            <a:off x="7696200" y="6215063"/>
            <a:ext cx="1543050" cy="411480"/>
          </a:xfrm>
          <a:prstGeom prst="roundRect">
            <a:avLst/>
          </a:prstGeom>
          <a:solidFill>
            <a:srgbClr val="808080">
              <a:alpha val="50000"/>
            </a:srgbClr>
          </a:solidFill>
          <a:ln w="38100" cap="flat" cmpd="sng" algn="ctr">
            <a:solidFill>
              <a:srgbClr val="000000"/>
            </a:solidFill>
            <a:prstDash val="solid"/>
            <a:round/>
            <a:headEnd type="none" w="med" len="med"/>
            <a:tailEnd type="none" w="med" len="med"/>
          </a:ln>
          <a:effectLst>
            <a:outerShdw dist="107763" dir="2700000" algn="ctr" rotWithShape="0">
              <a:schemeClr val="bg2"/>
            </a:outerShdw>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zh-CN" altLang="en-US" sz="1600">
                <a:solidFill>
                  <a:srgbClr val="FFFFFF"/>
                </a:solidFill>
                <a:latin typeface="Microsoft Yahei"/>
                <a:ea typeface="Microsoft Yahei"/>
                <a:sym typeface="Microsoft Yahei"/>
              </a:rPr>
              <a:t>提交</a:t>
            </a:r>
          </a:p>
        </p:txBody>
      </p:sp>
      <p:sp>
        <p:nvSpPr>
          <p:cNvPr id="20" name="椭圆 19"/>
          <p:cNvSpPr>
            <a:spLocks noChangeAspect="1"/>
          </p:cNvSpPr>
          <p:nvPr>
            <p:custDataLst>
              <p:tags r:id="rId11"/>
            </p:custDataLst>
          </p:nvPr>
        </p:nvSpPr>
        <p:spPr bwMode="auto">
          <a:xfrm>
            <a:off x="2638425" y="5357813"/>
            <a:ext cx="514350" cy="514350"/>
          </a:xfrm>
          <a:prstGeom prst="ellipse">
            <a:avLst/>
          </a:prstGeom>
          <a:solidFill>
            <a:srgbClr val="808080">
              <a:alpha val="50000"/>
            </a:srgbClr>
          </a:solidFill>
          <a:ln w="12700" cap="flat" cmpd="sng" algn="ctr">
            <a:solidFill>
              <a:srgbClr val="000000"/>
            </a:solidFill>
            <a:prstDash val="solid"/>
            <a:round/>
            <a:headEnd type="none" w="med" len="med"/>
            <a:tailEnd type="none" w="med" len="med"/>
          </a:ln>
          <a:effectLst>
            <a:outerShdw dist="107763" dir="2700000" algn="ctr" rotWithShape="0">
              <a:schemeClr val="bg2"/>
            </a:outerShdw>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en-US" altLang="zh-CN" sz="1600">
                <a:solidFill>
                  <a:srgbClr val="FFFFFF"/>
                </a:solidFill>
                <a:latin typeface="Microsoft Yahei"/>
                <a:ea typeface="Microsoft Yahei"/>
                <a:sym typeface="Microsoft Yahei"/>
              </a:rPr>
              <a:t>D</a:t>
            </a:r>
            <a:endParaRPr lang="zh-CN" altLang="en-US" sz="1600">
              <a:solidFill>
                <a:srgbClr val="FFFFFF"/>
              </a:solidFill>
              <a:latin typeface="Microsoft Yahei"/>
              <a:ea typeface="Microsoft Yahei"/>
              <a:sym typeface="Microsoft Yahei"/>
            </a:endParaRPr>
          </a:p>
        </p:txBody>
      </p:sp>
      <p:grpSp>
        <p:nvGrpSpPr>
          <p:cNvPr id="19" name="组合 18"/>
          <p:cNvGrpSpPr/>
          <p:nvPr>
            <p:custDataLst>
              <p:tags r:id="rId12"/>
            </p:custDataLst>
          </p:nvPr>
        </p:nvGrpSpPr>
        <p:grpSpPr>
          <a:xfrm>
            <a:off x="0" y="0"/>
            <a:ext cx="9144000" cy="635000"/>
            <a:chOff x="-1524000" y="0"/>
            <a:chExt cx="9144000" cy="635000"/>
          </a:xfrm>
        </p:grpSpPr>
        <p:sp>
          <p:nvSpPr>
            <p:cNvPr id="15" name="TitleBackground"/>
            <p:cNvSpPr/>
            <p:nvPr>
              <p:custDataLst>
                <p:tags r:id="rId15"/>
              </p:custDataLst>
            </p:nvPr>
          </p:nvSpPr>
          <p:spPr bwMode="auto">
            <a:xfrm>
              <a:off x="-1524000" y="0"/>
              <a:ext cx="9144000" cy="635000"/>
            </a:xfrm>
            <a:prstGeom prst="rect">
              <a:avLst/>
            </a:prstGeom>
            <a:solidFill>
              <a:srgbClr val="F6F7F8">
                <a:alpha val="50000"/>
              </a:srgbClr>
            </a:solidFill>
            <a:ln w="0" cap="flat" cmpd="sng" algn="ctr">
              <a:noFill/>
              <a:prstDash val="solid"/>
              <a:round/>
              <a:headEnd type="none" w="med" len="med"/>
              <a:tailEnd type="none" w="med" len="med"/>
            </a:ln>
            <a:effectLst>
              <a:outerShdw dist="107763" dir="2700000" algn="ctr" rotWithShape="0">
                <a:schemeClr val="bg2"/>
              </a:outerShdw>
            </a:effectLst>
            <a:extLst>
              <a:ext uri="{91240B29-F687-4F45-9708-019B960494DF}">
                <a14:hiddenLine xmlns:a14="http://schemas.microsoft.com/office/drawing/2010/main" w="0" cap="flat" cmpd="sng" algn="ctr">
                  <a:solidFill>
                    <a:srgbClr val="002BB4"/>
                  </a:solidFill>
                  <a:prstDash val="solid"/>
                  <a:round/>
                  <a:headEnd type="none" w="med" len="med"/>
                  <a:tailEnd type="none" w="med" len="med"/>
                </a14:hiddenLine>
              </a:ext>
            </a:extLst>
          </p:spPr>
          <p:txBody>
            <a:bodyPr vert="horz" wrap="none" lIns="91440" tIns="45720" rIns="91440" bIns="45720" numCol="1" rtlCol="0" anchor="ctr" anchorCtr="0" compatLnSpc="1">
              <a:prstTxWarp prst="textNoShape">
                <a:avLst/>
              </a:prstTxWarp>
            </a:bodyPr>
            <a:lstStyle/>
            <a:p>
              <a:pPr fontAlgn="base">
                <a:spcBef>
                  <a:spcPct val="0"/>
                </a:spcBef>
                <a:spcAft>
                  <a:spcPct val="0"/>
                </a:spcAft>
              </a:pPr>
              <a:endParaRPr lang="zh-CN" altLang="en-US" sz="2400">
                <a:latin typeface="Tahoma" pitchFamily="34" charset="0"/>
                <a:ea typeface="Dotum" pitchFamily="34" charset="-127"/>
              </a:endParaRPr>
            </a:p>
          </p:txBody>
        </p:sp>
        <p:sp>
          <p:nvSpPr>
            <p:cNvPr id="16" name="ColorBlock"/>
            <p:cNvSpPr/>
            <p:nvPr>
              <p:custDataLst>
                <p:tags r:id="rId16"/>
              </p:custDataLst>
            </p:nvPr>
          </p:nvSpPr>
          <p:spPr bwMode="auto">
            <a:xfrm>
              <a:off x="-1524000" y="0"/>
              <a:ext cx="190500" cy="635000"/>
            </a:xfrm>
            <a:prstGeom prst="rect">
              <a:avLst/>
            </a:prstGeom>
            <a:solidFill>
              <a:srgbClr val="639EF4">
                <a:alpha val="50000"/>
              </a:srgbClr>
            </a:solidFill>
            <a:ln w="0" cap="flat" cmpd="sng" algn="ctr">
              <a:noFill/>
              <a:prstDash val="solid"/>
              <a:round/>
              <a:headEnd type="none" w="med" len="med"/>
              <a:tailEnd type="none" w="med" len="med"/>
            </a:ln>
            <a:effectLst>
              <a:outerShdw dist="107763" dir="2700000" algn="ctr" rotWithShape="0">
                <a:schemeClr val="bg2"/>
              </a:outerShdw>
            </a:effectLst>
            <a:extLst>
              <a:ext uri="{91240B29-F687-4F45-9708-019B960494DF}">
                <a14:hiddenLine xmlns:a14="http://schemas.microsoft.com/office/drawing/2010/main" w="0" cap="flat" cmpd="sng" algn="ctr">
                  <a:solidFill>
                    <a:srgbClr val="002BB4"/>
                  </a:solidFill>
                  <a:prstDash val="solid"/>
                  <a:round/>
                  <a:headEnd type="none" w="med" len="med"/>
                  <a:tailEnd type="none" w="med" len="med"/>
                </a14:hiddenLine>
              </a:ext>
            </a:extLst>
          </p:spPr>
          <p:txBody>
            <a:bodyPr vert="horz" wrap="none" lIns="91440" tIns="45720" rIns="91440" bIns="45720" numCol="1" rtlCol="0" anchor="ctr" anchorCtr="0" compatLnSpc="1">
              <a:prstTxWarp prst="textNoShape">
                <a:avLst/>
              </a:prstTxWarp>
            </a:bodyPr>
            <a:lstStyle/>
            <a:p>
              <a:pPr fontAlgn="base">
                <a:spcBef>
                  <a:spcPct val="0"/>
                </a:spcBef>
                <a:spcAft>
                  <a:spcPct val="0"/>
                </a:spcAft>
              </a:pPr>
              <a:endParaRPr lang="zh-CN" altLang="en-US" sz="2400">
                <a:latin typeface="Tahoma" pitchFamily="34" charset="0"/>
                <a:ea typeface="Dotum" pitchFamily="34" charset="-127"/>
              </a:endParaRPr>
            </a:p>
          </p:txBody>
        </p:sp>
        <p:sp>
          <p:nvSpPr>
            <p:cNvPr id="17" name="TypeText"/>
            <p:cNvSpPr txBox="1"/>
            <p:nvPr>
              <p:custDataLst>
                <p:tags r:id="rId17"/>
              </p:custDataLst>
            </p:nvPr>
          </p:nvSpPr>
          <p:spPr>
            <a:xfrm>
              <a:off x="-1270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a:ea typeface="Microsoft Yahei"/>
                  <a:sym typeface="Microsoft Yahei"/>
                </a:rPr>
                <a:t>单选题</a:t>
              </a:r>
            </a:p>
          </p:txBody>
        </p:sp>
        <p:sp>
          <p:nvSpPr>
            <p:cNvPr id="18" name="TipText"/>
            <p:cNvSpPr txBox="1"/>
            <p:nvPr>
              <p:custDataLst>
                <p:tags r:id="rId18"/>
              </p:custDataLst>
            </p:nvPr>
          </p:nvSpPr>
          <p:spPr>
            <a:xfrm>
              <a:off x="1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a:ea typeface="Microsoft Yahei"/>
                  <a:sym typeface="Microsoft Yahei"/>
                </a:rPr>
                <a:t>1</a:t>
              </a:r>
              <a:r>
                <a:rPr lang="zh-CN" altLang="en-US" sz="2000">
                  <a:solidFill>
                    <a:srgbClr val="808080"/>
                  </a:solidFill>
                  <a:latin typeface="Microsoft Yahei"/>
                  <a:ea typeface="Microsoft Yahei"/>
                  <a:sym typeface="Microsoft Yahei"/>
                </a:rPr>
                <a:t>分</a:t>
              </a:r>
            </a:p>
          </p:txBody>
        </p:sp>
      </p:grpSp>
      <p:pic>
        <p:nvPicPr>
          <p:cNvPr id="4" name="图片 3"/>
          <p:cNvPicPr>
            <a:picLocks/>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2" name="文本框 1"/>
          <p:cNvSpPr txBox="1"/>
          <p:nvPr>
            <p:custDataLst>
              <p:tags r:id="rId14"/>
            </p:custDataLst>
          </p:nvPr>
        </p:nvSpPr>
        <p:spPr>
          <a:xfrm>
            <a:off x="1219200" y="635000"/>
            <a:ext cx="9753600" cy="487680"/>
          </a:xfrm>
          <a:prstGeom prst="rect">
            <a:avLst/>
          </a:prstGeom>
          <a:solidFill>
            <a:srgbClr val="FBFAEF">
              <a:alpha val="90000"/>
            </a:srgbClr>
          </a:solidFill>
        </p:spPr>
        <p:txBody>
          <a:bodyPr vert="horz" wrap="none" rtlCol="0" anchor="ctr" anchorCtr="1">
            <a:noAutofit/>
          </a:bodyPr>
          <a:lstStyle/>
          <a:p>
            <a:endParaRPr lang="zh-CN" altLang="en-US" sz="1600" dirty="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Tree>
    <p:custDataLst>
      <p:tags r:id="rId1"/>
    </p:custDataLst>
    <p:extLst>
      <p:ext uri="{BB962C8B-B14F-4D97-AF65-F5344CB8AC3E}">
        <p14:creationId xmlns:p14="http://schemas.microsoft.com/office/powerpoint/2010/main" val="200755526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a:xfrm>
            <a:off x="2136775" y="155575"/>
            <a:ext cx="7620000" cy="642938"/>
          </a:xfrm>
        </p:spPr>
        <p:txBody>
          <a:bodyPr/>
          <a:lstStyle/>
          <a:p>
            <a:pPr algn="ctr"/>
            <a:r>
              <a:rPr lang="zh-CN" altLang="zh-CN" sz="3600" dirty="0">
                <a:latin typeface="楷体_GB2312" pitchFamily="49" charset="-122"/>
              </a:rPr>
              <a:t>2 </a:t>
            </a:r>
            <a:r>
              <a:rPr lang="zh-CN" altLang="en-US" sz="3600" dirty="0">
                <a:latin typeface="楷体_GB2312" pitchFamily="49" charset="-122"/>
              </a:rPr>
              <a:t>字符输入、输出函数</a:t>
            </a:r>
          </a:p>
        </p:txBody>
      </p:sp>
      <p:sp>
        <p:nvSpPr>
          <p:cNvPr id="198659" name="Rectangle 3"/>
          <p:cNvSpPr>
            <a:spLocks noGrp="1" noChangeArrowheads="1"/>
          </p:cNvSpPr>
          <p:nvPr>
            <p:ph type="body" idx="1"/>
          </p:nvPr>
        </p:nvSpPr>
        <p:spPr>
          <a:xfrm>
            <a:off x="2062163" y="1208088"/>
            <a:ext cx="8172450" cy="4610100"/>
          </a:xfrm>
        </p:spPr>
        <p:txBody>
          <a:bodyPr/>
          <a:lstStyle/>
          <a:p>
            <a:pPr marL="0" indent="0">
              <a:lnSpc>
                <a:spcPct val="110000"/>
              </a:lnSpc>
              <a:spcBef>
                <a:spcPct val="30000"/>
              </a:spcBef>
              <a:buNone/>
            </a:pPr>
            <a:r>
              <a:rPr lang="zh-CN" altLang="zh-CN" sz="2800" b="1">
                <a:latin typeface="黑体" pitchFamily="49" charset="-122"/>
              </a:rPr>
              <a:t>1</a:t>
            </a:r>
            <a:r>
              <a:rPr lang="zh-CN" altLang="zh-CN" sz="2800" b="1">
                <a:latin typeface="Times New Roman" pitchFamily="18" charset="0"/>
              </a:rPr>
              <a:t>.</a:t>
            </a:r>
            <a:r>
              <a:rPr lang="zh-CN" altLang="en-US" sz="2800" b="1"/>
              <a:t>字符输出函数   </a:t>
            </a:r>
            <a:r>
              <a:rPr lang="zh-CN" altLang="zh-CN" sz="2800" b="1">
                <a:latin typeface="Arial" pitchFamily="34" charset="0"/>
              </a:rPr>
              <a:t>putchar</a:t>
            </a:r>
            <a:r>
              <a:rPr lang="zh-CN" altLang="zh-CN" sz="2800" b="1">
                <a:latin typeface="Times New Roman" pitchFamily="18" charset="0"/>
              </a:rPr>
              <a:t>( )</a:t>
            </a:r>
            <a:endParaRPr lang="zh-CN" altLang="zh-CN" sz="2800" b="1">
              <a:latin typeface="黑体" pitchFamily="49" charset="-122"/>
            </a:endParaRPr>
          </a:p>
          <a:p>
            <a:pPr marL="628650" lvl="1" indent="-271463">
              <a:lnSpc>
                <a:spcPct val="110000"/>
              </a:lnSpc>
              <a:spcBef>
                <a:spcPct val="30000"/>
              </a:spcBef>
              <a:buClr>
                <a:srgbClr val="008000"/>
              </a:buClr>
              <a:buSzPct val="45000"/>
              <a:buFont typeface="Wingdings" pitchFamily="2" charset="2"/>
              <a:buChar char="l"/>
            </a:pPr>
            <a:r>
              <a:rPr lang="zh-CN" b="1">
                <a:latin typeface="黑体" pitchFamily="49" charset="-122"/>
              </a:rPr>
              <a:t>格式</a:t>
            </a:r>
            <a:r>
              <a:rPr lang="zh-CN" altLang="zh-CN" b="1">
                <a:latin typeface="Times New Roman" pitchFamily="18" charset="0"/>
              </a:rPr>
              <a:t>:  </a:t>
            </a:r>
            <a:r>
              <a:rPr lang="zh-CN" altLang="zh-CN" b="1">
                <a:solidFill>
                  <a:schemeClr val="hlink"/>
                </a:solidFill>
                <a:latin typeface="Arial" pitchFamily="34" charset="0"/>
              </a:rPr>
              <a:t>putchar</a:t>
            </a:r>
            <a:r>
              <a:rPr lang="zh-CN" altLang="zh-CN" b="1">
                <a:solidFill>
                  <a:schemeClr val="hlink"/>
                </a:solidFill>
                <a:latin typeface="Times New Roman" pitchFamily="18" charset="0"/>
              </a:rPr>
              <a:t>(</a:t>
            </a:r>
            <a:r>
              <a:rPr lang="zh-CN" altLang="zh-CN" b="1">
                <a:solidFill>
                  <a:schemeClr val="hlink"/>
                </a:solidFill>
              </a:rPr>
              <a:t> </a:t>
            </a:r>
            <a:r>
              <a:rPr lang="zh-CN" altLang="zh-CN" b="1">
                <a:solidFill>
                  <a:schemeClr val="hlink"/>
                </a:solidFill>
                <a:latin typeface="Arial" pitchFamily="34" charset="0"/>
              </a:rPr>
              <a:t>c</a:t>
            </a:r>
            <a:r>
              <a:rPr lang="zh-CN" altLang="zh-CN" b="1">
                <a:solidFill>
                  <a:schemeClr val="hlink"/>
                </a:solidFill>
              </a:rPr>
              <a:t> </a:t>
            </a:r>
            <a:r>
              <a:rPr lang="zh-CN" altLang="zh-CN" b="1">
                <a:solidFill>
                  <a:schemeClr val="hlink"/>
                </a:solidFill>
                <a:latin typeface="Times New Roman" pitchFamily="18" charset="0"/>
              </a:rPr>
              <a:t>)</a:t>
            </a:r>
            <a:r>
              <a:rPr lang="zh-CN" altLang="zh-CN" b="1">
                <a:latin typeface="Times New Roman" pitchFamily="18" charset="0"/>
              </a:rPr>
              <a:t>;</a:t>
            </a:r>
          </a:p>
          <a:p>
            <a:pPr marL="628650" lvl="1" indent="-271463">
              <a:lnSpc>
                <a:spcPct val="115000"/>
              </a:lnSpc>
              <a:spcBef>
                <a:spcPct val="40000"/>
              </a:spcBef>
              <a:spcAft>
                <a:spcPct val="5000"/>
              </a:spcAft>
              <a:buClr>
                <a:srgbClr val="008000"/>
              </a:buClr>
              <a:buSzPct val="45000"/>
              <a:buFont typeface="Wingdings" pitchFamily="2" charset="2"/>
              <a:buChar char="l"/>
            </a:pPr>
            <a:r>
              <a:rPr lang="zh-CN" b="1">
                <a:latin typeface="黑体" pitchFamily="49" charset="-122"/>
              </a:rPr>
              <a:t>功能</a:t>
            </a:r>
            <a:r>
              <a:rPr lang="zh-CN" altLang="zh-CN" b="1">
                <a:latin typeface="Times New Roman" pitchFamily="18" charset="0"/>
              </a:rPr>
              <a:t>:  </a:t>
            </a:r>
            <a:r>
              <a:rPr lang="zh-CN" b="1">
                <a:latin typeface="Courier New" pitchFamily="49" charset="0"/>
              </a:rPr>
              <a:t>向终端输出</a:t>
            </a:r>
            <a:r>
              <a:rPr lang="zh-CN" b="1">
                <a:latin typeface="黑体" pitchFamily="49" charset="-122"/>
              </a:rPr>
              <a:t>一个字符</a:t>
            </a:r>
          </a:p>
          <a:p>
            <a:pPr marL="628650" lvl="1" indent="-271463">
              <a:lnSpc>
                <a:spcPct val="110000"/>
              </a:lnSpc>
              <a:spcBef>
                <a:spcPct val="40000"/>
              </a:spcBef>
              <a:buClr>
                <a:srgbClr val="008000"/>
              </a:buClr>
              <a:buSzPct val="45000"/>
              <a:buFont typeface="Wingdings" pitchFamily="2" charset="2"/>
              <a:buChar char="l"/>
            </a:pPr>
            <a:r>
              <a:rPr lang="zh-CN" b="1">
                <a:latin typeface="Arial" pitchFamily="34" charset="0"/>
              </a:rPr>
              <a:t>说明</a:t>
            </a:r>
            <a:r>
              <a:rPr lang="zh-CN" altLang="zh-CN" b="1">
                <a:latin typeface="Times New Roman" pitchFamily="18" charset="0"/>
              </a:rPr>
              <a:t>:</a:t>
            </a:r>
            <a:r>
              <a:rPr lang="zh-CN" altLang="zh-CN" b="1">
                <a:solidFill>
                  <a:schemeClr val="bg1"/>
                </a:solidFill>
                <a:latin typeface="Arial" pitchFamily="34" charset="0"/>
              </a:rPr>
              <a:t> </a:t>
            </a:r>
          </a:p>
          <a:p>
            <a:pPr marL="1150938" lvl="2">
              <a:lnSpc>
                <a:spcPct val="120000"/>
              </a:lnSpc>
              <a:spcBef>
                <a:spcPct val="40000"/>
              </a:spcBef>
              <a:buClr>
                <a:srgbClr val="008000"/>
              </a:buClr>
              <a:buSzPct val="70000"/>
              <a:buFont typeface="Wingdings 2" pitchFamily="18" charset="2"/>
              <a:buChar char="ô"/>
            </a:pPr>
            <a:r>
              <a:rPr lang="zh-CN" altLang="zh-CN" sz="2800" b="1">
                <a:latin typeface="Courier New" pitchFamily="49" charset="0"/>
                <a:ea typeface="黑体" pitchFamily="49" charset="-122"/>
              </a:rPr>
              <a:t>C</a:t>
            </a:r>
            <a:r>
              <a:rPr lang="zh-CN" altLang="en-US" sz="2800" b="1">
                <a:latin typeface="黑体" pitchFamily="49" charset="-122"/>
                <a:ea typeface="黑体" pitchFamily="49" charset="-122"/>
              </a:rPr>
              <a:t>为参数</a:t>
            </a:r>
            <a:r>
              <a:rPr lang="zh-CN" altLang="zh-CN" sz="2800" b="1">
                <a:latin typeface="Times New Roman" pitchFamily="18" charset="0"/>
                <a:ea typeface="黑体" pitchFamily="49" charset="-122"/>
              </a:rPr>
              <a:t>, </a:t>
            </a:r>
            <a:r>
              <a:rPr lang="zh-CN" altLang="en-US" sz="2800" b="1">
                <a:latin typeface="黑体" pitchFamily="49" charset="-122"/>
                <a:ea typeface="黑体" pitchFamily="49" charset="-122"/>
              </a:rPr>
              <a:t>可以是字符型变量</a:t>
            </a:r>
            <a:r>
              <a:rPr lang="zh-CN" b="1">
                <a:latin typeface="黑体" pitchFamily="49" charset="-122"/>
                <a:ea typeface="黑体" pitchFamily="49" charset="-122"/>
              </a:rPr>
              <a:t>、</a:t>
            </a:r>
            <a:r>
              <a:rPr lang="zh-CN" altLang="en-US" sz="2800" b="1">
                <a:latin typeface="黑体" pitchFamily="49" charset="-122"/>
                <a:ea typeface="黑体" pitchFamily="49" charset="-122"/>
              </a:rPr>
              <a:t>整型变量</a:t>
            </a:r>
            <a:r>
              <a:rPr lang="zh-CN" b="1">
                <a:latin typeface="黑体" pitchFamily="49" charset="-122"/>
                <a:ea typeface="黑体" pitchFamily="49" charset="-122"/>
              </a:rPr>
              <a:t>、</a:t>
            </a:r>
            <a:r>
              <a:rPr lang="zh-CN" altLang="en-US" sz="2800" b="1">
                <a:ea typeface="黑体" pitchFamily="49" charset="-122"/>
              </a:rPr>
              <a:t>字符型</a:t>
            </a:r>
            <a:r>
              <a:rPr lang="zh-CN" altLang="en-US" sz="2800" b="1">
                <a:latin typeface="黑体" pitchFamily="49" charset="-122"/>
                <a:ea typeface="黑体" pitchFamily="49" charset="-122"/>
              </a:rPr>
              <a:t>常量</a:t>
            </a:r>
            <a:r>
              <a:rPr lang="zh-CN" altLang="en-US" sz="2800" b="1">
                <a:ea typeface="黑体" pitchFamily="49" charset="-122"/>
              </a:rPr>
              <a:t>、表达式</a:t>
            </a:r>
            <a:r>
              <a:rPr lang="zh-CN" altLang="en-US" sz="2800" b="1">
                <a:latin typeface="黑体" pitchFamily="49" charset="-122"/>
                <a:ea typeface="黑体" pitchFamily="49" charset="-122"/>
              </a:rPr>
              <a:t>或转义字符</a:t>
            </a:r>
            <a:r>
              <a:rPr lang="zh-CN" altLang="zh-CN" sz="2800" b="1">
                <a:latin typeface="Times New Roman" pitchFamily="18" charset="0"/>
                <a:ea typeface="黑体" pitchFamily="49" charset="-122"/>
              </a:rPr>
              <a:t>,  </a:t>
            </a:r>
            <a:r>
              <a:rPr lang="zh-CN" altLang="en-US" sz="2800" b="1">
                <a:ea typeface="黑体" pitchFamily="49" charset="-122"/>
              </a:rPr>
              <a:t>但只能是单个字符而不能是字符串</a:t>
            </a:r>
            <a:r>
              <a:rPr lang="zh-CN" altLang="en-US" sz="2800" b="1">
                <a:latin typeface="黑体" pitchFamily="49" charset="-122"/>
                <a:ea typeface="黑体" pitchFamily="49" charset="-122"/>
              </a:rPr>
              <a:t>。</a:t>
            </a:r>
          </a:p>
        </p:txBody>
      </p:sp>
    </p:spTree>
    <p:extLst>
      <p:ext uri="{BB962C8B-B14F-4D97-AF65-F5344CB8AC3E}">
        <p14:creationId xmlns:p14="http://schemas.microsoft.com/office/powerpoint/2010/main" val="151538121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p:cNvSpPr>
            <a:spLocks noGrp="1" noChangeArrowheads="1"/>
          </p:cNvSpPr>
          <p:nvPr>
            <p:ph type="title"/>
          </p:nvPr>
        </p:nvSpPr>
        <p:spPr>
          <a:xfrm>
            <a:off x="2197100" y="155575"/>
            <a:ext cx="5486400" cy="617538"/>
          </a:xfrm>
        </p:spPr>
        <p:txBody>
          <a:bodyPr/>
          <a:lstStyle/>
          <a:p>
            <a:r>
              <a:rPr lang="zh-CN" altLang="zh-CN" sz="2800" dirty="0">
                <a:solidFill>
                  <a:schemeClr val="tx1"/>
                </a:solidFill>
                <a:latin typeface="Times New Roman" pitchFamily="18" charset="0"/>
                <a:ea typeface="文鼎书宋简" charset="-122"/>
              </a:rPr>
              <a:t>【</a:t>
            </a:r>
            <a:r>
              <a:rPr lang="zh-CN" altLang="en-US" sz="2800" dirty="0">
                <a:solidFill>
                  <a:schemeClr val="tx1"/>
                </a:solidFill>
                <a:latin typeface="Times New Roman" pitchFamily="18" charset="0"/>
                <a:ea typeface="黑体" pitchFamily="49" charset="-122"/>
              </a:rPr>
              <a:t>例</a:t>
            </a:r>
            <a:r>
              <a:rPr lang="zh-CN" altLang="zh-CN" sz="2800" dirty="0">
                <a:solidFill>
                  <a:schemeClr val="tx1"/>
                </a:solidFill>
                <a:latin typeface="Times New Roman" pitchFamily="18" charset="0"/>
                <a:ea typeface="文鼎书宋简" charset="-122"/>
              </a:rPr>
              <a:t>】</a:t>
            </a:r>
            <a:r>
              <a:rPr lang="zh-CN" altLang="zh-CN" sz="2800" dirty="0">
                <a:solidFill>
                  <a:schemeClr val="tx1"/>
                </a:solidFill>
                <a:latin typeface="Times New Roman" pitchFamily="18" charset="0"/>
                <a:cs typeface="Times New Roman" pitchFamily="18" charset="0"/>
              </a:rPr>
              <a:t>putchar</a:t>
            </a:r>
            <a:r>
              <a:rPr lang="zh-CN" altLang="en-US" sz="2800" dirty="0">
                <a:solidFill>
                  <a:schemeClr val="tx1"/>
                </a:solidFill>
                <a:latin typeface="Times New Roman" pitchFamily="18" charset="0"/>
                <a:ea typeface="黑体" pitchFamily="49" charset="-122"/>
              </a:rPr>
              <a:t>函数的应用</a:t>
            </a:r>
            <a:endParaRPr lang="zh-CN" altLang="en-US" sz="2800" dirty="0">
              <a:solidFill>
                <a:schemeClr val="tx1"/>
              </a:solidFill>
              <a:ea typeface="黑体" pitchFamily="49" charset="-122"/>
            </a:endParaRPr>
          </a:p>
        </p:txBody>
      </p:sp>
      <p:sp>
        <p:nvSpPr>
          <p:cNvPr id="199683" name="Rectangle 3"/>
          <p:cNvSpPr>
            <a:spLocks noGrp="1" noChangeArrowheads="1"/>
          </p:cNvSpPr>
          <p:nvPr>
            <p:ph type="body" idx="1"/>
          </p:nvPr>
        </p:nvSpPr>
        <p:spPr>
          <a:xfrm>
            <a:off x="2189163" y="1176338"/>
            <a:ext cx="3906837" cy="4648200"/>
          </a:xfrm>
        </p:spPr>
        <p:txBody>
          <a:bodyPr/>
          <a:lstStyle/>
          <a:p>
            <a:pPr>
              <a:spcBef>
                <a:spcPct val="30000"/>
              </a:spcBef>
              <a:buFont typeface="Wingdings" pitchFamily="2" charset="2"/>
              <a:buNone/>
            </a:pPr>
            <a:r>
              <a:rPr lang="en-US" altLang="zh-CN" sz="2800" b="1" dirty="0">
                <a:ea typeface="仿宋_GB2312" pitchFamily="49" charset="-122"/>
              </a:rPr>
              <a:t>#include &lt;</a:t>
            </a:r>
            <a:r>
              <a:rPr lang="en-US" altLang="zh-CN" sz="2800" b="1" dirty="0" err="1">
                <a:ea typeface="仿宋_GB2312" pitchFamily="49" charset="-122"/>
              </a:rPr>
              <a:t>stdio.h</a:t>
            </a:r>
            <a:r>
              <a:rPr lang="en-US" altLang="zh-CN" sz="2800" b="1" dirty="0">
                <a:ea typeface="仿宋_GB2312" pitchFamily="49" charset="-122"/>
              </a:rPr>
              <a:t>&gt;</a:t>
            </a:r>
          </a:p>
          <a:p>
            <a:pPr>
              <a:spcBef>
                <a:spcPct val="30000"/>
              </a:spcBef>
              <a:buFont typeface="Wingdings" pitchFamily="2" charset="2"/>
              <a:buNone/>
            </a:pPr>
            <a:r>
              <a:rPr lang="en-US" altLang="zh-CN" sz="2800" b="1" dirty="0">
                <a:ea typeface="仿宋_GB2312" pitchFamily="49" charset="-122"/>
              </a:rPr>
              <a:t>main()</a:t>
            </a:r>
          </a:p>
          <a:p>
            <a:pPr>
              <a:spcBef>
                <a:spcPct val="30000"/>
              </a:spcBef>
              <a:buFont typeface="Wingdings" pitchFamily="2" charset="2"/>
              <a:buNone/>
            </a:pPr>
            <a:r>
              <a:rPr lang="en-US" altLang="zh-CN" sz="2800" b="1" dirty="0">
                <a:ea typeface="仿宋_GB2312" pitchFamily="49" charset="-122"/>
              </a:rPr>
              <a:t>{ </a:t>
            </a:r>
          </a:p>
          <a:p>
            <a:pPr>
              <a:spcBef>
                <a:spcPct val="30000"/>
              </a:spcBef>
              <a:buFont typeface="Wingdings" pitchFamily="2" charset="2"/>
              <a:buNone/>
            </a:pPr>
            <a:r>
              <a:rPr lang="en-US" altLang="zh-CN" sz="2800" b="1" dirty="0">
                <a:ea typeface="仿宋_GB2312" pitchFamily="49" charset="-122"/>
              </a:rPr>
              <a:t>	char </a:t>
            </a:r>
            <a:r>
              <a:rPr lang="en-US" altLang="zh-CN" sz="2800" b="1" dirty="0" err="1">
                <a:ea typeface="仿宋_GB2312" pitchFamily="49" charset="-122"/>
              </a:rPr>
              <a:t>ch</a:t>
            </a:r>
            <a:r>
              <a:rPr lang="en-US" altLang="zh-CN" sz="2800" b="1" dirty="0">
                <a:ea typeface="仿宋_GB2312" pitchFamily="49" charset="-122"/>
              </a:rPr>
              <a:t>='A';</a:t>
            </a:r>
          </a:p>
          <a:p>
            <a:pPr>
              <a:spcBef>
                <a:spcPct val="30000"/>
              </a:spcBef>
              <a:buFont typeface="Wingdings" pitchFamily="2" charset="2"/>
              <a:buNone/>
            </a:pPr>
            <a:r>
              <a:rPr lang="en-US" altLang="zh-CN" sz="2800" b="1" dirty="0">
                <a:ea typeface="仿宋_GB2312" pitchFamily="49" charset="-122"/>
              </a:rPr>
              <a:t>	</a:t>
            </a:r>
            <a:r>
              <a:rPr lang="en-US" altLang="zh-CN" sz="2800" b="1" dirty="0" err="1">
                <a:ea typeface="仿宋_GB2312" pitchFamily="49" charset="-122"/>
              </a:rPr>
              <a:t>printf</a:t>
            </a:r>
            <a:r>
              <a:rPr lang="en-US" altLang="zh-CN" sz="2800" b="1" dirty="0">
                <a:ea typeface="仿宋_GB2312" pitchFamily="49" charset="-122"/>
              </a:rPr>
              <a:t>("%c",</a:t>
            </a:r>
            <a:r>
              <a:rPr lang="en-US" altLang="zh-CN" sz="2800" b="1" dirty="0" err="1">
                <a:ea typeface="仿宋_GB2312" pitchFamily="49" charset="-122"/>
              </a:rPr>
              <a:t>ch</a:t>
            </a:r>
            <a:r>
              <a:rPr lang="en-US" altLang="zh-CN" sz="2800" b="1" dirty="0">
                <a:ea typeface="仿宋_GB2312" pitchFamily="49" charset="-122"/>
              </a:rPr>
              <a:t>);</a:t>
            </a:r>
          </a:p>
          <a:p>
            <a:pPr>
              <a:spcBef>
                <a:spcPct val="30000"/>
              </a:spcBef>
              <a:buFont typeface="Wingdings" pitchFamily="2" charset="2"/>
              <a:buNone/>
            </a:pPr>
            <a:r>
              <a:rPr lang="en-US" altLang="zh-CN" sz="2800" b="1" dirty="0">
                <a:ea typeface="仿宋_GB2312" pitchFamily="49" charset="-122"/>
              </a:rPr>
              <a:t>	</a:t>
            </a:r>
            <a:r>
              <a:rPr lang="en-US" altLang="zh-CN" sz="2800" b="1" dirty="0" err="1">
                <a:ea typeface="仿宋_GB2312" pitchFamily="49" charset="-122"/>
              </a:rPr>
              <a:t>putchar</a:t>
            </a:r>
            <a:r>
              <a:rPr lang="en-US" altLang="zh-CN" sz="2800" b="1" dirty="0">
                <a:ea typeface="仿宋_GB2312" pitchFamily="49" charset="-122"/>
              </a:rPr>
              <a:t>(</a:t>
            </a:r>
            <a:r>
              <a:rPr lang="en-US" altLang="zh-CN" sz="2800" b="1" dirty="0" err="1">
                <a:ea typeface="仿宋_GB2312" pitchFamily="49" charset="-122"/>
              </a:rPr>
              <a:t>ch</a:t>
            </a:r>
            <a:r>
              <a:rPr lang="en-US" altLang="zh-CN" sz="2800" b="1" dirty="0">
                <a:ea typeface="仿宋_GB2312" pitchFamily="49" charset="-122"/>
              </a:rPr>
              <a:t>);</a:t>
            </a:r>
          </a:p>
          <a:p>
            <a:pPr>
              <a:spcBef>
                <a:spcPct val="30000"/>
              </a:spcBef>
              <a:buFont typeface="Wingdings" pitchFamily="2" charset="2"/>
              <a:buNone/>
            </a:pPr>
            <a:r>
              <a:rPr lang="en-US" altLang="zh-CN" sz="2800" b="1" dirty="0">
                <a:ea typeface="仿宋_GB2312" pitchFamily="49" charset="-122"/>
              </a:rPr>
              <a:t>	</a:t>
            </a:r>
            <a:r>
              <a:rPr lang="en-US" altLang="zh-CN" sz="2800" b="1" dirty="0" err="1">
                <a:ea typeface="仿宋_GB2312" pitchFamily="49" charset="-122"/>
              </a:rPr>
              <a:t>printf</a:t>
            </a:r>
            <a:r>
              <a:rPr lang="en-US" altLang="zh-CN" sz="2800" b="1" dirty="0">
                <a:ea typeface="仿宋_GB2312" pitchFamily="49" charset="-122"/>
              </a:rPr>
              <a:t>("%c",65);</a:t>
            </a:r>
          </a:p>
          <a:p>
            <a:pPr>
              <a:spcBef>
                <a:spcPct val="30000"/>
              </a:spcBef>
              <a:buFont typeface="Wingdings" pitchFamily="2" charset="2"/>
              <a:buNone/>
            </a:pPr>
            <a:r>
              <a:rPr lang="en-US" altLang="zh-CN" sz="2800" b="1" dirty="0">
                <a:ea typeface="仿宋_GB2312" pitchFamily="49" charset="-122"/>
              </a:rPr>
              <a:t>	</a:t>
            </a:r>
            <a:r>
              <a:rPr lang="en-US" altLang="zh-CN" sz="2800" b="1" dirty="0" err="1">
                <a:ea typeface="仿宋_GB2312" pitchFamily="49" charset="-122"/>
              </a:rPr>
              <a:t>putchar</a:t>
            </a:r>
            <a:r>
              <a:rPr lang="en-US" altLang="zh-CN" sz="2800" b="1" dirty="0">
                <a:ea typeface="仿宋_GB2312" pitchFamily="49" charset="-122"/>
              </a:rPr>
              <a:t>(65);</a:t>
            </a:r>
          </a:p>
          <a:p>
            <a:pPr>
              <a:spcBef>
                <a:spcPct val="30000"/>
              </a:spcBef>
              <a:buFont typeface="Wingdings" pitchFamily="2" charset="2"/>
              <a:buNone/>
            </a:pPr>
            <a:r>
              <a:rPr lang="en-US" altLang="zh-CN" sz="2800" b="1" dirty="0">
                <a:ea typeface="仿宋_GB2312" pitchFamily="49" charset="-122"/>
              </a:rPr>
              <a:t>	</a:t>
            </a:r>
            <a:r>
              <a:rPr lang="en-US" altLang="zh-CN" sz="2800" b="1" dirty="0" err="1">
                <a:ea typeface="仿宋_GB2312" pitchFamily="49" charset="-122"/>
              </a:rPr>
              <a:t>putchar</a:t>
            </a:r>
            <a:r>
              <a:rPr lang="en-US" altLang="zh-CN" sz="2800" b="1" dirty="0">
                <a:ea typeface="仿宋_GB2312" pitchFamily="49" charset="-122"/>
              </a:rPr>
              <a:t>(10);</a:t>
            </a:r>
          </a:p>
          <a:p>
            <a:pPr>
              <a:spcBef>
                <a:spcPct val="30000"/>
              </a:spcBef>
              <a:buFont typeface="Wingdings" pitchFamily="2" charset="2"/>
              <a:buNone/>
            </a:pPr>
            <a:r>
              <a:rPr lang="en-US" altLang="zh-CN" sz="2800" b="1" dirty="0">
                <a:ea typeface="仿宋_GB2312" pitchFamily="49" charset="-122"/>
              </a:rPr>
              <a:t>}</a:t>
            </a:r>
            <a:endParaRPr lang="zh-CN" altLang="zh-CN" sz="2800" b="1" dirty="0">
              <a:ea typeface="仿宋_GB2312" pitchFamily="49" charset="-122"/>
            </a:endParaRPr>
          </a:p>
        </p:txBody>
      </p:sp>
      <p:pic>
        <p:nvPicPr>
          <p:cNvPr id="3" name="图片 2">
            <a:extLst>
              <a:ext uri="{FF2B5EF4-FFF2-40B4-BE49-F238E27FC236}">
                <a16:creationId xmlns:a16="http://schemas.microsoft.com/office/drawing/2014/main" id="{03A6C98B-1CDF-4D67-AF07-84CDAE6F2418}"/>
              </a:ext>
            </a:extLst>
          </p:cNvPr>
          <p:cNvPicPr>
            <a:picLocks noChangeAspect="1"/>
          </p:cNvPicPr>
          <p:nvPr/>
        </p:nvPicPr>
        <p:blipFill>
          <a:blip r:embed="rId2"/>
          <a:stretch>
            <a:fillRect/>
          </a:stretch>
        </p:blipFill>
        <p:spPr>
          <a:xfrm>
            <a:off x="5375920" y="1772816"/>
            <a:ext cx="4724574" cy="1433442"/>
          </a:xfrm>
          <a:prstGeom prst="rect">
            <a:avLst/>
          </a:prstGeom>
        </p:spPr>
      </p:pic>
    </p:spTree>
    <p:extLst>
      <p:ext uri="{BB962C8B-B14F-4D97-AF65-F5344CB8AC3E}">
        <p14:creationId xmlns:p14="http://schemas.microsoft.com/office/powerpoint/2010/main" val="2469348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32"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out)">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p:cNvSpPr>
            <a:spLocks noGrp="1" noChangeArrowheads="1"/>
          </p:cNvSpPr>
          <p:nvPr>
            <p:ph type="title"/>
          </p:nvPr>
        </p:nvSpPr>
        <p:spPr>
          <a:xfrm>
            <a:off x="2197100" y="155575"/>
            <a:ext cx="5486400" cy="617538"/>
          </a:xfrm>
        </p:spPr>
        <p:txBody>
          <a:bodyPr/>
          <a:lstStyle/>
          <a:p>
            <a:r>
              <a:rPr lang="zh-CN" altLang="zh-CN" sz="2800" dirty="0">
                <a:solidFill>
                  <a:schemeClr val="tx1"/>
                </a:solidFill>
                <a:latin typeface="Times New Roman" pitchFamily="18" charset="0"/>
                <a:ea typeface="文鼎书宋简" charset="-122"/>
              </a:rPr>
              <a:t>【</a:t>
            </a:r>
            <a:r>
              <a:rPr lang="zh-CN" altLang="en-US" sz="2800" dirty="0">
                <a:solidFill>
                  <a:schemeClr val="tx1"/>
                </a:solidFill>
                <a:latin typeface="Times New Roman" pitchFamily="18" charset="0"/>
                <a:ea typeface="黑体" pitchFamily="49" charset="-122"/>
              </a:rPr>
              <a:t>例</a:t>
            </a:r>
            <a:r>
              <a:rPr lang="zh-CN" altLang="zh-CN" sz="2800" dirty="0">
                <a:solidFill>
                  <a:schemeClr val="tx1"/>
                </a:solidFill>
                <a:latin typeface="Times New Roman" pitchFamily="18" charset="0"/>
                <a:ea typeface="文鼎书宋简" charset="-122"/>
              </a:rPr>
              <a:t>】</a:t>
            </a:r>
            <a:r>
              <a:rPr lang="zh-CN" altLang="zh-CN" sz="2800" dirty="0">
                <a:solidFill>
                  <a:schemeClr val="tx1"/>
                </a:solidFill>
                <a:latin typeface="Times New Roman" pitchFamily="18" charset="0"/>
                <a:cs typeface="Times New Roman" pitchFamily="18" charset="0"/>
              </a:rPr>
              <a:t>putchar</a:t>
            </a:r>
            <a:r>
              <a:rPr lang="zh-CN" altLang="en-US" sz="2800" dirty="0">
                <a:solidFill>
                  <a:schemeClr val="tx1"/>
                </a:solidFill>
                <a:latin typeface="Times New Roman" pitchFamily="18" charset="0"/>
                <a:ea typeface="黑体" pitchFamily="49" charset="-122"/>
              </a:rPr>
              <a:t>函数的应用</a:t>
            </a:r>
            <a:endParaRPr lang="zh-CN" altLang="en-US" sz="2800" dirty="0">
              <a:solidFill>
                <a:schemeClr val="tx1"/>
              </a:solidFill>
              <a:ea typeface="黑体" pitchFamily="49" charset="-122"/>
            </a:endParaRPr>
          </a:p>
        </p:txBody>
      </p:sp>
      <p:sp>
        <p:nvSpPr>
          <p:cNvPr id="199683" name="Rectangle 3"/>
          <p:cNvSpPr>
            <a:spLocks noGrp="1" noChangeArrowheads="1"/>
          </p:cNvSpPr>
          <p:nvPr>
            <p:ph type="body" idx="1"/>
          </p:nvPr>
        </p:nvSpPr>
        <p:spPr>
          <a:xfrm>
            <a:off x="2189163" y="1176338"/>
            <a:ext cx="8031162" cy="4648200"/>
          </a:xfrm>
        </p:spPr>
        <p:txBody>
          <a:bodyPr/>
          <a:lstStyle/>
          <a:p>
            <a:pPr>
              <a:spcBef>
                <a:spcPct val="30000"/>
              </a:spcBef>
              <a:buFont typeface="Wingdings" pitchFamily="2" charset="2"/>
              <a:buNone/>
            </a:pPr>
            <a:r>
              <a:rPr lang="zh-CN" altLang="zh-CN" sz="2800" b="1" dirty="0">
                <a:ea typeface="仿宋_GB2312" pitchFamily="49" charset="-122"/>
              </a:rPr>
              <a:t>    #</a:t>
            </a:r>
            <a:r>
              <a:rPr lang="zh-CN" altLang="zh-CN" sz="2800" b="1" dirty="0">
                <a:latin typeface="Arial" pitchFamily="34" charset="0"/>
                <a:ea typeface="仿宋_GB2312" pitchFamily="49" charset="-122"/>
              </a:rPr>
              <a:t>include</a:t>
            </a:r>
            <a:r>
              <a:rPr lang="zh-CN" altLang="zh-CN" sz="2800" b="1" dirty="0">
                <a:ea typeface="仿宋_GB2312" pitchFamily="49" charset="-122"/>
              </a:rPr>
              <a:t>  </a:t>
            </a:r>
            <a:r>
              <a:rPr lang="zh-CN" altLang="zh-CN" sz="2800" b="1" dirty="0">
                <a:latin typeface="Times New Roman" pitchFamily="18" charset="0"/>
                <a:ea typeface="仿宋_GB2312" pitchFamily="49" charset="-122"/>
              </a:rPr>
              <a:t>&lt;</a:t>
            </a:r>
            <a:r>
              <a:rPr lang="zh-CN" altLang="zh-CN" sz="2800" b="1" dirty="0">
                <a:latin typeface="Arial" pitchFamily="34" charset="0"/>
                <a:ea typeface="仿宋_GB2312" pitchFamily="49" charset="-122"/>
              </a:rPr>
              <a:t>stdio</a:t>
            </a:r>
            <a:r>
              <a:rPr lang="zh-CN" altLang="zh-CN" sz="2800" b="1" dirty="0">
                <a:ea typeface="仿宋_GB2312" pitchFamily="49" charset="-122"/>
              </a:rPr>
              <a:t> </a:t>
            </a:r>
            <a:r>
              <a:rPr lang="zh-CN" altLang="zh-CN" sz="2800" b="1" dirty="0">
                <a:latin typeface="Times New Roman" pitchFamily="18" charset="0"/>
                <a:ea typeface="仿宋_GB2312" pitchFamily="49" charset="-122"/>
              </a:rPr>
              <a:t>.</a:t>
            </a:r>
            <a:r>
              <a:rPr lang="zh-CN" altLang="zh-CN" sz="2800" b="1" dirty="0">
                <a:latin typeface="Arial" pitchFamily="34" charset="0"/>
                <a:ea typeface="仿宋_GB2312" pitchFamily="49" charset="-122"/>
              </a:rPr>
              <a:t>h</a:t>
            </a:r>
            <a:r>
              <a:rPr lang="zh-CN" altLang="zh-CN" sz="2800" b="1" dirty="0">
                <a:latin typeface="Times New Roman" pitchFamily="18" charset="0"/>
                <a:ea typeface="仿宋_GB2312" pitchFamily="49" charset="-122"/>
              </a:rPr>
              <a:t>&gt;</a:t>
            </a:r>
          </a:p>
          <a:p>
            <a:pPr>
              <a:spcBef>
                <a:spcPct val="30000"/>
              </a:spcBef>
              <a:buFont typeface="Wingdings" pitchFamily="2" charset="2"/>
              <a:buNone/>
            </a:pPr>
            <a:r>
              <a:rPr lang="zh-CN" altLang="zh-CN" sz="2800" b="1" dirty="0">
                <a:ea typeface="仿宋_GB2312" pitchFamily="49" charset="-122"/>
              </a:rPr>
              <a:t>      </a:t>
            </a:r>
            <a:r>
              <a:rPr lang="zh-CN" altLang="zh-CN" sz="2800" b="1" dirty="0">
                <a:latin typeface="Arial" pitchFamily="34" charset="0"/>
                <a:ea typeface="仿宋_GB2312" pitchFamily="49" charset="-122"/>
              </a:rPr>
              <a:t>void</a:t>
            </a:r>
            <a:r>
              <a:rPr lang="zh-CN" altLang="zh-CN" sz="2800" b="1" dirty="0">
                <a:ea typeface="仿宋_GB2312" pitchFamily="49" charset="-122"/>
              </a:rPr>
              <a:t> </a:t>
            </a:r>
            <a:r>
              <a:rPr lang="zh-CN" altLang="zh-CN" sz="2800" b="1" dirty="0">
                <a:latin typeface="Arial" pitchFamily="34" charset="0"/>
                <a:ea typeface="仿宋_GB2312" pitchFamily="49" charset="-122"/>
              </a:rPr>
              <a:t>main</a:t>
            </a:r>
            <a:r>
              <a:rPr lang="zh-CN" altLang="zh-CN" sz="2800" b="1" dirty="0">
                <a:latin typeface="Times New Roman" pitchFamily="18" charset="0"/>
                <a:ea typeface="仿宋_GB2312" pitchFamily="49" charset="-122"/>
              </a:rPr>
              <a:t>( )</a:t>
            </a:r>
          </a:p>
          <a:p>
            <a:pPr>
              <a:spcBef>
                <a:spcPct val="30000"/>
              </a:spcBef>
              <a:buFont typeface="Wingdings" pitchFamily="2" charset="2"/>
              <a:buNone/>
            </a:pPr>
            <a:r>
              <a:rPr lang="zh-CN" altLang="zh-CN" sz="2800" b="1" dirty="0">
                <a:ea typeface="仿宋_GB2312" pitchFamily="49" charset="-122"/>
              </a:rPr>
              <a:t>    {  </a:t>
            </a:r>
            <a:r>
              <a:rPr lang="zh-CN" altLang="zh-CN" sz="2800" b="1" dirty="0">
                <a:latin typeface="Arial" pitchFamily="34" charset="0"/>
                <a:ea typeface="仿宋_GB2312" pitchFamily="49" charset="-122"/>
              </a:rPr>
              <a:t>char  a</a:t>
            </a:r>
            <a:r>
              <a:rPr lang="zh-CN" altLang="zh-CN" sz="2800" b="1" dirty="0">
                <a:ea typeface="仿宋_GB2312" pitchFamily="49" charset="-122"/>
              </a:rPr>
              <a:t> =</a:t>
            </a:r>
            <a:r>
              <a:rPr lang="zh-CN" altLang="zh-CN" sz="2800" b="1" dirty="0">
                <a:latin typeface="Times New Roman" pitchFamily="18" charset="0"/>
                <a:ea typeface="仿宋_GB2312" pitchFamily="49" charset="-122"/>
              </a:rPr>
              <a:t>’</a:t>
            </a:r>
            <a:r>
              <a:rPr lang="zh-CN" altLang="zh-CN" sz="2800" b="1" dirty="0">
                <a:latin typeface="Arial" pitchFamily="34" charset="0"/>
                <a:ea typeface="仿宋_GB2312" pitchFamily="49" charset="-122"/>
              </a:rPr>
              <a:t>O</a:t>
            </a:r>
            <a:r>
              <a:rPr lang="zh-CN" altLang="zh-CN" sz="2800" b="1" dirty="0">
                <a:latin typeface="Times New Roman" pitchFamily="18" charset="0"/>
                <a:ea typeface="仿宋_GB2312" pitchFamily="49" charset="-122"/>
              </a:rPr>
              <a:t>’ ;</a:t>
            </a:r>
            <a:r>
              <a:rPr lang="zh-CN" altLang="zh-CN" sz="2800" b="1" dirty="0">
                <a:ea typeface="仿宋_GB2312" pitchFamily="49" charset="-122"/>
              </a:rPr>
              <a:t> </a:t>
            </a:r>
          </a:p>
          <a:p>
            <a:pPr>
              <a:spcBef>
                <a:spcPct val="30000"/>
              </a:spcBef>
              <a:buFont typeface="Wingdings" pitchFamily="2" charset="2"/>
              <a:buNone/>
            </a:pPr>
            <a:r>
              <a:rPr lang="zh-CN" altLang="zh-CN" sz="2800" b="1" dirty="0">
                <a:ea typeface="仿宋_GB2312" pitchFamily="49" charset="-122"/>
              </a:rPr>
              <a:t>        </a:t>
            </a:r>
            <a:r>
              <a:rPr lang="zh-CN" altLang="zh-CN" sz="2800" b="1" dirty="0">
                <a:latin typeface="Arial" pitchFamily="34" charset="0"/>
                <a:ea typeface="仿宋_GB2312" pitchFamily="49" charset="-122"/>
              </a:rPr>
              <a:t>int  b</a:t>
            </a:r>
            <a:r>
              <a:rPr lang="zh-CN" altLang="zh-CN" sz="2800" b="1" dirty="0">
                <a:ea typeface="仿宋_GB2312" pitchFamily="49" charset="-122"/>
              </a:rPr>
              <a:t>=75</a:t>
            </a:r>
            <a:r>
              <a:rPr lang="zh-CN" altLang="zh-CN" sz="2800" b="1" dirty="0">
                <a:latin typeface="Times New Roman" pitchFamily="18" charset="0"/>
                <a:ea typeface="仿宋_GB2312" pitchFamily="49" charset="-122"/>
              </a:rPr>
              <a:t>;</a:t>
            </a:r>
            <a:r>
              <a:rPr lang="en-US" altLang="zh-CN" sz="2800" b="1" dirty="0">
                <a:latin typeface="Times New Roman" pitchFamily="18" charset="0"/>
                <a:ea typeface="仿宋_GB2312" pitchFamily="49" charset="-122"/>
              </a:rPr>
              <a:t>  //K</a:t>
            </a:r>
            <a:r>
              <a:rPr lang="zh-CN" altLang="en-US" sz="2800" b="1" dirty="0">
                <a:latin typeface="Times New Roman" pitchFamily="18" charset="0"/>
                <a:ea typeface="仿宋_GB2312" pitchFamily="49" charset="-122"/>
              </a:rPr>
              <a:t>的</a:t>
            </a:r>
            <a:r>
              <a:rPr lang="en-US" altLang="zh-CN" sz="2800" b="1" dirty="0">
                <a:latin typeface="Times New Roman" pitchFamily="18" charset="0"/>
                <a:ea typeface="仿宋_GB2312" pitchFamily="49" charset="-122"/>
              </a:rPr>
              <a:t>ascii</a:t>
            </a:r>
            <a:r>
              <a:rPr lang="zh-CN" altLang="en-US" sz="2800" b="1" dirty="0">
                <a:latin typeface="Times New Roman" pitchFamily="18" charset="0"/>
                <a:ea typeface="仿宋_GB2312" pitchFamily="49" charset="-122"/>
              </a:rPr>
              <a:t>码值</a:t>
            </a:r>
            <a:endParaRPr lang="zh-CN" altLang="zh-CN" sz="2800" b="1" dirty="0">
              <a:latin typeface="Times New Roman" pitchFamily="18" charset="0"/>
              <a:ea typeface="仿宋_GB2312" pitchFamily="49" charset="-122"/>
            </a:endParaRPr>
          </a:p>
          <a:p>
            <a:pPr>
              <a:spcBef>
                <a:spcPct val="30000"/>
              </a:spcBef>
              <a:buClrTx/>
              <a:buSzTx/>
              <a:buFontTx/>
              <a:buNone/>
            </a:pPr>
            <a:r>
              <a:rPr lang="zh-CN" altLang="zh-CN" sz="2800" b="1" dirty="0">
                <a:ea typeface="仿宋_GB2312" pitchFamily="49" charset="-122"/>
              </a:rPr>
              <a:t>        </a:t>
            </a:r>
            <a:r>
              <a:rPr lang="zh-CN" altLang="zh-CN" sz="2800" b="1" dirty="0">
                <a:latin typeface="Arial" pitchFamily="34" charset="0"/>
                <a:ea typeface="仿宋_GB2312" pitchFamily="49" charset="-122"/>
              </a:rPr>
              <a:t>putchar</a:t>
            </a:r>
            <a:r>
              <a:rPr lang="zh-CN" altLang="zh-CN" sz="2800" b="1" dirty="0">
                <a:latin typeface="Times New Roman" pitchFamily="18" charset="0"/>
                <a:ea typeface="仿宋_GB2312" pitchFamily="49" charset="-122"/>
              </a:rPr>
              <a:t>(</a:t>
            </a:r>
            <a:r>
              <a:rPr lang="zh-CN" altLang="zh-CN" sz="2800" b="1" dirty="0">
                <a:ea typeface="仿宋_GB2312" pitchFamily="49" charset="-122"/>
              </a:rPr>
              <a:t> </a:t>
            </a:r>
            <a:r>
              <a:rPr lang="zh-CN" altLang="zh-CN" sz="2800" b="1" dirty="0">
                <a:latin typeface="Arial" pitchFamily="34" charset="0"/>
                <a:ea typeface="仿宋_GB2312" pitchFamily="49" charset="-122"/>
              </a:rPr>
              <a:t>a</a:t>
            </a:r>
            <a:r>
              <a:rPr lang="zh-CN" altLang="zh-CN" sz="2800" b="1" dirty="0">
                <a:ea typeface="仿宋_GB2312" pitchFamily="49" charset="-122"/>
              </a:rPr>
              <a:t> </a:t>
            </a:r>
            <a:r>
              <a:rPr lang="zh-CN" altLang="zh-CN" sz="2800" b="1" dirty="0">
                <a:latin typeface="Times New Roman" pitchFamily="18" charset="0"/>
                <a:ea typeface="仿宋_GB2312" pitchFamily="49" charset="-122"/>
              </a:rPr>
              <a:t>);</a:t>
            </a:r>
            <a:r>
              <a:rPr lang="zh-CN" altLang="zh-CN" sz="2800" b="1" dirty="0">
                <a:ea typeface="仿宋_GB2312" pitchFamily="49" charset="-122"/>
              </a:rPr>
              <a:t> </a:t>
            </a:r>
          </a:p>
          <a:p>
            <a:pPr>
              <a:spcBef>
                <a:spcPct val="30000"/>
              </a:spcBef>
              <a:buClrTx/>
              <a:buSzTx/>
              <a:buFontTx/>
              <a:buNone/>
            </a:pPr>
            <a:r>
              <a:rPr lang="zh-CN" altLang="zh-CN" sz="2800" b="1" dirty="0">
                <a:ea typeface="仿宋_GB2312" pitchFamily="49" charset="-122"/>
              </a:rPr>
              <a:t>        </a:t>
            </a:r>
            <a:r>
              <a:rPr lang="zh-CN" altLang="zh-CN" sz="2800" b="1" dirty="0">
                <a:latin typeface="Arial" pitchFamily="34" charset="0"/>
                <a:ea typeface="仿宋_GB2312" pitchFamily="49" charset="-122"/>
              </a:rPr>
              <a:t>putchar</a:t>
            </a:r>
            <a:r>
              <a:rPr lang="zh-CN" altLang="zh-CN" sz="2800" b="1" dirty="0">
                <a:latin typeface="Times New Roman" pitchFamily="18" charset="0"/>
                <a:ea typeface="仿宋_GB2312" pitchFamily="49" charset="-122"/>
              </a:rPr>
              <a:t>(</a:t>
            </a:r>
            <a:r>
              <a:rPr lang="zh-CN" altLang="zh-CN" sz="2800" b="1" dirty="0">
                <a:ea typeface="仿宋_GB2312" pitchFamily="49" charset="-122"/>
              </a:rPr>
              <a:t> </a:t>
            </a:r>
            <a:r>
              <a:rPr lang="zh-CN" altLang="zh-CN" sz="2800" b="1" dirty="0">
                <a:latin typeface="Arial" pitchFamily="34" charset="0"/>
                <a:ea typeface="仿宋_GB2312" pitchFamily="49" charset="-122"/>
              </a:rPr>
              <a:t>b</a:t>
            </a:r>
            <a:r>
              <a:rPr lang="zh-CN" altLang="zh-CN" sz="2800" b="1" dirty="0">
                <a:ea typeface="仿宋_GB2312" pitchFamily="49" charset="-122"/>
              </a:rPr>
              <a:t> </a:t>
            </a:r>
            <a:r>
              <a:rPr lang="zh-CN" altLang="zh-CN" sz="2800" b="1" dirty="0">
                <a:latin typeface="Times New Roman" pitchFamily="18" charset="0"/>
                <a:ea typeface="仿宋_GB2312" pitchFamily="49" charset="-122"/>
              </a:rPr>
              <a:t>);</a:t>
            </a:r>
          </a:p>
          <a:p>
            <a:pPr>
              <a:spcBef>
                <a:spcPct val="40000"/>
              </a:spcBef>
              <a:buClrTx/>
              <a:buSzTx/>
              <a:buFontTx/>
              <a:buNone/>
            </a:pPr>
            <a:r>
              <a:rPr lang="zh-CN" altLang="zh-CN" sz="2800" b="1" dirty="0">
                <a:ea typeface="仿宋_GB2312" pitchFamily="49" charset="-122"/>
              </a:rPr>
              <a:t>    }    </a:t>
            </a:r>
          </a:p>
          <a:p>
            <a:pPr>
              <a:buClrTx/>
              <a:buSzTx/>
              <a:buFontTx/>
              <a:buNone/>
            </a:pPr>
            <a:r>
              <a:rPr lang="zh-CN" altLang="zh-CN" sz="2800" b="1" dirty="0">
                <a:ea typeface="仿宋_GB2312" pitchFamily="49" charset="-122"/>
              </a:rPr>
              <a:t>    </a:t>
            </a:r>
          </a:p>
        </p:txBody>
      </p:sp>
      <p:sp>
        <p:nvSpPr>
          <p:cNvPr id="199684" name="Text Box 4"/>
          <p:cNvSpPr txBox="1">
            <a:spLocks noChangeArrowheads="1"/>
          </p:cNvSpPr>
          <p:nvPr/>
        </p:nvSpPr>
        <p:spPr bwMode="auto">
          <a:xfrm>
            <a:off x="5645150" y="3413126"/>
            <a:ext cx="3352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zh-CN" altLang="zh-CN" sz="2800" b="1" dirty="0">
                <a:solidFill>
                  <a:srgbClr val="CC0000"/>
                </a:solidFill>
                <a:latin typeface="Arial" pitchFamily="34" charset="0"/>
                <a:ea typeface="宋体" pitchFamily="2" charset="-122"/>
              </a:rPr>
              <a:t>putchar</a:t>
            </a:r>
            <a:r>
              <a:rPr lang="zh-CN" altLang="zh-CN" sz="2800" b="1" dirty="0">
                <a:solidFill>
                  <a:srgbClr val="CC0000"/>
                </a:solidFill>
                <a:latin typeface="Times New Roman" pitchFamily="18" charset="0"/>
                <a:ea typeface="宋体" pitchFamily="2" charset="-122"/>
              </a:rPr>
              <a:t>(</a:t>
            </a:r>
            <a:r>
              <a:rPr lang="zh-CN" altLang="zh-CN" sz="2800" b="1" dirty="0">
                <a:solidFill>
                  <a:srgbClr val="CC0000"/>
                </a:solidFill>
                <a:ea typeface="宋体" pitchFamily="2" charset="-122"/>
              </a:rPr>
              <a:t>'</a:t>
            </a:r>
            <a:r>
              <a:rPr lang="zh-CN" altLang="zh-CN" sz="2800" dirty="0">
                <a:solidFill>
                  <a:srgbClr val="CC0000"/>
                </a:solidFill>
                <a:ea typeface="宋体" pitchFamily="2" charset="-122"/>
              </a:rPr>
              <a:t>\</a:t>
            </a:r>
            <a:r>
              <a:rPr lang="zh-CN" altLang="zh-CN" sz="2800" b="1" dirty="0">
                <a:solidFill>
                  <a:srgbClr val="CC0000"/>
                </a:solidFill>
                <a:ea typeface="宋体" pitchFamily="2" charset="-122"/>
              </a:rPr>
              <a:t>n' </a:t>
            </a:r>
            <a:r>
              <a:rPr lang="zh-CN" altLang="zh-CN" sz="2800" b="1" dirty="0">
                <a:solidFill>
                  <a:srgbClr val="CC0000"/>
                </a:solidFill>
                <a:latin typeface="Times New Roman" pitchFamily="18" charset="0"/>
                <a:ea typeface="宋体" pitchFamily="2" charset="-122"/>
              </a:rPr>
              <a:t>);</a:t>
            </a:r>
          </a:p>
        </p:txBody>
      </p:sp>
      <p:sp>
        <p:nvSpPr>
          <p:cNvPr id="199685" name="Text Box 5"/>
          <p:cNvSpPr txBox="1">
            <a:spLocks noChangeArrowheads="1"/>
          </p:cNvSpPr>
          <p:nvPr/>
        </p:nvSpPr>
        <p:spPr bwMode="auto">
          <a:xfrm>
            <a:off x="2884488" y="4606925"/>
            <a:ext cx="5486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zh-CN" altLang="en-US" sz="2400" b="1">
                <a:solidFill>
                  <a:srgbClr val="000000"/>
                </a:solidFill>
                <a:latin typeface="楷体_GB2312" pitchFamily="49" charset="-122"/>
                <a:ea typeface="楷体_GB2312" pitchFamily="49" charset="-122"/>
              </a:rPr>
              <a:t>输出结果</a:t>
            </a:r>
            <a:r>
              <a:rPr lang="zh-CN" altLang="zh-CN" sz="2400" b="1">
                <a:solidFill>
                  <a:srgbClr val="000000"/>
                </a:solidFill>
                <a:latin typeface="楷体_GB2312" pitchFamily="49" charset="-122"/>
                <a:ea typeface="楷体_GB2312" pitchFamily="49" charset="-122"/>
              </a:rPr>
              <a:t>:</a:t>
            </a:r>
            <a:r>
              <a:rPr lang="zh-CN" altLang="zh-CN" sz="2400" b="1">
                <a:solidFill>
                  <a:srgbClr val="000000"/>
                </a:solidFill>
                <a:latin typeface="Times New Roman" pitchFamily="18" charset="0"/>
                <a:ea typeface="宋体" pitchFamily="2" charset="-122"/>
              </a:rPr>
              <a:t>   </a:t>
            </a:r>
            <a:r>
              <a:rPr lang="zh-CN" altLang="zh-CN" sz="2400" b="1">
                <a:solidFill>
                  <a:srgbClr val="2D2DB3"/>
                </a:solidFill>
                <a:ea typeface="宋体" pitchFamily="2" charset="-122"/>
              </a:rPr>
              <a:t>OK</a:t>
            </a:r>
          </a:p>
        </p:txBody>
      </p:sp>
      <p:sp>
        <p:nvSpPr>
          <p:cNvPr id="199686" name="Text Box 6"/>
          <p:cNvSpPr txBox="1">
            <a:spLocks noChangeArrowheads="1"/>
          </p:cNvSpPr>
          <p:nvPr/>
        </p:nvSpPr>
        <p:spPr bwMode="auto">
          <a:xfrm>
            <a:off x="4448175" y="4705350"/>
            <a:ext cx="762000" cy="757130"/>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90000"/>
              </a:lnSpc>
              <a:spcBef>
                <a:spcPct val="0"/>
              </a:spcBef>
              <a:spcAft>
                <a:spcPct val="0"/>
              </a:spcAft>
            </a:pPr>
            <a:r>
              <a:rPr lang="zh-CN" altLang="zh-CN" sz="2400" b="1">
                <a:solidFill>
                  <a:srgbClr val="2D2DB3"/>
                </a:solidFill>
                <a:ea typeface="宋体" pitchFamily="2" charset="-122"/>
              </a:rPr>
              <a:t>O</a:t>
            </a:r>
          </a:p>
          <a:p>
            <a:pPr fontAlgn="base">
              <a:lnSpc>
                <a:spcPct val="90000"/>
              </a:lnSpc>
              <a:spcBef>
                <a:spcPct val="0"/>
              </a:spcBef>
              <a:spcAft>
                <a:spcPct val="0"/>
              </a:spcAft>
            </a:pPr>
            <a:r>
              <a:rPr lang="zh-CN" altLang="zh-CN" sz="2400" b="1">
                <a:solidFill>
                  <a:srgbClr val="2D2DB3"/>
                </a:solidFill>
                <a:ea typeface="宋体" pitchFamily="2" charset="-122"/>
              </a:rPr>
              <a:t>K</a:t>
            </a:r>
          </a:p>
        </p:txBody>
      </p:sp>
    </p:spTree>
    <p:extLst>
      <p:ext uri="{BB962C8B-B14F-4D97-AF65-F5344CB8AC3E}">
        <p14:creationId xmlns:p14="http://schemas.microsoft.com/office/powerpoint/2010/main" val="11630510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9685">
                                            <p:txEl>
                                              <p:pRg st="0" end="0"/>
                                            </p:txEl>
                                          </p:spTgt>
                                        </p:tgtEl>
                                        <p:attrNameLst>
                                          <p:attrName>style.visibility</p:attrName>
                                        </p:attrNameLst>
                                      </p:cBhvr>
                                      <p:to>
                                        <p:strVal val="visible"/>
                                      </p:to>
                                    </p:set>
                                    <p:animEffect transition="in" filter="wipe(left)">
                                      <p:cBhvr>
                                        <p:cTn id="7" dur="500"/>
                                        <p:tgtEl>
                                          <p:spTgt spid="19968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199684">
                                            <p:txEl>
                                              <p:pRg st="0" end="0"/>
                                            </p:txEl>
                                          </p:spTgt>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199686"/>
                                        </p:tgtEl>
                                        <p:attrNameLst>
                                          <p:attrName>style.visibility</p:attrName>
                                        </p:attrNameLst>
                                      </p:cBhvr>
                                      <p:to>
                                        <p:strVal val="visible"/>
                                      </p:to>
                                    </p:set>
                                    <p:animEffect transition="in" filter="dissolve">
                                      <p:cBhvr>
                                        <p:cTn id="16" dur="500"/>
                                        <p:tgtEl>
                                          <p:spTgt spid="1996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684" grpId="0" build="p" autoUpdateAnimBg="0"/>
      <p:bldP spid="199685" grpId="0" build="p" autoUpdateAnimBg="0"/>
      <p:bldP spid="199686" grpId="0" animBg="1"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a:xfrm>
            <a:off x="2279651" y="260351"/>
            <a:ext cx="7720013" cy="633413"/>
          </a:xfrm>
        </p:spPr>
        <p:txBody>
          <a:bodyPr/>
          <a:lstStyle/>
          <a:p>
            <a:r>
              <a:rPr lang="zh-CN" altLang="zh-CN" sz="2800" b="1">
                <a:solidFill>
                  <a:schemeClr val="tx1"/>
                </a:solidFill>
                <a:latin typeface="黑体" pitchFamily="49" charset="-122"/>
                <a:ea typeface="黑体" pitchFamily="49" charset="-122"/>
              </a:rPr>
              <a:t>2</a:t>
            </a:r>
            <a:r>
              <a:rPr lang="zh-CN" altLang="zh-CN" sz="2800" b="1">
                <a:solidFill>
                  <a:schemeClr val="tx1"/>
                </a:solidFill>
                <a:latin typeface="Times New Roman" pitchFamily="18" charset="0"/>
                <a:ea typeface="黑体" pitchFamily="49" charset="-122"/>
              </a:rPr>
              <a:t>.</a:t>
            </a:r>
            <a:r>
              <a:rPr lang="zh-CN" altLang="en-US" sz="2800" b="1">
                <a:solidFill>
                  <a:schemeClr val="tx1"/>
                </a:solidFill>
                <a:ea typeface="黑体" pitchFamily="49" charset="-122"/>
              </a:rPr>
              <a:t>字符输入函数   </a:t>
            </a:r>
            <a:r>
              <a:rPr lang="zh-CN" altLang="zh-CN" sz="2800" b="1">
                <a:solidFill>
                  <a:schemeClr val="tx1"/>
                </a:solidFill>
                <a:latin typeface="Arial" pitchFamily="34" charset="0"/>
                <a:ea typeface="黑体" pitchFamily="49" charset="-122"/>
              </a:rPr>
              <a:t>getchar</a:t>
            </a:r>
            <a:r>
              <a:rPr lang="zh-CN" altLang="zh-CN" sz="2800" b="1">
                <a:solidFill>
                  <a:schemeClr val="tx1"/>
                </a:solidFill>
                <a:latin typeface="Times New Roman" pitchFamily="18" charset="0"/>
                <a:ea typeface="黑体" pitchFamily="49" charset="-122"/>
              </a:rPr>
              <a:t>( )</a:t>
            </a:r>
          </a:p>
        </p:txBody>
      </p:sp>
      <p:sp>
        <p:nvSpPr>
          <p:cNvPr id="200707" name="Rectangle 3"/>
          <p:cNvSpPr>
            <a:spLocks noGrp="1" noChangeArrowheads="1"/>
          </p:cNvSpPr>
          <p:nvPr>
            <p:ph type="body" idx="1"/>
          </p:nvPr>
        </p:nvSpPr>
        <p:spPr>
          <a:xfrm>
            <a:off x="2166939" y="1427163"/>
            <a:ext cx="8262937" cy="4722812"/>
          </a:xfrm>
        </p:spPr>
        <p:txBody>
          <a:bodyPr/>
          <a:lstStyle/>
          <a:p>
            <a:pPr marL="0" indent="0">
              <a:lnSpc>
                <a:spcPct val="110000"/>
              </a:lnSpc>
              <a:spcBef>
                <a:spcPct val="35000"/>
              </a:spcBef>
              <a:buClr>
                <a:srgbClr val="008000"/>
              </a:buClr>
              <a:buSzPct val="45000"/>
              <a:buFont typeface="Wingdings" pitchFamily="2" charset="2"/>
              <a:buChar char="l"/>
            </a:pPr>
            <a:r>
              <a:rPr lang="zh-CN" altLang="en-US" sz="2400" b="1">
                <a:latin typeface="黑体" pitchFamily="49" charset="-122"/>
                <a:ea typeface="黑体" pitchFamily="49" charset="-122"/>
              </a:rPr>
              <a:t> </a:t>
            </a:r>
            <a:r>
              <a:rPr lang="zh-CN" altLang="en-US" sz="2800" b="1">
                <a:latin typeface="黑体" pitchFamily="49" charset="-122"/>
                <a:ea typeface="黑体" pitchFamily="49" charset="-122"/>
              </a:rPr>
              <a:t>格式</a:t>
            </a:r>
            <a:r>
              <a:rPr lang="zh-CN" altLang="en-US" sz="2800" b="1">
                <a:latin typeface="Times New Roman" pitchFamily="18" charset="0"/>
                <a:ea typeface="黑体" pitchFamily="49" charset="-122"/>
              </a:rPr>
              <a:t>:</a:t>
            </a:r>
            <a:r>
              <a:rPr lang="zh-CN" altLang="en-US" sz="2800" b="1">
                <a:latin typeface="黑体" pitchFamily="49" charset="-122"/>
                <a:ea typeface="黑体" pitchFamily="49" charset="-122"/>
              </a:rPr>
              <a:t>  </a:t>
            </a:r>
            <a:r>
              <a:rPr lang="zh-CN" altLang="en-US" sz="2800" b="1">
                <a:solidFill>
                  <a:schemeClr val="hlink"/>
                </a:solidFill>
                <a:latin typeface="Arial" pitchFamily="34" charset="0"/>
                <a:ea typeface="黑体" pitchFamily="49" charset="-122"/>
              </a:rPr>
              <a:t>getchar</a:t>
            </a:r>
            <a:r>
              <a:rPr lang="zh-CN" altLang="en-US" sz="2800" b="1">
                <a:solidFill>
                  <a:schemeClr val="hlink"/>
                </a:solidFill>
                <a:latin typeface="Times New Roman" pitchFamily="18" charset="0"/>
                <a:ea typeface="黑体" pitchFamily="49" charset="-122"/>
              </a:rPr>
              <a:t>(  )</a:t>
            </a:r>
            <a:r>
              <a:rPr lang="zh-CN" altLang="en-US" sz="2800" b="1">
                <a:latin typeface="Times New Roman" pitchFamily="18" charset="0"/>
                <a:ea typeface="黑体" pitchFamily="49" charset="-122"/>
              </a:rPr>
              <a:t>;</a:t>
            </a:r>
          </a:p>
          <a:p>
            <a:pPr marL="0" indent="0">
              <a:lnSpc>
                <a:spcPct val="110000"/>
              </a:lnSpc>
              <a:spcBef>
                <a:spcPct val="35000"/>
              </a:spcBef>
              <a:buClr>
                <a:srgbClr val="008000"/>
              </a:buClr>
              <a:buSzPct val="45000"/>
              <a:buFont typeface="Wingdings" pitchFamily="2" charset="2"/>
              <a:buChar char="l"/>
            </a:pPr>
            <a:r>
              <a:rPr lang="zh-CN" altLang="en-US" sz="2400" b="1">
                <a:latin typeface="黑体" pitchFamily="49" charset="-122"/>
                <a:ea typeface="黑体" pitchFamily="49" charset="-122"/>
              </a:rPr>
              <a:t> </a:t>
            </a:r>
            <a:r>
              <a:rPr lang="zh-CN" altLang="en-US" sz="2800" b="1">
                <a:latin typeface="黑体" pitchFamily="49" charset="-122"/>
                <a:ea typeface="黑体" pitchFamily="49" charset="-122"/>
              </a:rPr>
              <a:t>功能</a:t>
            </a:r>
            <a:r>
              <a:rPr lang="zh-CN" altLang="en-US" sz="2800" b="1">
                <a:latin typeface="Times New Roman" pitchFamily="18" charset="0"/>
                <a:ea typeface="黑体" pitchFamily="49" charset="-122"/>
              </a:rPr>
              <a:t>:    从键盘读入一个字符</a:t>
            </a:r>
          </a:p>
          <a:p>
            <a:pPr marL="0" indent="0">
              <a:lnSpc>
                <a:spcPct val="110000"/>
              </a:lnSpc>
              <a:spcBef>
                <a:spcPct val="35000"/>
              </a:spcBef>
              <a:buClr>
                <a:srgbClr val="008000"/>
              </a:buClr>
              <a:buSzPct val="45000"/>
              <a:buNone/>
            </a:pPr>
            <a:r>
              <a:rPr lang="pt-BR" altLang="en-US" sz="2800" b="1">
                <a:latin typeface="黑体" pitchFamily="49" charset="-122"/>
                <a:ea typeface="黑体" pitchFamily="49" charset="-122"/>
              </a:rPr>
              <a:t>        </a:t>
            </a:r>
            <a:r>
              <a:rPr lang="pt-BR" altLang="en-US" sz="2800" b="1">
                <a:latin typeface="Arial" pitchFamily="34" charset="0"/>
                <a:ea typeface="黑体" pitchFamily="49" charset="-122"/>
              </a:rPr>
              <a:t>char  ch = getchar</a:t>
            </a:r>
            <a:r>
              <a:rPr lang="pt-BR" altLang="en-US" sz="2800" b="1">
                <a:latin typeface="Times New Roman" pitchFamily="18" charset="0"/>
                <a:ea typeface="黑体" pitchFamily="49" charset="-122"/>
              </a:rPr>
              <a:t>( );</a:t>
            </a:r>
            <a:endParaRPr lang="zh-CN" altLang="en-US" sz="2800" b="1">
              <a:latin typeface="Times New Roman" pitchFamily="18" charset="0"/>
              <a:ea typeface="黑体" pitchFamily="49" charset="-122"/>
            </a:endParaRPr>
          </a:p>
          <a:p>
            <a:pPr marL="0" indent="0">
              <a:lnSpc>
                <a:spcPct val="110000"/>
              </a:lnSpc>
              <a:spcBef>
                <a:spcPct val="0"/>
              </a:spcBef>
              <a:buClr>
                <a:srgbClr val="008000"/>
              </a:buClr>
              <a:buSzPct val="45000"/>
              <a:buFont typeface="Wingdings" pitchFamily="2" charset="2"/>
              <a:buChar char="l"/>
            </a:pPr>
            <a:r>
              <a:rPr lang="zh-CN" altLang="en-US" sz="2400" b="1">
                <a:latin typeface="黑体" pitchFamily="49" charset="-122"/>
                <a:ea typeface="黑体" pitchFamily="49" charset="-122"/>
              </a:rPr>
              <a:t> </a:t>
            </a:r>
            <a:r>
              <a:rPr lang="zh-CN" altLang="en-US" sz="2800" b="1">
                <a:latin typeface="黑体" pitchFamily="49" charset="-122"/>
                <a:ea typeface="黑体" pitchFamily="49" charset="-122"/>
              </a:rPr>
              <a:t>说明</a:t>
            </a:r>
            <a:r>
              <a:rPr lang="zh-CN" altLang="en-US" sz="2800" b="1">
                <a:latin typeface="Times New Roman" pitchFamily="18" charset="0"/>
                <a:ea typeface="黑体" pitchFamily="49" charset="-122"/>
              </a:rPr>
              <a:t>:</a:t>
            </a:r>
            <a:r>
              <a:rPr lang="zh-CN" altLang="en-US" sz="2800" b="1">
                <a:latin typeface="黑体" pitchFamily="49" charset="-122"/>
                <a:ea typeface="黑体" pitchFamily="49" charset="-122"/>
              </a:rPr>
              <a:t> </a:t>
            </a:r>
          </a:p>
          <a:p>
            <a:pPr marL="628650" lvl="1" indent="-271463">
              <a:lnSpc>
                <a:spcPct val="120000"/>
              </a:lnSpc>
              <a:spcBef>
                <a:spcPct val="15000"/>
              </a:spcBef>
              <a:buClr>
                <a:srgbClr val="008000"/>
              </a:buClr>
              <a:buSzPct val="80000"/>
              <a:buFont typeface="Wingdings 2" pitchFamily="18" charset="2"/>
              <a:buChar char="ô"/>
            </a:pPr>
            <a:r>
              <a:rPr lang="zh-CN" altLang="en-US" b="1">
                <a:latin typeface="黑体" pitchFamily="49" charset="-122"/>
                <a:ea typeface="黑体" pitchFamily="49" charset="-122"/>
              </a:rPr>
              <a:t>只能读取一个字符</a:t>
            </a:r>
          </a:p>
          <a:p>
            <a:pPr marL="628650" lvl="1" indent="-271463">
              <a:lnSpc>
                <a:spcPct val="120000"/>
              </a:lnSpc>
              <a:spcBef>
                <a:spcPct val="25000"/>
              </a:spcBef>
              <a:buClr>
                <a:srgbClr val="008000"/>
              </a:buClr>
              <a:buSzPct val="80000"/>
              <a:buFont typeface="Wingdings 2" pitchFamily="18" charset="2"/>
              <a:buChar char="ô"/>
            </a:pPr>
            <a:r>
              <a:rPr lang="zh-CN" altLang="en-US" b="1">
                <a:latin typeface="黑体" pitchFamily="49" charset="-122"/>
                <a:ea typeface="黑体" pitchFamily="49" charset="-122"/>
              </a:rPr>
              <a:t>该字符可赋给字符变量、整型变量或作为表达式的一部分。</a:t>
            </a:r>
          </a:p>
          <a:p>
            <a:pPr marL="628650" lvl="1" indent="-271463">
              <a:lnSpc>
                <a:spcPct val="110000"/>
              </a:lnSpc>
              <a:spcBef>
                <a:spcPct val="40000"/>
              </a:spcBef>
              <a:buClr>
                <a:srgbClr val="009900"/>
              </a:buClr>
              <a:buSzPct val="85000"/>
              <a:buNone/>
            </a:pPr>
            <a:r>
              <a:rPr lang="zh-CN" altLang="en-US" sz="2000" b="1">
                <a:latin typeface="黑体" pitchFamily="49" charset="-122"/>
                <a:ea typeface="黑体" pitchFamily="49" charset="-122"/>
              </a:rPr>
              <a:t>       </a:t>
            </a:r>
          </a:p>
        </p:txBody>
      </p:sp>
    </p:spTree>
    <p:extLst>
      <p:ext uri="{BB962C8B-B14F-4D97-AF65-F5344CB8AC3E}">
        <p14:creationId xmlns:p14="http://schemas.microsoft.com/office/powerpoint/2010/main" val="343597036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1A36C04C-0127-4314-92E9-98B942CC0508}"/>
              </a:ext>
            </a:extLst>
          </p:cNvPr>
          <p:cNvSpPr txBox="1"/>
          <p:nvPr>
            <p:custDataLst>
              <p:tags r:id="rId2"/>
            </p:custDataLst>
          </p:nvPr>
        </p:nvSpPr>
        <p:spPr>
          <a:xfrm>
            <a:off x="1219200" y="635000"/>
            <a:ext cx="8405192" cy="6013816"/>
          </a:xfrm>
          <a:prstGeom prst="rect">
            <a:avLst/>
          </a:prstGeom>
          <a:noFill/>
        </p:spPr>
        <p:txBody>
          <a:bodyPr vert="horz" wrap="square" rtlCol="0" anchor="ctr" anchorCtr="0">
            <a:noAutofit/>
          </a:bodyPr>
          <a:lstStyle/>
          <a:p>
            <a:r>
              <a:rPr lang="en-US" altLang="zh-CN"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#include &lt;stdio.h&gt;</a:t>
            </a:r>
          </a:p>
          <a:p>
            <a:r>
              <a:rPr lang="en-US" altLang="zh-CN"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main()</a:t>
            </a:r>
          </a:p>
          <a:p>
            <a:r>
              <a:rPr lang="en-US" altLang="zh-CN"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p>
          <a:p>
            <a:r>
              <a:rPr lang="en-US" altLang="zh-CN"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char a,b,c,d;</a:t>
            </a:r>
          </a:p>
          <a:p>
            <a:r>
              <a:rPr lang="en-US" altLang="zh-CN"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scanf(“%c%c”,&amp;a,&amp;b</a:t>
            </a:r>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a:p>
            <a:r>
              <a:rPr lang="en-US" altLang="zh-CN"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c=getchar(); d=getchar();</a:t>
            </a:r>
          </a:p>
          <a:p>
            <a:r>
              <a:rPr lang="en-US" altLang="zh-CN"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printf(“%c%c%c%c\n”,a,b,c,d</a:t>
            </a:r>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a:p>
            <a:r>
              <a:rPr lang="en-US" altLang="zh-CN"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当执行程序时，按下列方式输入数据</a:t>
            </a:r>
          </a:p>
          <a:p>
            <a:r>
              <a:rPr lang="en-US" altLang="zh-CN"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12&lt;CR&gt;</a:t>
            </a:r>
          </a:p>
          <a:p>
            <a:r>
              <a:rPr lang="en-US" altLang="zh-CN"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34</a:t>
            </a:r>
          </a:p>
          <a:p>
            <a:r>
              <a:rPr lang="en-US" altLang="zh-CN"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&lt;CR</a:t>
            </a:r>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表示回车</a:t>
            </a:r>
            <a:r>
              <a:rPr lang="en-US" altLang="zh-CN"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&gt;</a:t>
            </a:r>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则输出结果是</a:t>
            </a:r>
          </a:p>
        </p:txBody>
      </p:sp>
      <p:sp>
        <p:nvSpPr>
          <p:cNvPr id="7" name="文本框 6">
            <a:extLst>
              <a:ext uri="{FF2B5EF4-FFF2-40B4-BE49-F238E27FC236}">
                <a16:creationId xmlns:a16="http://schemas.microsoft.com/office/drawing/2014/main" id="{D9D527A2-8DB0-499E-A8D4-BD382AE64AD2}"/>
              </a:ext>
            </a:extLst>
          </p:cNvPr>
          <p:cNvSpPr txBox="1"/>
          <p:nvPr>
            <p:custDataLst>
              <p:tags r:id="rId3"/>
            </p:custDataLst>
          </p:nvPr>
        </p:nvSpPr>
        <p:spPr>
          <a:xfrm>
            <a:off x="8675089" y="3070454"/>
            <a:ext cx="1054639" cy="642938"/>
          </a:xfrm>
          <a:prstGeom prst="rect">
            <a:avLst/>
          </a:prstGeom>
          <a:noFill/>
        </p:spPr>
        <p:txBody>
          <a:bodyPr vert="horz" rtlCol="0" anchor="ctr" anchorCtr="0">
            <a:noAutofit/>
          </a:bodyPr>
          <a:lstStyle/>
          <a:p>
            <a:r>
              <a:rPr lang="en-US" altLang="zh-CN"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1234</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a:extLst>
              <a:ext uri="{FF2B5EF4-FFF2-40B4-BE49-F238E27FC236}">
                <a16:creationId xmlns:a16="http://schemas.microsoft.com/office/drawing/2014/main" id="{1AFA1E20-A7DD-4446-9E90-DCA86D6FB0D1}"/>
              </a:ext>
            </a:extLst>
          </p:cNvPr>
          <p:cNvSpPr txBox="1"/>
          <p:nvPr>
            <p:custDataLst>
              <p:tags r:id="rId4"/>
            </p:custDataLst>
          </p:nvPr>
        </p:nvSpPr>
        <p:spPr>
          <a:xfrm>
            <a:off x="11136560" y="3005724"/>
            <a:ext cx="781415" cy="642938"/>
          </a:xfrm>
          <a:prstGeom prst="rect">
            <a:avLst/>
          </a:prstGeom>
          <a:noFill/>
        </p:spPr>
        <p:txBody>
          <a:bodyPr vert="horz" rtlCol="0" anchor="ctr" anchorCtr="0">
            <a:noAutofit/>
          </a:bodyPr>
          <a:lstStyle/>
          <a:p>
            <a:r>
              <a:rPr lang="en-US" altLang="zh-CN"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12</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文本框 8">
            <a:extLst>
              <a:ext uri="{FF2B5EF4-FFF2-40B4-BE49-F238E27FC236}">
                <a16:creationId xmlns:a16="http://schemas.microsoft.com/office/drawing/2014/main" id="{391C6F1C-CC4D-40B7-865A-37D89D7C40C3}"/>
              </a:ext>
            </a:extLst>
          </p:cNvPr>
          <p:cNvSpPr txBox="1"/>
          <p:nvPr>
            <p:custDataLst>
              <p:tags r:id="rId5"/>
            </p:custDataLst>
          </p:nvPr>
        </p:nvSpPr>
        <p:spPr>
          <a:xfrm>
            <a:off x="8785790" y="4312102"/>
            <a:ext cx="1167609" cy="642938"/>
          </a:xfrm>
          <a:prstGeom prst="rect">
            <a:avLst/>
          </a:prstGeom>
          <a:noFill/>
        </p:spPr>
        <p:txBody>
          <a:bodyPr vert="horz" rtlCol="0" anchor="ctr" anchorCtr="0">
            <a:noAutofit/>
          </a:bodyPr>
          <a:lstStyle/>
          <a:p>
            <a:r>
              <a:rPr lang="en-US" altLang="zh-CN"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12</a:t>
            </a:r>
          </a:p>
          <a:p>
            <a:r>
              <a:rPr lang="en-US" altLang="zh-CN"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3</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文本框 9">
            <a:extLst>
              <a:ext uri="{FF2B5EF4-FFF2-40B4-BE49-F238E27FC236}">
                <a16:creationId xmlns:a16="http://schemas.microsoft.com/office/drawing/2014/main" id="{A8C3A0A1-4165-461A-9D18-663CB7ACB9F6}"/>
              </a:ext>
            </a:extLst>
          </p:cNvPr>
          <p:cNvSpPr txBox="1"/>
          <p:nvPr>
            <p:custDataLst>
              <p:tags r:id="rId6"/>
            </p:custDataLst>
          </p:nvPr>
        </p:nvSpPr>
        <p:spPr>
          <a:xfrm>
            <a:off x="11216215" y="4257882"/>
            <a:ext cx="866775" cy="642938"/>
          </a:xfrm>
          <a:prstGeom prst="rect">
            <a:avLst/>
          </a:prstGeom>
          <a:noFill/>
        </p:spPr>
        <p:txBody>
          <a:bodyPr vert="horz" rtlCol="0" anchor="ctr" anchorCtr="0">
            <a:noAutofit/>
          </a:bodyPr>
          <a:lstStyle/>
          <a:p>
            <a:r>
              <a:rPr lang="en-US" altLang="zh-CN"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12</a:t>
            </a:r>
          </a:p>
          <a:p>
            <a:r>
              <a:rPr lang="en-US" altLang="zh-CN"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34</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50EEC276-4BDE-4A56-AF11-B8E89EFD75FB}"/>
              </a:ext>
            </a:extLst>
          </p:cNvPr>
          <p:cNvSpPr>
            <a:spLocks noChangeAspect="1"/>
          </p:cNvSpPr>
          <p:nvPr>
            <p:custDataLst>
              <p:tags r:id="rId7"/>
            </p:custDataLst>
          </p:nvPr>
        </p:nvSpPr>
        <p:spPr bwMode="auto">
          <a:xfrm>
            <a:off x="7808314" y="3124237"/>
            <a:ext cx="514350" cy="514350"/>
          </a:xfrm>
          <a:prstGeom prst="ellipse">
            <a:avLst/>
          </a:prstGeom>
          <a:solidFill>
            <a:srgbClr val="808080">
              <a:alpha val="50000"/>
            </a:srgbClr>
          </a:solidFill>
          <a:ln w="12700" cap="flat" cmpd="sng" algn="ctr">
            <a:solidFill>
              <a:srgbClr val="000000"/>
            </a:solidFill>
            <a:prstDash val="solid"/>
            <a:round/>
            <a:headEnd type="none" w="med" len="med"/>
            <a:tailEnd type="none" w="med" len="med"/>
          </a:ln>
          <a:effectLst>
            <a:outerShdw dist="107763" dir="2700000" algn="ctr" rotWithShape="0">
              <a:schemeClr val="bg2"/>
            </a:outerShdw>
          </a:effectLst>
        </p:spPr>
        <p:txBody>
          <a:bodyPr vert="horz" wrap="none" lIns="91440" tIns="45720" rIns="91440" bIns="45720" numCol="1" rtlCol="0" anchor="ctr" anchorCtr="1" compatLnSpc="1">
            <a:prstTxWarp prst="textNoShape">
              <a:avLst/>
            </a:prstTxWarp>
            <a:noAutofit/>
          </a:bodyPr>
          <a:lstStyle/>
          <a:p>
            <a:pPr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A</a:t>
            </a:r>
            <a:endParaRPr kumimoji="0" lang="zh-CN" altLang="en-US" sz="1600" b="0"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28992C7F-8D08-4CB9-8011-C2E7FDB5834C}"/>
              </a:ext>
            </a:extLst>
          </p:cNvPr>
          <p:cNvSpPr>
            <a:spLocks noChangeAspect="1"/>
          </p:cNvSpPr>
          <p:nvPr>
            <p:custDataLst>
              <p:tags r:id="rId8"/>
            </p:custDataLst>
          </p:nvPr>
        </p:nvSpPr>
        <p:spPr bwMode="auto">
          <a:xfrm>
            <a:off x="10269785" y="3070017"/>
            <a:ext cx="514350" cy="514350"/>
          </a:xfrm>
          <a:prstGeom prst="ellipse">
            <a:avLst/>
          </a:prstGeom>
          <a:solidFill>
            <a:srgbClr val="808080">
              <a:alpha val="50000"/>
            </a:srgbClr>
          </a:solidFill>
          <a:ln w="12700" cap="flat" cmpd="sng" algn="ctr">
            <a:solidFill>
              <a:srgbClr val="000000"/>
            </a:solidFill>
            <a:prstDash val="solid"/>
            <a:round/>
            <a:headEnd type="none" w="med" len="med"/>
            <a:tailEnd type="none" w="med" len="med"/>
          </a:ln>
          <a:effectLst>
            <a:outerShdw dist="107763" dir="2700000" algn="ctr" rotWithShape="0">
              <a:schemeClr val="bg2"/>
            </a:outerShdw>
          </a:effectLst>
        </p:spPr>
        <p:txBody>
          <a:bodyPr vert="horz" wrap="none" lIns="91440" tIns="45720" rIns="91440" bIns="45720" numCol="1" rtlCol="0" anchor="ctr" anchorCtr="1" compatLnSpc="1">
            <a:prstTxWarp prst="textNoShape">
              <a:avLst/>
            </a:prstTxWarp>
            <a:noAutofit/>
          </a:bodyPr>
          <a:lstStyle/>
          <a:p>
            <a:pPr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B</a:t>
            </a:r>
            <a:endParaRPr kumimoji="0" lang="zh-CN" altLang="en-US" sz="1600" b="0"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a:extLst>
              <a:ext uri="{FF2B5EF4-FFF2-40B4-BE49-F238E27FC236}">
                <a16:creationId xmlns:a16="http://schemas.microsoft.com/office/drawing/2014/main" id="{7F9C3950-F240-4F68-AD49-59DBF1754F53}"/>
              </a:ext>
            </a:extLst>
          </p:cNvPr>
          <p:cNvSpPr>
            <a:spLocks noChangeAspect="1"/>
          </p:cNvSpPr>
          <p:nvPr>
            <p:custDataLst>
              <p:tags r:id="rId9"/>
            </p:custDataLst>
          </p:nvPr>
        </p:nvSpPr>
        <p:spPr bwMode="auto">
          <a:xfrm>
            <a:off x="10349440" y="4322175"/>
            <a:ext cx="514350" cy="514350"/>
          </a:xfrm>
          <a:prstGeom prst="ellipse">
            <a:avLst/>
          </a:prstGeom>
          <a:solidFill>
            <a:srgbClr val="808080">
              <a:alpha val="50000"/>
            </a:srgbClr>
          </a:solidFill>
          <a:ln w="12700" cap="flat" cmpd="sng" algn="ctr">
            <a:solidFill>
              <a:srgbClr val="000000"/>
            </a:solidFill>
            <a:prstDash val="solid"/>
            <a:round/>
            <a:headEnd type="none" w="med" len="med"/>
            <a:tailEnd type="none" w="med" len="med"/>
          </a:ln>
          <a:effectLst>
            <a:outerShdw dist="107763" dir="2700000" algn="ctr" rotWithShape="0">
              <a:schemeClr val="bg2"/>
            </a:outerShdw>
          </a:effectLst>
        </p:spPr>
        <p:txBody>
          <a:bodyPr vert="horz" wrap="none" lIns="91440" tIns="45720" rIns="91440" bIns="45720" numCol="1" rtlCol="0" anchor="ctr" anchorCtr="1" compatLnSpc="1">
            <a:prstTxWarp prst="textNoShape">
              <a:avLst/>
            </a:prstTxWarp>
            <a:noAutofit/>
          </a:bodyPr>
          <a:lstStyle/>
          <a:p>
            <a:pPr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D</a:t>
            </a:r>
            <a:endParaRPr kumimoji="0" lang="zh-CN" altLang="en-US" sz="1600" b="0"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矩形: 圆角 14">
            <a:extLst>
              <a:ext uri="{FF2B5EF4-FFF2-40B4-BE49-F238E27FC236}">
                <a16:creationId xmlns:a16="http://schemas.microsoft.com/office/drawing/2014/main" id="{FEDA8538-3AE7-4BD9-AA8D-215675E8E5BB}"/>
              </a:ext>
            </a:extLst>
          </p:cNvPr>
          <p:cNvSpPr/>
          <p:nvPr>
            <p:custDataLst>
              <p:tags r:id="rId10"/>
            </p:custDataLst>
          </p:nvPr>
        </p:nvSpPr>
        <p:spPr bwMode="auto">
          <a:xfrm>
            <a:off x="9212889" y="6237336"/>
            <a:ext cx="1543050" cy="411480"/>
          </a:xfrm>
          <a:prstGeom prst="roundRect">
            <a:avLst/>
          </a:prstGeom>
          <a:solidFill>
            <a:srgbClr val="808080">
              <a:alpha val="50000"/>
            </a:srgbClr>
          </a:solidFill>
          <a:ln w="38100" cap="flat" cmpd="sng" algn="ctr">
            <a:solidFill>
              <a:srgbClr val="000000"/>
            </a:solidFill>
            <a:prstDash val="solid"/>
            <a:round/>
            <a:headEnd type="none" w="med" len="med"/>
            <a:tailEnd type="none" w="med" len="med"/>
          </a:ln>
          <a:effectLst>
            <a:outerShdw dist="107763" dir="2700000" algn="ctr" rotWithShape="0">
              <a:schemeClr val="bg2"/>
            </a:outerShdw>
          </a:effectLst>
        </p:spPr>
        <p:txBody>
          <a:bodyPr vert="horz" wrap="none" lIns="91440" tIns="45720" rIns="91440" bIns="45720" numCol="1" rtlCol="0" anchor="ctr" anchorCtr="1"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sp>
        <p:nvSpPr>
          <p:cNvPr id="21" name="椭圆 20">
            <a:extLst>
              <a:ext uri="{FF2B5EF4-FFF2-40B4-BE49-F238E27FC236}">
                <a16:creationId xmlns:a16="http://schemas.microsoft.com/office/drawing/2014/main" id="{50EEC276-4BDE-4A56-AF11-B8E89EFD75FB}"/>
              </a:ext>
            </a:extLst>
          </p:cNvPr>
          <p:cNvSpPr>
            <a:spLocks noChangeAspect="1"/>
          </p:cNvSpPr>
          <p:nvPr>
            <p:custDataLst>
              <p:tags r:id="rId11"/>
            </p:custDataLst>
          </p:nvPr>
        </p:nvSpPr>
        <p:spPr bwMode="auto">
          <a:xfrm>
            <a:off x="7857414" y="4323040"/>
            <a:ext cx="514350" cy="514350"/>
          </a:xfrm>
          <a:prstGeom prst="ellipse">
            <a:avLst/>
          </a:prstGeom>
          <a:solidFill>
            <a:srgbClr val="808080">
              <a:alpha val="50000"/>
            </a:srgbClr>
          </a:solidFill>
          <a:ln w="12700" cap="flat" cmpd="sng" algn="ctr">
            <a:solidFill>
              <a:srgbClr val="000000"/>
            </a:solidFill>
            <a:prstDash val="solid"/>
            <a:round/>
            <a:headEnd type="none" w="med" len="med"/>
            <a:tailEnd type="none" w="med" len="med"/>
          </a:ln>
          <a:effectLst>
            <a:outerShdw dist="107763" dir="2700000" algn="ctr" rotWithShape="0">
              <a:schemeClr val="bg2"/>
            </a:outerShdw>
          </a:effectLst>
        </p:spPr>
        <p:txBody>
          <a:bodyPr vert="horz" wrap="none" lIns="91440" tIns="45720" rIns="91440" bIns="45720" numCol="1" rtlCol="0" anchor="ctr" anchorCtr="1" compatLnSpc="1">
            <a:prstTxWarp prst="textNoShape">
              <a:avLst/>
            </a:prstTxWarp>
            <a:noAutofit/>
          </a:bodyPr>
          <a:lstStyle/>
          <a:p>
            <a:pPr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C</a:t>
            </a:r>
            <a:endParaRPr kumimoji="0" lang="zh-CN" altLang="en-US" sz="1600" b="0" i="0" u="none" strike="noStrike" cap="none" normalizeH="0" baseline="0" dirty="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20" name="组合 19">
            <a:extLst>
              <a:ext uri="{FF2B5EF4-FFF2-40B4-BE49-F238E27FC236}">
                <a16:creationId xmlns:a16="http://schemas.microsoft.com/office/drawing/2014/main" id="{4FE74EDB-63DD-4709-9274-A4D09909AA14}"/>
              </a:ext>
            </a:extLst>
          </p:cNvPr>
          <p:cNvGrpSpPr/>
          <p:nvPr>
            <p:custDataLst>
              <p:tags r:id="rId12"/>
            </p:custDataLst>
          </p:nvPr>
        </p:nvGrpSpPr>
        <p:grpSpPr>
          <a:xfrm>
            <a:off x="0" y="0"/>
            <a:ext cx="12192000" cy="635000"/>
            <a:chOff x="0" y="0"/>
            <a:chExt cx="12192000" cy="635000"/>
          </a:xfrm>
        </p:grpSpPr>
        <p:sp>
          <p:nvSpPr>
            <p:cNvPr id="16" name="TitleBackground">
              <a:extLst>
                <a:ext uri="{FF2B5EF4-FFF2-40B4-BE49-F238E27FC236}">
                  <a16:creationId xmlns:a16="http://schemas.microsoft.com/office/drawing/2014/main" id="{7132C5F4-E101-4EA1-AEB3-323857F49FDE}"/>
                </a:ext>
              </a:extLst>
            </p:cNvPr>
            <p:cNvSpPr/>
            <p:nvPr>
              <p:custDataLst>
                <p:tags r:id="rId15"/>
              </p:custDataLst>
            </p:nvPr>
          </p:nvSpPr>
          <p:spPr bwMode="auto">
            <a:xfrm>
              <a:off x="0" y="0"/>
              <a:ext cx="12192000" cy="635000"/>
            </a:xfrm>
            <a:prstGeom prst="rect">
              <a:avLst/>
            </a:prstGeom>
            <a:solidFill>
              <a:srgbClr val="F6F7F8">
                <a:alpha val="50000"/>
              </a:srgbClr>
            </a:solidFill>
            <a:ln w="0" cap="flat" cmpd="sng" algn="ctr">
              <a:noFill/>
              <a:prstDash val="solid"/>
              <a:round/>
              <a:headEnd type="none" w="med" len="med"/>
              <a:tailEnd type="none" w="med" len="med"/>
            </a:ln>
            <a:effectLst>
              <a:outerShdw dist="107763" dir="2700000" algn="ctr" rotWithShape="0">
                <a:schemeClr val="bg2"/>
              </a:outerShdw>
            </a:effectLst>
            <a:extLst>
              <a:ext uri="{91240B29-F687-4F45-9708-019B960494DF}">
                <a14:hiddenLine xmlns:a14="http://schemas.microsoft.com/office/drawing/2010/main" w="0" cap="flat" cmpd="sng" algn="ctr">
                  <a:solidFill>
                    <a:srgbClr val="002BB4"/>
                  </a:solidFill>
                  <a:prstDash val="solid"/>
                  <a:round/>
                  <a:headEnd type="none" w="med" len="med"/>
                  <a:tailEnd type="none" w="med" len="med"/>
                </a14:hiddenLine>
              </a:ext>
            </a:ex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a:ln>
                  <a:noFill/>
                </a:ln>
                <a:solidFill>
                  <a:schemeClr val="tx1"/>
                </a:solidFill>
                <a:effectLst/>
                <a:latin typeface="Tahoma" pitchFamily="34" charset="0"/>
                <a:ea typeface="Dotum" pitchFamily="34" charset="-127"/>
              </a:endParaRPr>
            </a:p>
          </p:txBody>
        </p:sp>
        <p:sp>
          <p:nvSpPr>
            <p:cNvPr id="17" name="ColorBlock">
              <a:extLst>
                <a:ext uri="{FF2B5EF4-FFF2-40B4-BE49-F238E27FC236}">
                  <a16:creationId xmlns:a16="http://schemas.microsoft.com/office/drawing/2014/main" id="{F709B6D9-71CD-4354-A866-2C89330C9C55}"/>
                </a:ext>
              </a:extLst>
            </p:cNvPr>
            <p:cNvSpPr/>
            <p:nvPr>
              <p:custDataLst>
                <p:tags r:id="rId16"/>
              </p:custDataLst>
            </p:nvPr>
          </p:nvSpPr>
          <p:spPr bwMode="auto">
            <a:xfrm>
              <a:off x="0" y="0"/>
              <a:ext cx="190500" cy="635000"/>
            </a:xfrm>
            <a:prstGeom prst="rect">
              <a:avLst/>
            </a:prstGeom>
            <a:solidFill>
              <a:srgbClr val="639EF4">
                <a:alpha val="50000"/>
              </a:srgbClr>
            </a:solidFill>
            <a:ln w="0" cap="flat" cmpd="sng" algn="ctr">
              <a:noFill/>
              <a:prstDash val="solid"/>
              <a:round/>
              <a:headEnd type="none" w="med" len="med"/>
              <a:tailEnd type="none" w="med" len="med"/>
            </a:ln>
            <a:effectLst>
              <a:outerShdw dist="107763" dir="2700000" algn="ctr" rotWithShape="0">
                <a:schemeClr val="bg2"/>
              </a:outerShdw>
            </a:effectLst>
            <a:extLst>
              <a:ext uri="{91240B29-F687-4F45-9708-019B960494DF}">
                <a14:hiddenLine xmlns:a14="http://schemas.microsoft.com/office/drawing/2010/main" w="0" cap="flat" cmpd="sng" algn="ctr">
                  <a:solidFill>
                    <a:srgbClr val="002BB4"/>
                  </a:solidFill>
                  <a:prstDash val="solid"/>
                  <a:round/>
                  <a:headEnd type="none" w="med" len="med"/>
                  <a:tailEnd type="none" w="med" len="med"/>
                </a14:hiddenLine>
              </a:ext>
            </a:ex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a:ln>
                  <a:noFill/>
                </a:ln>
                <a:solidFill>
                  <a:schemeClr val="tx1"/>
                </a:solidFill>
                <a:effectLst/>
                <a:latin typeface="Tahoma" pitchFamily="34" charset="0"/>
                <a:ea typeface="Dotum" pitchFamily="34" charset="-127"/>
              </a:endParaRPr>
            </a:p>
          </p:txBody>
        </p:sp>
        <p:sp>
          <p:nvSpPr>
            <p:cNvPr id="18" name="TypeText">
              <a:extLst>
                <a:ext uri="{FF2B5EF4-FFF2-40B4-BE49-F238E27FC236}">
                  <a16:creationId xmlns:a16="http://schemas.microsoft.com/office/drawing/2014/main" id="{96F0AFED-C9E5-4E89-81A9-8B01C28FA777}"/>
                </a:ext>
              </a:extLst>
            </p:cNvPr>
            <p:cNvSpPr txBox="1"/>
            <p:nvPr>
              <p:custDataLst>
                <p:tags r:id="rId17"/>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9" name="TipText">
              <a:extLst>
                <a:ext uri="{FF2B5EF4-FFF2-40B4-BE49-F238E27FC236}">
                  <a16:creationId xmlns:a16="http://schemas.microsoft.com/office/drawing/2014/main" id="{3A2362DE-E8C4-4B36-826B-AEDC47B4679C}"/>
                </a:ext>
              </a:extLst>
            </p:cNvPr>
            <p:cNvSpPr txBox="1"/>
            <p:nvPr>
              <p:custDataLst>
                <p:tags r:id="rId18"/>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29611666-FF6F-4628-83E4-B983A6430226}"/>
              </a:ext>
            </a:extLst>
          </p:cNvPr>
          <p:cNvPicPr>
            <a:picLocks/>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2" name="文本框 1"/>
          <p:cNvSpPr txBox="1"/>
          <p:nvPr>
            <p:custDataLst>
              <p:tags r:id="rId14"/>
            </p:custDataLst>
          </p:nvPr>
        </p:nvSpPr>
        <p:spPr>
          <a:xfrm>
            <a:off x="1219200" y="635000"/>
            <a:ext cx="9753600" cy="487680"/>
          </a:xfrm>
          <a:prstGeom prst="rect">
            <a:avLst/>
          </a:prstGeom>
          <a:solidFill>
            <a:srgbClr val="FBFAEF">
              <a:alpha val="90000"/>
            </a:srgbClr>
          </a:solidFill>
        </p:spPr>
        <p:txBody>
          <a:bodyPr vert="horz" wrap="none" rtlCol="0" anchor="ctr" anchorCtr="1">
            <a:noAutofit/>
          </a:bodyPr>
          <a:lstStyle/>
          <a:p>
            <a:endParaRPr lang="zh-CN" altLang="en-US" sz="1600" dirty="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Tree>
    <p:custDataLst>
      <p:tags r:id="rId1"/>
    </p:custDataLst>
    <p:extLst>
      <p:ext uri="{BB962C8B-B14F-4D97-AF65-F5344CB8AC3E}">
        <p14:creationId xmlns:p14="http://schemas.microsoft.com/office/powerpoint/2010/main" val="22962266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custDataLst>
              <p:tags r:id="rId2"/>
            </p:custDataLst>
          </p:nvPr>
        </p:nvSpPr>
        <p:spPr>
          <a:xfrm>
            <a:off x="2438400" y="635001"/>
            <a:ext cx="7315200" cy="2143125"/>
          </a:xfrm>
          <a:prstGeom prst="rect">
            <a:avLst/>
          </a:prstGeom>
          <a:noFill/>
        </p:spPr>
        <p:txBody>
          <a:bodyPr vert="horz" wrap="square" rtlCol="0" anchor="ctr" anchorCtr="0">
            <a:noAutofit/>
          </a:bodyPr>
          <a:lstStyle/>
          <a:p>
            <a:pPr>
              <a:lnSpc>
                <a:spcPct val="110000"/>
              </a:lnSpc>
              <a:buFont typeface="Wingdings" pitchFamily="2" charset="2"/>
              <a:buNone/>
            </a:pPr>
            <a:r>
              <a:rPr lang="zh-CN" altLang="zh-CN" sz="2400" b="1" dirty="0"/>
              <a:t>若</a:t>
            </a:r>
            <a:r>
              <a:rPr lang="zh-CN" altLang="zh-CN" sz="2400" dirty="0"/>
              <a:t>a</a:t>
            </a:r>
            <a:r>
              <a:rPr lang="zh-CN" altLang="zh-CN" sz="2400" b="1" dirty="0"/>
              <a:t>是</a:t>
            </a:r>
            <a:r>
              <a:rPr lang="zh-CN" altLang="zh-CN" sz="2400" dirty="0"/>
              <a:t>float</a:t>
            </a:r>
            <a:r>
              <a:rPr lang="zh-CN" altLang="zh-CN" sz="2400" b="1" dirty="0"/>
              <a:t>型变量， </a:t>
            </a:r>
            <a:r>
              <a:rPr lang="zh-CN" altLang="zh-CN" sz="2400" dirty="0"/>
              <a:t>b</a:t>
            </a:r>
            <a:r>
              <a:rPr lang="zh-CN" altLang="zh-CN" sz="2400" b="1" dirty="0"/>
              <a:t>是</a:t>
            </a:r>
            <a:r>
              <a:rPr lang="zh-CN" altLang="zh-CN" sz="2400" dirty="0"/>
              <a:t>unsigned</a:t>
            </a:r>
            <a:r>
              <a:rPr lang="zh-CN" altLang="zh-CN" sz="2400" b="1" dirty="0"/>
              <a:t>型变量，以下输入语句中合法的是</a:t>
            </a:r>
            <a:endParaRPr lang="zh-CN" altLang="zh-CN" sz="2400" b="1" dirty="0">
              <a:latin typeface="Times New Roman" pitchFamily="18" charset="0"/>
            </a:endParaRPr>
          </a:p>
        </p:txBody>
      </p:sp>
      <p:sp>
        <p:nvSpPr>
          <p:cNvPr id="6" name="TextBox 5"/>
          <p:cNvSpPr txBox="1"/>
          <p:nvPr>
            <p:custDataLst>
              <p:tags r:id="rId3"/>
            </p:custDataLst>
          </p:nvPr>
        </p:nvSpPr>
        <p:spPr>
          <a:xfrm>
            <a:off x="3352800" y="2786063"/>
            <a:ext cx="6400800" cy="642938"/>
          </a:xfrm>
          <a:prstGeom prst="rect">
            <a:avLst/>
          </a:prstGeom>
          <a:noFill/>
        </p:spPr>
        <p:txBody>
          <a:bodyPr vert="horz" rtlCol="0" anchor="ctr" anchorCtr="0">
            <a:noAutofit/>
          </a:bodyPr>
          <a:lstStyle/>
          <a:p>
            <a:pPr>
              <a:lnSpc>
                <a:spcPct val="110000"/>
              </a:lnSpc>
              <a:spcBef>
                <a:spcPct val="50000"/>
              </a:spcBef>
              <a:buFont typeface="Wingdings" pitchFamily="2" charset="2"/>
              <a:buNone/>
            </a:pPr>
            <a:r>
              <a:rPr lang="zh-CN" altLang="zh-CN" sz="2800" b="1" dirty="0">
                <a:latin typeface="Arial" pitchFamily="34" charset="0"/>
              </a:rPr>
              <a:t>scanf</a:t>
            </a:r>
            <a:r>
              <a:rPr lang="zh-CN" altLang="zh-CN" sz="2800" b="1" dirty="0">
                <a:latin typeface="Times New Roman" pitchFamily="18" charset="0"/>
              </a:rPr>
              <a:t>(“</a:t>
            </a:r>
            <a:r>
              <a:rPr lang="zh-CN" altLang="zh-CN" sz="2800" b="1" dirty="0">
                <a:latin typeface="Arial" pitchFamily="34" charset="0"/>
              </a:rPr>
              <a:t>%6</a:t>
            </a:r>
            <a:r>
              <a:rPr lang="zh-CN" altLang="zh-CN" sz="2800" b="1" dirty="0">
                <a:latin typeface="Times New Roman" pitchFamily="18" charset="0"/>
              </a:rPr>
              <a:t>.</a:t>
            </a:r>
            <a:r>
              <a:rPr lang="zh-CN" altLang="zh-CN" sz="2800" b="1" dirty="0">
                <a:latin typeface="Arial" pitchFamily="34" charset="0"/>
              </a:rPr>
              <a:t>2f %d</a:t>
            </a:r>
            <a:r>
              <a:rPr lang="zh-CN" altLang="zh-CN" sz="2800" b="1" dirty="0">
                <a:latin typeface="Times New Roman" pitchFamily="18" charset="0"/>
              </a:rPr>
              <a:t>”,  </a:t>
            </a:r>
            <a:r>
              <a:rPr lang="zh-CN" altLang="zh-CN" sz="2800" dirty="0"/>
              <a:t>&amp;</a:t>
            </a:r>
            <a:r>
              <a:rPr lang="zh-CN" altLang="zh-CN" sz="2800" b="1" dirty="0">
                <a:latin typeface="Arial" pitchFamily="34" charset="0"/>
              </a:rPr>
              <a:t>a</a:t>
            </a:r>
            <a:r>
              <a:rPr lang="zh-CN" altLang="zh-CN" sz="2800" b="1" dirty="0">
                <a:latin typeface="Times New Roman" pitchFamily="18" charset="0"/>
              </a:rPr>
              <a:t>,</a:t>
            </a:r>
            <a:r>
              <a:rPr lang="zh-CN" altLang="zh-CN" sz="2800" dirty="0"/>
              <a:t>&amp;</a:t>
            </a:r>
            <a:r>
              <a:rPr lang="zh-CN" altLang="zh-CN" sz="2800" b="1" dirty="0">
                <a:latin typeface="Arial" pitchFamily="34" charset="0"/>
              </a:rPr>
              <a:t>b</a:t>
            </a:r>
            <a:r>
              <a:rPr lang="zh-CN" altLang="zh-CN" sz="2800" b="1" dirty="0">
                <a:latin typeface="Times New Roman" pitchFamily="18" charset="0"/>
              </a:rPr>
              <a:t>);</a:t>
            </a:r>
          </a:p>
        </p:txBody>
      </p:sp>
      <p:sp>
        <p:nvSpPr>
          <p:cNvPr id="7" name="TextBox 6"/>
          <p:cNvSpPr txBox="1"/>
          <p:nvPr>
            <p:custDataLst>
              <p:tags r:id="rId4"/>
            </p:custDataLst>
          </p:nvPr>
        </p:nvSpPr>
        <p:spPr>
          <a:xfrm>
            <a:off x="3352800" y="3643313"/>
            <a:ext cx="6400800" cy="642938"/>
          </a:xfrm>
          <a:prstGeom prst="rect">
            <a:avLst/>
          </a:prstGeom>
          <a:noFill/>
        </p:spPr>
        <p:txBody>
          <a:bodyPr vert="horz" rtlCol="0" anchor="ctr" anchorCtr="0">
            <a:noAutofit/>
          </a:bodyPr>
          <a:lstStyle/>
          <a:p>
            <a:pPr>
              <a:lnSpc>
                <a:spcPct val="110000"/>
              </a:lnSpc>
              <a:spcBef>
                <a:spcPct val="35000"/>
              </a:spcBef>
              <a:buFont typeface="Wingdings" pitchFamily="2" charset="2"/>
              <a:buNone/>
            </a:pPr>
            <a:r>
              <a:rPr lang="zh-CN" altLang="zh-CN" sz="2800" b="1" dirty="0">
                <a:latin typeface="Arial" pitchFamily="34" charset="0"/>
              </a:rPr>
              <a:t>scanf</a:t>
            </a:r>
            <a:r>
              <a:rPr lang="zh-CN" altLang="zh-CN" sz="2800" b="1" dirty="0">
                <a:latin typeface="Times New Roman" pitchFamily="18" charset="0"/>
              </a:rPr>
              <a:t>(“</a:t>
            </a:r>
            <a:r>
              <a:rPr lang="zh-CN" altLang="zh-CN" sz="2800" b="1" dirty="0">
                <a:latin typeface="Arial" pitchFamily="34" charset="0"/>
              </a:rPr>
              <a:t>%f %n</a:t>
            </a:r>
            <a:r>
              <a:rPr lang="zh-CN" altLang="zh-CN" sz="2800" b="1" dirty="0">
                <a:latin typeface="Times New Roman" pitchFamily="18" charset="0"/>
              </a:rPr>
              <a:t>”,  </a:t>
            </a:r>
            <a:r>
              <a:rPr lang="zh-CN" altLang="zh-CN" sz="2800" dirty="0"/>
              <a:t>&amp;</a:t>
            </a:r>
            <a:r>
              <a:rPr lang="zh-CN" altLang="zh-CN" sz="2800" b="1" dirty="0">
                <a:latin typeface="Arial" pitchFamily="34" charset="0"/>
              </a:rPr>
              <a:t>a</a:t>
            </a:r>
            <a:r>
              <a:rPr lang="zh-CN" altLang="zh-CN" sz="2800" b="1" dirty="0">
                <a:latin typeface="Times New Roman" pitchFamily="18" charset="0"/>
              </a:rPr>
              <a:t>,</a:t>
            </a:r>
            <a:r>
              <a:rPr lang="zh-CN" altLang="zh-CN" sz="2800" dirty="0"/>
              <a:t>&amp;</a:t>
            </a:r>
            <a:r>
              <a:rPr lang="zh-CN" altLang="zh-CN" sz="2800" b="1" dirty="0">
                <a:latin typeface="Arial" pitchFamily="34" charset="0"/>
              </a:rPr>
              <a:t>b</a:t>
            </a:r>
            <a:r>
              <a:rPr lang="zh-CN" altLang="zh-CN" sz="2800" b="1" dirty="0">
                <a:latin typeface="Times New Roman" pitchFamily="18" charset="0"/>
              </a:rPr>
              <a:t>);</a:t>
            </a:r>
          </a:p>
        </p:txBody>
      </p:sp>
      <p:sp>
        <p:nvSpPr>
          <p:cNvPr id="8" name="TextBox 7"/>
          <p:cNvSpPr txBox="1"/>
          <p:nvPr>
            <p:custDataLst>
              <p:tags r:id="rId5"/>
            </p:custDataLst>
          </p:nvPr>
        </p:nvSpPr>
        <p:spPr>
          <a:xfrm>
            <a:off x="3352800" y="4500563"/>
            <a:ext cx="6400800" cy="642938"/>
          </a:xfrm>
          <a:prstGeom prst="rect">
            <a:avLst/>
          </a:prstGeom>
          <a:noFill/>
        </p:spPr>
        <p:txBody>
          <a:bodyPr vert="horz" rtlCol="0" anchor="ctr" anchorCtr="0">
            <a:noAutofit/>
          </a:bodyPr>
          <a:lstStyle/>
          <a:p>
            <a:pPr>
              <a:lnSpc>
                <a:spcPct val="110000"/>
              </a:lnSpc>
              <a:spcBef>
                <a:spcPct val="35000"/>
              </a:spcBef>
              <a:buFont typeface="Wingdings" pitchFamily="2" charset="2"/>
              <a:buNone/>
            </a:pPr>
            <a:r>
              <a:rPr lang="zh-CN" altLang="zh-CN" sz="2800" b="1" dirty="0">
                <a:latin typeface="Arial" pitchFamily="34" charset="0"/>
              </a:rPr>
              <a:t>scanf</a:t>
            </a:r>
            <a:r>
              <a:rPr lang="zh-CN" altLang="zh-CN" sz="2800" b="1" dirty="0">
                <a:latin typeface="Times New Roman" pitchFamily="18" charset="0"/>
              </a:rPr>
              <a:t>(“</a:t>
            </a:r>
            <a:r>
              <a:rPr lang="zh-CN" altLang="zh-CN" sz="2800" b="1" dirty="0">
                <a:latin typeface="Arial" pitchFamily="34" charset="0"/>
              </a:rPr>
              <a:t>%</a:t>
            </a:r>
            <a:r>
              <a:rPr lang="zh-CN" altLang="zh-CN" sz="2800" b="1">
                <a:latin typeface="Arial" pitchFamily="34" charset="0"/>
              </a:rPr>
              <a:t>f %</a:t>
            </a:r>
            <a:r>
              <a:rPr lang="en-US" altLang="zh-CN" sz="2800" b="1">
                <a:latin typeface="Arial" pitchFamily="34" charset="0"/>
              </a:rPr>
              <a:t>o</a:t>
            </a:r>
            <a:r>
              <a:rPr lang="zh-CN" altLang="zh-CN" sz="2800" b="1">
                <a:latin typeface="Times New Roman" pitchFamily="18" charset="0"/>
              </a:rPr>
              <a:t>”</a:t>
            </a:r>
            <a:r>
              <a:rPr lang="zh-CN" altLang="zh-CN" sz="2800" b="1" dirty="0">
                <a:latin typeface="Times New Roman" pitchFamily="18" charset="0"/>
              </a:rPr>
              <a:t>,  </a:t>
            </a:r>
            <a:r>
              <a:rPr lang="zh-CN" altLang="zh-CN" sz="2800" dirty="0"/>
              <a:t>&amp;</a:t>
            </a:r>
            <a:r>
              <a:rPr lang="zh-CN" altLang="zh-CN" sz="2800" b="1" dirty="0">
                <a:latin typeface="Arial" pitchFamily="34" charset="0"/>
              </a:rPr>
              <a:t>a</a:t>
            </a:r>
            <a:r>
              <a:rPr lang="zh-CN" altLang="zh-CN" sz="2800" b="1" dirty="0">
                <a:latin typeface="Times New Roman" pitchFamily="18" charset="0"/>
              </a:rPr>
              <a:t>,</a:t>
            </a:r>
            <a:r>
              <a:rPr lang="zh-CN" altLang="zh-CN" sz="2800" dirty="0"/>
              <a:t>&amp;</a:t>
            </a:r>
            <a:r>
              <a:rPr lang="zh-CN" altLang="zh-CN" sz="2800" b="1" dirty="0">
                <a:latin typeface="Arial" pitchFamily="34" charset="0"/>
              </a:rPr>
              <a:t>b</a:t>
            </a:r>
            <a:r>
              <a:rPr lang="zh-CN" altLang="zh-CN" sz="2800" b="1" dirty="0">
                <a:latin typeface="Times New Roman" pitchFamily="18" charset="0"/>
              </a:rPr>
              <a:t>);</a:t>
            </a:r>
          </a:p>
        </p:txBody>
      </p:sp>
      <p:sp>
        <p:nvSpPr>
          <p:cNvPr id="9" name="TextBox 8"/>
          <p:cNvSpPr txBox="1"/>
          <p:nvPr>
            <p:custDataLst>
              <p:tags r:id="rId6"/>
            </p:custDataLst>
          </p:nvPr>
        </p:nvSpPr>
        <p:spPr>
          <a:xfrm>
            <a:off x="3352800" y="5357813"/>
            <a:ext cx="6400800" cy="642938"/>
          </a:xfrm>
          <a:prstGeom prst="rect">
            <a:avLst/>
          </a:prstGeom>
          <a:noFill/>
        </p:spPr>
        <p:txBody>
          <a:bodyPr vert="horz" rtlCol="0" anchor="ctr" anchorCtr="0">
            <a:noAutofit/>
          </a:bodyPr>
          <a:lstStyle/>
          <a:p>
            <a:pPr>
              <a:lnSpc>
                <a:spcPct val="110000"/>
              </a:lnSpc>
              <a:spcBef>
                <a:spcPct val="35000"/>
              </a:spcBef>
              <a:buFont typeface="Wingdings" pitchFamily="2" charset="2"/>
              <a:buNone/>
            </a:pPr>
            <a:r>
              <a:rPr lang="zh-CN" altLang="zh-CN" sz="2800" b="1" dirty="0">
                <a:latin typeface="Arial" pitchFamily="34" charset="0"/>
              </a:rPr>
              <a:t>scanf</a:t>
            </a:r>
            <a:r>
              <a:rPr lang="zh-CN" altLang="zh-CN" sz="2800" b="1" dirty="0">
                <a:latin typeface="Times New Roman" pitchFamily="18" charset="0"/>
              </a:rPr>
              <a:t>(“</a:t>
            </a:r>
            <a:r>
              <a:rPr lang="zh-CN" altLang="zh-CN" sz="2800" b="1" dirty="0">
                <a:latin typeface="Arial" pitchFamily="34" charset="0"/>
              </a:rPr>
              <a:t>%f %f</a:t>
            </a:r>
            <a:r>
              <a:rPr lang="zh-CN" altLang="zh-CN" sz="2800" b="1" dirty="0">
                <a:latin typeface="Times New Roman" pitchFamily="18" charset="0"/>
              </a:rPr>
              <a:t>”,  </a:t>
            </a:r>
            <a:r>
              <a:rPr lang="zh-CN" altLang="zh-CN" sz="2800" dirty="0"/>
              <a:t>&amp;</a:t>
            </a:r>
            <a:r>
              <a:rPr lang="zh-CN" altLang="zh-CN" sz="2800" b="1" dirty="0">
                <a:latin typeface="Arial" pitchFamily="34" charset="0"/>
              </a:rPr>
              <a:t>a</a:t>
            </a:r>
            <a:r>
              <a:rPr lang="zh-CN" altLang="zh-CN" sz="2800" b="1" dirty="0">
                <a:latin typeface="Times New Roman" pitchFamily="18" charset="0"/>
              </a:rPr>
              <a:t>,</a:t>
            </a:r>
            <a:r>
              <a:rPr lang="zh-CN" altLang="zh-CN" sz="2800" dirty="0"/>
              <a:t>&amp;</a:t>
            </a:r>
            <a:r>
              <a:rPr lang="zh-CN" altLang="zh-CN" sz="2800" b="1" dirty="0">
                <a:latin typeface="Arial" pitchFamily="34" charset="0"/>
              </a:rPr>
              <a:t>b</a:t>
            </a:r>
            <a:r>
              <a:rPr lang="zh-CN" altLang="zh-CN" sz="2800" b="1" dirty="0">
                <a:latin typeface="Times New Roman" pitchFamily="18" charset="0"/>
              </a:rPr>
              <a:t>);</a:t>
            </a:r>
          </a:p>
        </p:txBody>
      </p:sp>
      <p:sp>
        <p:nvSpPr>
          <p:cNvPr id="10" name="椭圆 9"/>
          <p:cNvSpPr>
            <a:spLocks noChangeAspect="1"/>
          </p:cNvSpPr>
          <p:nvPr>
            <p:custDataLst>
              <p:tags r:id="rId7"/>
            </p:custDataLst>
          </p:nvPr>
        </p:nvSpPr>
        <p:spPr bwMode="auto">
          <a:xfrm>
            <a:off x="2638425" y="2850356"/>
            <a:ext cx="514350" cy="514350"/>
          </a:xfrm>
          <a:prstGeom prst="ellipse">
            <a:avLst/>
          </a:prstGeom>
          <a:solidFill>
            <a:srgbClr val="808080">
              <a:alpha val="50000"/>
            </a:srgbClr>
          </a:solidFill>
          <a:ln w="12700" cap="flat" cmpd="sng" algn="ctr">
            <a:solidFill>
              <a:srgbClr val="000000"/>
            </a:solidFill>
            <a:prstDash val="solid"/>
            <a:round/>
            <a:headEnd type="none" w="med" len="med"/>
            <a:tailEnd type="none" w="med" len="med"/>
          </a:ln>
          <a:effectLst>
            <a:outerShdw dist="107763" dir="2700000" algn="ctr" rotWithShape="0">
              <a:schemeClr val="bg2"/>
            </a:outerShdw>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en-US" altLang="zh-CN" sz="1600">
                <a:solidFill>
                  <a:srgbClr val="FFFFFF"/>
                </a:solidFill>
                <a:latin typeface="Microsoft Yahei"/>
                <a:ea typeface="Microsoft Yahei"/>
                <a:sym typeface="Microsoft Yahei"/>
              </a:rPr>
              <a:t>A</a:t>
            </a:r>
            <a:endParaRPr lang="zh-CN" altLang="en-US" sz="1600">
              <a:solidFill>
                <a:srgbClr val="FFFFFF"/>
              </a:solidFill>
              <a:latin typeface="Microsoft Yahei"/>
              <a:ea typeface="Microsoft Yahei"/>
              <a:sym typeface="Microsoft Yahei"/>
            </a:endParaRPr>
          </a:p>
        </p:txBody>
      </p:sp>
      <p:sp>
        <p:nvSpPr>
          <p:cNvPr id="11" name="椭圆 10"/>
          <p:cNvSpPr>
            <a:spLocks noChangeAspect="1"/>
          </p:cNvSpPr>
          <p:nvPr>
            <p:custDataLst>
              <p:tags r:id="rId8"/>
            </p:custDataLst>
          </p:nvPr>
        </p:nvSpPr>
        <p:spPr bwMode="auto">
          <a:xfrm>
            <a:off x="2638425" y="3707606"/>
            <a:ext cx="514350" cy="514350"/>
          </a:xfrm>
          <a:prstGeom prst="ellipse">
            <a:avLst/>
          </a:prstGeom>
          <a:solidFill>
            <a:srgbClr val="808080">
              <a:alpha val="50000"/>
            </a:srgbClr>
          </a:solidFill>
          <a:ln w="12700" cap="flat" cmpd="sng" algn="ctr">
            <a:solidFill>
              <a:srgbClr val="000000"/>
            </a:solidFill>
            <a:prstDash val="solid"/>
            <a:round/>
            <a:headEnd type="none" w="med" len="med"/>
            <a:tailEnd type="none" w="med" len="med"/>
          </a:ln>
          <a:effectLst>
            <a:outerShdw dist="107763" dir="2700000" algn="ctr" rotWithShape="0">
              <a:schemeClr val="bg2"/>
            </a:outerShdw>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en-US" altLang="zh-CN" sz="1600">
                <a:solidFill>
                  <a:srgbClr val="FFFFFF"/>
                </a:solidFill>
                <a:latin typeface="Microsoft Yahei"/>
                <a:ea typeface="Microsoft Yahei"/>
                <a:sym typeface="Microsoft Yahei"/>
              </a:rPr>
              <a:t>B</a:t>
            </a:r>
            <a:endParaRPr lang="zh-CN" altLang="en-US" sz="1600">
              <a:solidFill>
                <a:srgbClr val="FFFFFF"/>
              </a:solidFill>
              <a:latin typeface="Microsoft Yahei"/>
              <a:ea typeface="Microsoft Yahei"/>
              <a:sym typeface="Microsoft Yahei"/>
            </a:endParaRPr>
          </a:p>
        </p:txBody>
      </p:sp>
      <p:sp>
        <p:nvSpPr>
          <p:cNvPr id="13" name="椭圆 12"/>
          <p:cNvSpPr>
            <a:spLocks noChangeAspect="1"/>
          </p:cNvSpPr>
          <p:nvPr>
            <p:custDataLst>
              <p:tags r:id="rId9"/>
            </p:custDataLst>
          </p:nvPr>
        </p:nvSpPr>
        <p:spPr bwMode="auto">
          <a:xfrm>
            <a:off x="2638425" y="5422106"/>
            <a:ext cx="514350" cy="514350"/>
          </a:xfrm>
          <a:prstGeom prst="ellipse">
            <a:avLst/>
          </a:prstGeom>
          <a:solidFill>
            <a:srgbClr val="808080">
              <a:alpha val="50000"/>
            </a:srgbClr>
          </a:solidFill>
          <a:ln w="12700" cap="flat" cmpd="sng" algn="ctr">
            <a:solidFill>
              <a:srgbClr val="000000"/>
            </a:solidFill>
            <a:prstDash val="solid"/>
            <a:round/>
            <a:headEnd type="none" w="med" len="med"/>
            <a:tailEnd type="none" w="med" len="med"/>
          </a:ln>
          <a:effectLst>
            <a:outerShdw dist="107763" dir="2700000" algn="ctr" rotWithShape="0">
              <a:schemeClr val="bg2"/>
            </a:outerShdw>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en-US" altLang="zh-CN" sz="1600">
                <a:solidFill>
                  <a:srgbClr val="FFFFFF"/>
                </a:solidFill>
                <a:latin typeface="Microsoft Yahei"/>
                <a:ea typeface="Microsoft Yahei"/>
                <a:sym typeface="Microsoft Yahei"/>
              </a:rPr>
              <a:t>D</a:t>
            </a:r>
            <a:endParaRPr lang="zh-CN" altLang="en-US" sz="1600">
              <a:solidFill>
                <a:srgbClr val="FFFFFF"/>
              </a:solidFill>
              <a:latin typeface="Microsoft Yahei"/>
              <a:ea typeface="Microsoft Yahei"/>
              <a:sym typeface="Microsoft Yahei"/>
            </a:endParaRPr>
          </a:p>
        </p:txBody>
      </p:sp>
      <p:sp>
        <p:nvSpPr>
          <p:cNvPr id="14" name="圆角矩形 13"/>
          <p:cNvSpPr/>
          <p:nvPr>
            <p:custDataLst>
              <p:tags r:id="rId10"/>
            </p:custDataLst>
          </p:nvPr>
        </p:nvSpPr>
        <p:spPr bwMode="auto">
          <a:xfrm>
            <a:off x="7696200" y="6215063"/>
            <a:ext cx="1543050" cy="411480"/>
          </a:xfrm>
          <a:prstGeom prst="roundRect">
            <a:avLst/>
          </a:prstGeom>
          <a:solidFill>
            <a:srgbClr val="808080">
              <a:alpha val="50000"/>
            </a:srgbClr>
          </a:solidFill>
          <a:ln w="38100" cap="flat" cmpd="sng" algn="ctr">
            <a:solidFill>
              <a:srgbClr val="000000"/>
            </a:solidFill>
            <a:prstDash val="solid"/>
            <a:round/>
            <a:headEnd type="none" w="med" len="med"/>
            <a:tailEnd type="none" w="med" len="med"/>
          </a:ln>
          <a:effectLst>
            <a:outerShdw dist="107763" dir="2700000" algn="ctr" rotWithShape="0">
              <a:schemeClr val="bg2"/>
            </a:outerShdw>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zh-CN" altLang="en-US" sz="1600">
                <a:solidFill>
                  <a:srgbClr val="FFFFFF"/>
                </a:solidFill>
                <a:latin typeface="Microsoft Yahei"/>
                <a:ea typeface="Microsoft Yahei"/>
                <a:sym typeface="Microsoft Yahei"/>
              </a:rPr>
              <a:t>提交</a:t>
            </a:r>
          </a:p>
        </p:txBody>
      </p:sp>
      <p:sp>
        <p:nvSpPr>
          <p:cNvPr id="20" name="椭圆 19"/>
          <p:cNvSpPr>
            <a:spLocks noChangeAspect="1"/>
          </p:cNvSpPr>
          <p:nvPr>
            <p:custDataLst>
              <p:tags r:id="rId11"/>
            </p:custDataLst>
          </p:nvPr>
        </p:nvSpPr>
        <p:spPr bwMode="auto">
          <a:xfrm>
            <a:off x="2638425" y="4577281"/>
            <a:ext cx="514350" cy="363887"/>
          </a:xfrm>
          <a:prstGeom prst="ellipse">
            <a:avLst/>
          </a:prstGeom>
          <a:solidFill>
            <a:srgbClr val="808080">
              <a:alpha val="50000"/>
            </a:srgbClr>
          </a:solidFill>
          <a:ln w="12700" cap="flat" cmpd="sng" algn="ctr">
            <a:solidFill>
              <a:srgbClr val="000000"/>
            </a:solidFill>
            <a:prstDash val="solid"/>
            <a:round/>
            <a:headEnd type="none" w="med" len="med"/>
            <a:tailEnd type="none" w="med" len="med"/>
          </a:ln>
          <a:effectLst>
            <a:outerShdw dist="107763" dir="2700000" algn="ctr" rotWithShape="0">
              <a:schemeClr val="bg2"/>
            </a:outerShdw>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en-US" altLang="zh-CN" sz="1600" dirty="0">
                <a:solidFill>
                  <a:srgbClr val="FFFFFF"/>
                </a:solidFill>
                <a:latin typeface="Microsoft Yahei"/>
                <a:ea typeface="Microsoft Yahei"/>
                <a:sym typeface="Microsoft Yahei"/>
              </a:rPr>
              <a:t>C</a:t>
            </a:r>
            <a:endParaRPr lang="zh-CN" altLang="en-US" sz="1600" dirty="0">
              <a:solidFill>
                <a:srgbClr val="FFFFFF"/>
              </a:solidFill>
              <a:latin typeface="Microsoft Yahei"/>
              <a:ea typeface="Microsoft Yahei"/>
              <a:sym typeface="Microsoft Yahei"/>
            </a:endParaRPr>
          </a:p>
        </p:txBody>
      </p:sp>
      <p:grpSp>
        <p:nvGrpSpPr>
          <p:cNvPr id="19" name="组合 18"/>
          <p:cNvGrpSpPr/>
          <p:nvPr>
            <p:custDataLst>
              <p:tags r:id="rId12"/>
            </p:custDataLst>
          </p:nvPr>
        </p:nvGrpSpPr>
        <p:grpSpPr>
          <a:xfrm>
            <a:off x="0" y="0"/>
            <a:ext cx="9144000" cy="635000"/>
            <a:chOff x="-1524000" y="0"/>
            <a:chExt cx="9144000" cy="635000"/>
          </a:xfrm>
        </p:grpSpPr>
        <p:sp>
          <p:nvSpPr>
            <p:cNvPr id="15" name="TitleBackground"/>
            <p:cNvSpPr/>
            <p:nvPr>
              <p:custDataLst>
                <p:tags r:id="rId15"/>
              </p:custDataLst>
            </p:nvPr>
          </p:nvSpPr>
          <p:spPr bwMode="auto">
            <a:xfrm>
              <a:off x="-1524000" y="0"/>
              <a:ext cx="9144000" cy="635000"/>
            </a:xfrm>
            <a:prstGeom prst="rect">
              <a:avLst/>
            </a:prstGeom>
            <a:solidFill>
              <a:srgbClr val="F6F7F8">
                <a:alpha val="50000"/>
              </a:srgbClr>
            </a:solidFill>
            <a:ln w="0" cap="flat" cmpd="sng" algn="ctr">
              <a:noFill/>
              <a:prstDash val="solid"/>
              <a:round/>
              <a:headEnd type="none" w="med" len="med"/>
              <a:tailEnd type="none" w="med" len="med"/>
            </a:ln>
            <a:effectLst>
              <a:outerShdw dist="107763" dir="2700000" algn="ctr" rotWithShape="0">
                <a:schemeClr val="bg2"/>
              </a:outerShdw>
            </a:effectLst>
            <a:extLst>
              <a:ext uri="{91240B29-F687-4F45-9708-019B960494DF}">
                <a14:hiddenLine xmlns:a14="http://schemas.microsoft.com/office/drawing/2010/main" w="0" cap="flat" cmpd="sng" algn="ctr">
                  <a:solidFill>
                    <a:srgbClr val="002BB4"/>
                  </a:solidFill>
                  <a:prstDash val="solid"/>
                  <a:round/>
                  <a:headEnd type="none" w="med" len="med"/>
                  <a:tailEnd type="none" w="med" len="med"/>
                </a14:hiddenLine>
              </a:ext>
            </a:extLst>
          </p:spPr>
          <p:txBody>
            <a:bodyPr vert="horz" wrap="none" lIns="91440" tIns="45720" rIns="91440" bIns="45720" numCol="1" rtlCol="0" anchor="ctr" anchorCtr="0" compatLnSpc="1">
              <a:prstTxWarp prst="textNoShape">
                <a:avLst/>
              </a:prstTxWarp>
            </a:bodyPr>
            <a:lstStyle/>
            <a:p>
              <a:pPr fontAlgn="base">
                <a:spcBef>
                  <a:spcPct val="0"/>
                </a:spcBef>
                <a:spcAft>
                  <a:spcPct val="0"/>
                </a:spcAft>
              </a:pPr>
              <a:endParaRPr lang="zh-CN" altLang="en-US" sz="2400">
                <a:latin typeface="Tahoma" pitchFamily="34" charset="0"/>
                <a:ea typeface="Dotum" pitchFamily="34" charset="-127"/>
              </a:endParaRPr>
            </a:p>
          </p:txBody>
        </p:sp>
        <p:sp>
          <p:nvSpPr>
            <p:cNvPr id="16" name="ColorBlock"/>
            <p:cNvSpPr/>
            <p:nvPr>
              <p:custDataLst>
                <p:tags r:id="rId16"/>
              </p:custDataLst>
            </p:nvPr>
          </p:nvSpPr>
          <p:spPr bwMode="auto">
            <a:xfrm>
              <a:off x="-1524000" y="0"/>
              <a:ext cx="190500" cy="635000"/>
            </a:xfrm>
            <a:prstGeom prst="rect">
              <a:avLst/>
            </a:prstGeom>
            <a:solidFill>
              <a:srgbClr val="639EF4">
                <a:alpha val="50000"/>
              </a:srgbClr>
            </a:solidFill>
            <a:ln w="0" cap="flat" cmpd="sng" algn="ctr">
              <a:noFill/>
              <a:prstDash val="solid"/>
              <a:round/>
              <a:headEnd type="none" w="med" len="med"/>
              <a:tailEnd type="none" w="med" len="med"/>
            </a:ln>
            <a:effectLst>
              <a:outerShdw dist="107763" dir="2700000" algn="ctr" rotWithShape="0">
                <a:schemeClr val="bg2"/>
              </a:outerShdw>
            </a:effectLst>
            <a:extLst>
              <a:ext uri="{91240B29-F687-4F45-9708-019B960494DF}">
                <a14:hiddenLine xmlns:a14="http://schemas.microsoft.com/office/drawing/2010/main" w="0" cap="flat" cmpd="sng" algn="ctr">
                  <a:solidFill>
                    <a:srgbClr val="002BB4"/>
                  </a:solidFill>
                  <a:prstDash val="solid"/>
                  <a:round/>
                  <a:headEnd type="none" w="med" len="med"/>
                  <a:tailEnd type="none" w="med" len="med"/>
                </a14:hiddenLine>
              </a:ext>
            </a:extLst>
          </p:spPr>
          <p:txBody>
            <a:bodyPr vert="horz" wrap="none" lIns="91440" tIns="45720" rIns="91440" bIns="45720" numCol="1" rtlCol="0" anchor="ctr" anchorCtr="0" compatLnSpc="1">
              <a:prstTxWarp prst="textNoShape">
                <a:avLst/>
              </a:prstTxWarp>
            </a:bodyPr>
            <a:lstStyle/>
            <a:p>
              <a:pPr fontAlgn="base">
                <a:spcBef>
                  <a:spcPct val="0"/>
                </a:spcBef>
                <a:spcAft>
                  <a:spcPct val="0"/>
                </a:spcAft>
              </a:pPr>
              <a:endParaRPr lang="zh-CN" altLang="en-US" sz="2400">
                <a:latin typeface="Tahoma" pitchFamily="34" charset="0"/>
                <a:ea typeface="Dotum" pitchFamily="34" charset="-127"/>
              </a:endParaRPr>
            </a:p>
          </p:txBody>
        </p:sp>
        <p:sp>
          <p:nvSpPr>
            <p:cNvPr id="17" name="TypeText"/>
            <p:cNvSpPr txBox="1"/>
            <p:nvPr>
              <p:custDataLst>
                <p:tags r:id="rId17"/>
              </p:custDataLst>
            </p:nvPr>
          </p:nvSpPr>
          <p:spPr>
            <a:xfrm>
              <a:off x="-1270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a:ea typeface="Microsoft Yahei"/>
                  <a:sym typeface="Microsoft Yahei"/>
                </a:rPr>
                <a:t>单选题</a:t>
              </a:r>
            </a:p>
          </p:txBody>
        </p:sp>
        <p:sp>
          <p:nvSpPr>
            <p:cNvPr id="18" name="TipText"/>
            <p:cNvSpPr txBox="1"/>
            <p:nvPr>
              <p:custDataLst>
                <p:tags r:id="rId18"/>
              </p:custDataLst>
            </p:nvPr>
          </p:nvSpPr>
          <p:spPr>
            <a:xfrm>
              <a:off x="1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a:ea typeface="Microsoft Yahei"/>
                  <a:sym typeface="Microsoft Yahei"/>
                </a:rPr>
                <a:t>1</a:t>
              </a:r>
              <a:r>
                <a:rPr lang="zh-CN" altLang="en-US" sz="2000">
                  <a:solidFill>
                    <a:srgbClr val="808080"/>
                  </a:solidFill>
                  <a:latin typeface="Microsoft Yahei"/>
                  <a:ea typeface="Microsoft Yahei"/>
                  <a:sym typeface="Microsoft Yahei"/>
                </a:rPr>
                <a:t>分</a:t>
              </a:r>
            </a:p>
          </p:txBody>
        </p:sp>
      </p:grpSp>
      <p:pic>
        <p:nvPicPr>
          <p:cNvPr id="4" name="图片 3"/>
          <p:cNvPicPr>
            <a:picLocks/>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2" name="文本框 1"/>
          <p:cNvSpPr txBox="1"/>
          <p:nvPr>
            <p:custDataLst>
              <p:tags r:id="rId14"/>
            </p:custDataLst>
          </p:nvPr>
        </p:nvSpPr>
        <p:spPr>
          <a:xfrm>
            <a:off x="1219200" y="635000"/>
            <a:ext cx="9753600" cy="487680"/>
          </a:xfrm>
          <a:prstGeom prst="rect">
            <a:avLst/>
          </a:prstGeom>
          <a:solidFill>
            <a:srgbClr val="FBFAEF">
              <a:alpha val="90000"/>
            </a:srgbClr>
          </a:solidFill>
        </p:spPr>
        <p:txBody>
          <a:bodyPr vert="horz" wrap="none" rtlCol="0" anchor="ctr" anchorCtr="1">
            <a:noAutofit/>
          </a:bodyPr>
          <a:lstStyle/>
          <a:p>
            <a:endParaRPr lang="zh-CN" altLang="en-US" sz="1600" dirty="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Tree>
    <p:custDataLst>
      <p:tags r:id="rId1"/>
    </p:custDataLst>
    <p:extLst>
      <p:ext uri="{BB962C8B-B14F-4D97-AF65-F5344CB8AC3E}">
        <p14:creationId xmlns:p14="http://schemas.microsoft.com/office/powerpoint/2010/main" val="389742702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custDataLst>
              <p:tags r:id="rId2"/>
            </p:custDataLst>
          </p:nvPr>
        </p:nvSpPr>
        <p:spPr>
          <a:xfrm>
            <a:off x="2438400" y="635001"/>
            <a:ext cx="7315200" cy="2143125"/>
          </a:xfrm>
          <a:prstGeom prst="rect">
            <a:avLst/>
          </a:prstGeom>
          <a:noFill/>
        </p:spPr>
        <p:txBody>
          <a:bodyPr vert="horz" wrap="square" rtlCol="0" anchor="ctr" anchorCtr="0">
            <a:noAutofit/>
          </a:bodyPr>
          <a:lstStyle/>
          <a:p>
            <a:pPr>
              <a:lnSpc>
                <a:spcPct val="110000"/>
              </a:lnSpc>
              <a:buFont typeface="Wingdings" pitchFamily="2" charset="2"/>
              <a:buNone/>
            </a:pPr>
            <a:r>
              <a:rPr lang="zh-CN" altLang="en-US" sz="2400" b="1" dirty="0"/>
              <a:t>有定义</a:t>
            </a:r>
            <a:r>
              <a:rPr lang="en-US" altLang="zh-CN" sz="2400" b="1" dirty="0"/>
              <a:t>int x ;float y;</a:t>
            </a:r>
            <a:r>
              <a:rPr lang="zh-CN" altLang="en-US" sz="2400" b="1" dirty="0"/>
              <a:t>且执行</a:t>
            </a:r>
            <a:r>
              <a:rPr lang="en-US" altLang="zh-CN" sz="2400" b="1" dirty="0"/>
              <a:t>scanf("%3d%f",&amp;x,&amp;y);</a:t>
            </a:r>
          </a:p>
          <a:p>
            <a:pPr>
              <a:lnSpc>
                <a:spcPct val="110000"/>
              </a:lnSpc>
              <a:buFont typeface="Wingdings" pitchFamily="2" charset="2"/>
              <a:buNone/>
            </a:pPr>
            <a:r>
              <a:rPr lang="zh-CN" altLang="en-US" sz="2400" b="1" dirty="0"/>
              <a:t>输入数据为</a:t>
            </a:r>
            <a:r>
              <a:rPr lang="en-US" altLang="zh-CN" sz="2400" b="1" dirty="0"/>
              <a:t>12345   678&lt;</a:t>
            </a:r>
            <a:r>
              <a:rPr lang="zh-CN" altLang="en-US" sz="2400" b="1" dirty="0"/>
              <a:t>回车</a:t>
            </a:r>
            <a:r>
              <a:rPr lang="en-US" altLang="zh-CN" sz="2400" b="1" dirty="0"/>
              <a:t>&gt;,</a:t>
            </a:r>
            <a:r>
              <a:rPr lang="zh-CN" altLang="en-US" sz="2400" b="1" dirty="0"/>
              <a:t>则</a:t>
            </a:r>
            <a:r>
              <a:rPr lang="en-US" altLang="zh-CN" sz="2400" b="1" dirty="0"/>
              <a:t>x</a:t>
            </a:r>
            <a:r>
              <a:rPr lang="zh-CN" altLang="en-US" sz="2400" b="1" dirty="0"/>
              <a:t>和</a:t>
            </a:r>
            <a:r>
              <a:rPr lang="en-US" altLang="zh-CN" sz="2400" b="1" dirty="0"/>
              <a:t>y</a:t>
            </a:r>
            <a:r>
              <a:rPr lang="zh-CN" altLang="en-US" sz="2400" b="1" dirty="0"/>
              <a:t>的值为</a:t>
            </a:r>
            <a:r>
              <a:rPr lang="en-US" altLang="zh-CN" sz="2400" b="1" dirty="0"/>
              <a:t>:</a:t>
            </a:r>
          </a:p>
        </p:txBody>
      </p:sp>
      <p:sp>
        <p:nvSpPr>
          <p:cNvPr id="6" name="TextBox 5"/>
          <p:cNvSpPr txBox="1"/>
          <p:nvPr>
            <p:custDataLst>
              <p:tags r:id="rId3"/>
            </p:custDataLst>
          </p:nvPr>
        </p:nvSpPr>
        <p:spPr>
          <a:xfrm>
            <a:off x="3352800" y="2786063"/>
            <a:ext cx="6400800" cy="642938"/>
          </a:xfrm>
          <a:prstGeom prst="rect">
            <a:avLst/>
          </a:prstGeom>
          <a:noFill/>
        </p:spPr>
        <p:txBody>
          <a:bodyPr vert="horz" rtlCol="0" anchor="ctr" anchorCtr="0">
            <a:noAutofit/>
          </a:bodyPr>
          <a:lstStyle/>
          <a:p>
            <a:pPr>
              <a:lnSpc>
                <a:spcPct val="110000"/>
              </a:lnSpc>
              <a:spcBef>
                <a:spcPct val="50000"/>
              </a:spcBef>
              <a:buFont typeface="Wingdings" pitchFamily="2" charset="2"/>
              <a:buNone/>
            </a:pPr>
            <a:r>
              <a:rPr lang="en-US" altLang="zh-CN" sz="2800" b="1" dirty="0"/>
              <a:t>123     45.000000</a:t>
            </a:r>
            <a:endParaRPr lang="zh-CN" altLang="zh-CN" sz="2800" b="1" dirty="0">
              <a:latin typeface="Times New Roman" pitchFamily="18" charset="0"/>
            </a:endParaRPr>
          </a:p>
        </p:txBody>
      </p:sp>
      <p:sp>
        <p:nvSpPr>
          <p:cNvPr id="7" name="TextBox 6"/>
          <p:cNvSpPr txBox="1"/>
          <p:nvPr>
            <p:custDataLst>
              <p:tags r:id="rId4"/>
            </p:custDataLst>
          </p:nvPr>
        </p:nvSpPr>
        <p:spPr>
          <a:xfrm>
            <a:off x="3352800" y="3643313"/>
            <a:ext cx="6400800" cy="642938"/>
          </a:xfrm>
          <a:prstGeom prst="rect">
            <a:avLst/>
          </a:prstGeom>
          <a:noFill/>
        </p:spPr>
        <p:txBody>
          <a:bodyPr vert="horz" rtlCol="0" anchor="ctr" anchorCtr="0">
            <a:noAutofit/>
          </a:bodyPr>
          <a:lstStyle/>
          <a:p>
            <a:pPr>
              <a:lnSpc>
                <a:spcPct val="110000"/>
              </a:lnSpc>
              <a:buFont typeface="Wingdings" pitchFamily="2" charset="2"/>
              <a:buNone/>
            </a:pPr>
            <a:r>
              <a:rPr lang="en-US" altLang="zh-CN" sz="2800" b="1" dirty="0"/>
              <a:t>123   678.000000</a:t>
            </a:r>
          </a:p>
        </p:txBody>
      </p:sp>
      <p:sp>
        <p:nvSpPr>
          <p:cNvPr id="8" name="TextBox 7"/>
          <p:cNvSpPr txBox="1"/>
          <p:nvPr>
            <p:custDataLst>
              <p:tags r:id="rId5"/>
            </p:custDataLst>
          </p:nvPr>
        </p:nvSpPr>
        <p:spPr>
          <a:xfrm>
            <a:off x="3352800" y="4500563"/>
            <a:ext cx="6400800" cy="642938"/>
          </a:xfrm>
          <a:prstGeom prst="rect">
            <a:avLst/>
          </a:prstGeom>
          <a:noFill/>
        </p:spPr>
        <p:txBody>
          <a:bodyPr vert="horz" rtlCol="0" anchor="ctr" anchorCtr="0">
            <a:noAutofit/>
          </a:bodyPr>
          <a:lstStyle/>
          <a:p>
            <a:pPr>
              <a:lnSpc>
                <a:spcPct val="110000"/>
              </a:lnSpc>
              <a:spcBef>
                <a:spcPct val="35000"/>
              </a:spcBef>
              <a:buFont typeface="Wingdings" pitchFamily="2" charset="2"/>
              <a:buNone/>
            </a:pPr>
            <a:r>
              <a:rPr lang="en-US" altLang="zh-CN" sz="2800" b="1" dirty="0"/>
              <a:t>12345  678.000000</a:t>
            </a:r>
            <a:endParaRPr lang="zh-CN" altLang="zh-CN" sz="2800" b="1" dirty="0">
              <a:latin typeface="Times New Roman" pitchFamily="18" charset="0"/>
            </a:endParaRPr>
          </a:p>
        </p:txBody>
      </p:sp>
      <p:sp>
        <p:nvSpPr>
          <p:cNvPr id="9" name="TextBox 8"/>
          <p:cNvSpPr txBox="1"/>
          <p:nvPr>
            <p:custDataLst>
              <p:tags r:id="rId6"/>
            </p:custDataLst>
          </p:nvPr>
        </p:nvSpPr>
        <p:spPr>
          <a:xfrm>
            <a:off x="3352800" y="5357813"/>
            <a:ext cx="6400800" cy="642938"/>
          </a:xfrm>
          <a:prstGeom prst="rect">
            <a:avLst/>
          </a:prstGeom>
          <a:noFill/>
        </p:spPr>
        <p:txBody>
          <a:bodyPr vert="horz" rtlCol="0" anchor="ctr" anchorCtr="0">
            <a:noAutofit/>
          </a:bodyPr>
          <a:lstStyle/>
          <a:p>
            <a:pPr>
              <a:lnSpc>
                <a:spcPct val="110000"/>
              </a:lnSpc>
              <a:buFont typeface="Wingdings" pitchFamily="2" charset="2"/>
              <a:buNone/>
            </a:pPr>
            <a:r>
              <a:rPr lang="en-US" altLang="zh-CN" sz="2800" b="1" dirty="0"/>
              <a:t>345   678.000000</a:t>
            </a:r>
            <a:endParaRPr lang="zh-CN" altLang="zh-CN" sz="2800" b="1" dirty="0">
              <a:latin typeface="Times New Roman" pitchFamily="18" charset="0"/>
            </a:endParaRPr>
          </a:p>
        </p:txBody>
      </p:sp>
      <p:sp>
        <p:nvSpPr>
          <p:cNvPr id="11" name="椭圆 10"/>
          <p:cNvSpPr>
            <a:spLocks noChangeAspect="1"/>
          </p:cNvSpPr>
          <p:nvPr>
            <p:custDataLst>
              <p:tags r:id="rId7"/>
            </p:custDataLst>
          </p:nvPr>
        </p:nvSpPr>
        <p:spPr bwMode="auto">
          <a:xfrm>
            <a:off x="2638425" y="3707606"/>
            <a:ext cx="514350" cy="514350"/>
          </a:xfrm>
          <a:prstGeom prst="ellipse">
            <a:avLst/>
          </a:prstGeom>
          <a:solidFill>
            <a:srgbClr val="808080">
              <a:alpha val="50000"/>
            </a:srgbClr>
          </a:solidFill>
          <a:ln w="12700" cap="flat" cmpd="sng" algn="ctr">
            <a:solidFill>
              <a:srgbClr val="000000"/>
            </a:solidFill>
            <a:prstDash val="solid"/>
            <a:round/>
            <a:headEnd type="none" w="med" len="med"/>
            <a:tailEnd type="none" w="med" len="med"/>
          </a:ln>
          <a:effectLst>
            <a:outerShdw dist="107763" dir="2700000" algn="ctr" rotWithShape="0">
              <a:schemeClr val="bg2"/>
            </a:outerShdw>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en-US" altLang="zh-CN" sz="1600">
                <a:solidFill>
                  <a:srgbClr val="FFFFFF"/>
                </a:solidFill>
                <a:latin typeface="Microsoft Yahei"/>
                <a:ea typeface="Microsoft Yahei"/>
                <a:sym typeface="Microsoft Yahei"/>
              </a:rPr>
              <a:t>B</a:t>
            </a:r>
            <a:endParaRPr lang="zh-CN" altLang="en-US" sz="1600">
              <a:solidFill>
                <a:srgbClr val="FFFFFF"/>
              </a:solidFill>
              <a:latin typeface="Microsoft Yahei"/>
              <a:ea typeface="Microsoft Yahei"/>
              <a:sym typeface="Microsoft Yahei"/>
            </a:endParaRPr>
          </a:p>
        </p:txBody>
      </p:sp>
      <p:sp>
        <p:nvSpPr>
          <p:cNvPr id="12" name="椭圆 11"/>
          <p:cNvSpPr>
            <a:spLocks noChangeAspect="1"/>
          </p:cNvSpPr>
          <p:nvPr>
            <p:custDataLst>
              <p:tags r:id="rId8"/>
            </p:custDataLst>
          </p:nvPr>
        </p:nvSpPr>
        <p:spPr bwMode="auto">
          <a:xfrm>
            <a:off x="2638425" y="4564856"/>
            <a:ext cx="514350" cy="514350"/>
          </a:xfrm>
          <a:prstGeom prst="ellipse">
            <a:avLst/>
          </a:prstGeom>
          <a:solidFill>
            <a:srgbClr val="808080">
              <a:alpha val="50000"/>
            </a:srgbClr>
          </a:solidFill>
          <a:ln w="12700" cap="flat" cmpd="sng" algn="ctr">
            <a:solidFill>
              <a:srgbClr val="000000"/>
            </a:solidFill>
            <a:prstDash val="solid"/>
            <a:round/>
            <a:headEnd type="none" w="med" len="med"/>
            <a:tailEnd type="none" w="med" len="med"/>
          </a:ln>
          <a:effectLst>
            <a:outerShdw dist="107763" dir="2700000" algn="ctr" rotWithShape="0">
              <a:schemeClr val="bg2"/>
            </a:outerShdw>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en-US" altLang="zh-CN" sz="1600">
                <a:solidFill>
                  <a:srgbClr val="FFFFFF"/>
                </a:solidFill>
                <a:latin typeface="Microsoft Yahei"/>
                <a:ea typeface="Microsoft Yahei"/>
                <a:sym typeface="Microsoft Yahei"/>
              </a:rPr>
              <a:t>C</a:t>
            </a:r>
            <a:endParaRPr lang="zh-CN" altLang="en-US" sz="1600">
              <a:solidFill>
                <a:srgbClr val="FFFFFF"/>
              </a:solidFill>
              <a:latin typeface="Microsoft Yahei"/>
              <a:ea typeface="Microsoft Yahei"/>
              <a:sym typeface="Microsoft Yahei"/>
            </a:endParaRPr>
          </a:p>
        </p:txBody>
      </p:sp>
      <p:sp>
        <p:nvSpPr>
          <p:cNvPr id="13" name="椭圆 12"/>
          <p:cNvSpPr>
            <a:spLocks noChangeAspect="1"/>
          </p:cNvSpPr>
          <p:nvPr>
            <p:custDataLst>
              <p:tags r:id="rId9"/>
            </p:custDataLst>
          </p:nvPr>
        </p:nvSpPr>
        <p:spPr bwMode="auto">
          <a:xfrm>
            <a:off x="2638425" y="5422106"/>
            <a:ext cx="514350" cy="514350"/>
          </a:xfrm>
          <a:prstGeom prst="ellipse">
            <a:avLst/>
          </a:prstGeom>
          <a:solidFill>
            <a:srgbClr val="808080">
              <a:alpha val="50000"/>
            </a:srgbClr>
          </a:solidFill>
          <a:ln w="12700" cap="flat" cmpd="sng" algn="ctr">
            <a:solidFill>
              <a:srgbClr val="000000"/>
            </a:solidFill>
            <a:prstDash val="solid"/>
            <a:round/>
            <a:headEnd type="none" w="med" len="med"/>
            <a:tailEnd type="none" w="med" len="med"/>
          </a:ln>
          <a:effectLst>
            <a:outerShdw dist="107763" dir="2700000" algn="ctr" rotWithShape="0">
              <a:schemeClr val="bg2"/>
            </a:outerShdw>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en-US" altLang="zh-CN" sz="1600">
                <a:solidFill>
                  <a:srgbClr val="FFFFFF"/>
                </a:solidFill>
                <a:latin typeface="Microsoft Yahei"/>
                <a:ea typeface="Microsoft Yahei"/>
                <a:sym typeface="Microsoft Yahei"/>
              </a:rPr>
              <a:t>D</a:t>
            </a:r>
            <a:endParaRPr lang="zh-CN" altLang="en-US" sz="1600">
              <a:solidFill>
                <a:srgbClr val="FFFFFF"/>
              </a:solidFill>
              <a:latin typeface="Microsoft Yahei"/>
              <a:ea typeface="Microsoft Yahei"/>
              <a:sym typeface="Microsoft Yahei"/>
            </a:endParaRPr>
          </a:p>
        </p:txBody>
      </p:sp>
      <p:sp>
        <p:nvSpPr>
          <p:cNvPr id="14" name="圆角矩形 13"/>
          <p:cNvSpPr/>
          <p:nvPr>
            <p:custDataLst>
              <p:tags r:id="rId10"/>
            </p:custDataLst>
          </p:nvPr>
        </p:nvSpPr>
        <p:spPr bwMode="auto">
          <a:xfrm>
            <a:off x="7696200" y="6215063"/>
            <a:ext cx="1543050" cy="411480"/>
          </a:xfrm>
          <a:prstGeom prst="roundRect">
            <a:avLst/>
          </a:prstGeom>
          <a:solidFill>
            <a:srgbClr val="808080">
              <a:alpha val="50000"/>
            </a:srgbClr>
          </a:solidFill>
          <a:ln w="38100" cap="flat" cmpd="sng" algn="ctr">
            <a:solidFill>
              <a:srgbClr val="000000"/>
            </a:solidFill>
            <a:prstDash val="solid"/>
            <a:round/>
            <a:headEnd type="none" w="med" len="med"/>
            <a:tailEnd type="none" w="med" len="med"/>
          </a:ln>
          <a:effectLst>
            <a:outerShdw dist="107763" dir="2700000" algn="ctr" rotWithShape="0">
              <a:schemeClr val="bg2"/>
            </a:outerShdw>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zh-CN" altLang="en-US" sz="1600">
                <a:solidFill>
                  <a:srgbClr val="FFFFFF"/>
                </a:solidFill>
                <a:latin typeface="Microsoft Yahei"/>
                <a:ea typeface="Microsoft Yahei"/>
                <a:sym typeface="Microsoft Yahei"/>
              </a:rPr>
              <a:t>提交</a:t>
            </a:r>
          </a:p>
        </p:txBody>
      </p:sp>
      <p:sp>
        <p:nvSpPr>
          <p:cNvPr id="20" name="椭圆 19"/>
          <p:cNvSpPr>
            <a:spLocks noChangeAspect="1"/>
          </p:cNvSpPr>
          <p:nvPr>
            <p:custDataLst>
              <p:tags r:id="rId11"/>
            </p:custDataLst>
          </p:nvPr>
        </p:nvSpPr>
        <p:spPr bwMode="auto">
          <a:xfrm>
            <a:off x="2638425" y="2850356"/>
            <a:ext cx="514350" cy="514350"/>
          </a:xfrm>
          <a:prstGeom prst="ellipse">
            <a:avLst/>
          </a:prstGeom>
          <a:solidFill>
            <a:srgbClr val="808080">
              <a:alpha val="50000"/>
            </a:srgbClr>
          </a:solidFill>
          <a:ln w="12700" cap="flat" cmpd="sng" algn="ctr">
            <a:solidFill>
              <a:srgbClr val="000000"/>
            </a:solidFill>
            <a:prstDash val="solid"/>
            <a:round/>
            <a:headEnd type="none" w="med" len="med"/>
            <a:tailEnd type="none" w="med" len="med"/>
          </a:ln>
          <a:effectLst>
            <a:outerShdw dist="107763" dir="2700000" algn="ctr" rotWithShape="0">
              <a:schemeClr val="bg2"/>
            </a:outerShdw>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en-US" altLang="zh-CN" sz="1600" dirty="0">
                <a:solidFill>
                  <a:srgbClr val="FFFFFF"/>
                </a:solidFill>
                <a:latin typeface="Microsoft Yahei"/>
                <a:ea typeface="Microsoft Yahei"/>
                <a:sym typeface="Microsoft Yahei"/>
              </a:rPr>
              <a:t>A</a:t>
            </a:r>
            <a:endParaRPr lang="zh-CN" altLang="en-US" sz="1600" dirty="0">
              <a:solidFill>
                <a:srgbClr val="FFFFFF"/>
              </a:solidFill>
              <a:latin typeface="Microsoft Yahei"/>
              <a:ea typeface="Microsoft Yahei"/>
              <a:sym typeface="Microsoft Yahei"/>
            </a:endParaRPr>
          </a:p>
        </p:txBody>
      </p:sp>
      <p:grpSp>
        <p:nvGrpSpPr>
          <p:cNvPr id="19" name="组合 18"/>
          <p:cNvGrpSpPr/>
          <p:nvPr>
            <p:custDataLst>
              <p:tags r:id="rId12"/>
            </p:custDataLst>
          </p:nvPr>
        </p:nvGrpSpPr>
        <p:grpSpPr>
          <a:xfrm>
            <a:off x="0" y="0"/>
            <a:ext cx="9144000" cy="635000"/>
            <a:chOff x="-1524000" y="0"/>
            <a:chExt cx="9144000" cy="635000"/>
          </a:xfrm>
        </p:grpSpPr>
        <p:sp>
          <p:nvSpPr>
            <p:cNvPr id="15" name="TitleBackground"/>
            <p:cNvSpPr/>
            <p:nvPr>
              <p:custDataLst>
                <p:tags r:id="rId15"/>
              </p:custDataLst>
            </p:nvPr>
          </p:nvSpPr>
          <p:spPr bwMode="auto">
            <a:xfrm>
              <a:off x="-1524000" y="0"/>
              <a:ext cx="9144000" cy="635000"/>
            </a:xfrm>
            <a:prstGeom prst="rect">
              <a:avLst/>
            </a:prstGeom>
            <a:solidFill>
              <a:srgbClr val="F6F7F8">
                <a:alpha val="50000"/>
              </a:srgbClr>
            </a:solidFill>
            <a:ln w="0" cap="flat" cmpd="sng" algn="ctr">
              <a:noFill/>
              <a:prstDash val="solid"/>
              <a:round/>
              <a:headEnd type="none" w="med" len="med"/>
              <a:tailEnd type="none" w="med" len="med"/>
            </a:ln>
            <a:effectLst>
              <a:outerShdw dist="107763" dir="2700000" algn="ctr" rotWithShape="0">
                <a:schemeClr val="bg2"/>
              </a:outerShdw>
            </a:effectLst>
            <a:extLst>
              <a:ext uri="{91240B29-F687-4F45-9708-019B960494DF}">
                <a14:hiddenLine xmlns:a14="http://schemas.microsoft.com/office/drawing/2010/main" w="0" cap="flat" cmpd="sng" algn="ctr">
                  <a:solidFill>
                    <a:srgbClr val="002BB4"/>
                  </a:solidFill>
                  <a:prstDash val="solid"/>
                  <a:round/>
                  <a:headEnd type="none" w="med" len="med"/>
                  <a:tailEnd type="none" w="med" len="med"/>
                </a14:hiddenLine>
              </a:ext>
            </a:extLst>
          </p:spPr>
          <p:txBody>
            <a:bodyPr vert="horz" wrap="none" lIns="91440" tIns="45720" rIns="91440" bIns="45720" numCol="1" rtlCol="0" anchor="ctr" anchorCtr="0" compatLnSpc="1">
              <a:prstTxWarp prst="textNoShape">
                <a:avLst/>
              </a:prstTxWarp>
            </a:bodyPr>
            <a:lstStyle/>
            <a:p>
              <a:pPr fontAlgn="base">
                <a:spcBef>
                  <a:spcPct val="0"/>
                </a:spcBef>
                <a:spcAft>
                  <a:spcPct val="0"/>
                </a:spcAft>
              </a:pPr>
              <a:endParaRPr lang="zh-CN" altLang="en-US" sz="2400">
                <a:latin typeface="Tahoma" pitchFamily="34" charset="0"/>
                <a:ea typeface="Dotum" pitchFamily="34" charset="-127"/>
              </a:endParaRPr>
            </a:p>
          </p:txBody>
        </p:sp>
        <p:sp>
          <p:nvSpPr>
            <p:cNvPr id="16" name="ColorBlock"/>
            <p:cNvSpPr/>
            <p:nvPr>
              <p:custDataLst>
                <p:tags r:id="rId16"/>
              </p:custDataLst>
            </p:nvPr>
          </p:nvSpPr>
          <p:spPr bwMode="auto">
            <a:xfrm>
              <a:off x="-1524000" y="0"/>
              <a:ext cx="190500" cy="635000"/>
            </a:xfrm>
            <a:prstGeom prst="rect">
              <a:avLst/>
            </a:prstGeom>
            <a:solidFill>
              <a:srgbClr val="639EF4">
                <a:alpha val="50000"/>
              </a:srgbClr>
            </a:solidFill>
            <a:ln w="0" cap="flat" cmpd="sng" algn="ctr">
              <a:noFill/>
              <a:prstDash val="solid"/>
              <a:round/>
              <a:headEnd type="none" w="med" len="med"/>
              <a:tailEnd type="none" w="med" len="med"/>
            </a:ln>
            <a:effectLst>
              <a:outerShdw dist="107763" dir="2700000" algn="ctr" rotWithShape="0">
                <a:schemeClr val="bg2"/>
              </a:outerShdw>
            </a:effectLst>
            <a:extLst>
              <a:ext uri="{91240B29-F687-4F45-9708-019B960494DF}">
                <a14:hiddenLine xmlns:a14="http://schemas.microsoft.com/office/drawing/2010/main" w="0" cap="flat" cmpd="sng" algn="ctr">
                  <a:solidFill>
                    <a:srgbClr val="002BB4"/>
                  </a:solidFill>
                  <a:prstDash val="solid"/>
                  <a:round/>
                  <a:headEnd type="none" w="med" len="med"/>
                  <a:tailEnd type="none" w="med" len="med"/>
                </a14:hiddenLine>
              </a:ext>
            </a:extLst>
          </p:spPr>
          <p:txBody>
            <a:bodyPr vert="horz" wrap="none" lIns="91440" tIns="45720" rIns="91440" bIns="45720" numCol="1" rtlCol="0" anchor="ctr" anchorCtr="0" compatLnSpc="1">
              <a:prstTxWarp prst="textNoShape">
                <a:avLst/>
              </a:prstTxWarp>
            </a:bodyPr>
            <a:lstStyle/>
            <a:p>
              <a:pPr fontAlgn="base">
                <a:spcBef>
                  <a:spcPct val="0"/>
                </a:spcBef>
                <a:spcAft>
                  <a:spcPct val="0"/>
                </a:spcAft>
              </a:pPr>
              <a:endParaRPr lang="zh-CN" altLang="en-US" sz="2400">
                <a:latin typeface="Tahoma" pitchFamily="34" charset="0"/>
                <a:ea typeface="Dotum" pitchFamily="34" charset="-127"/>
              </a:endParaRPr>
            </a:p>
          </p:txBody>
        </p:sp>
        <p:sp>
          <p:nvSpPr>
            <p:cNvPr id="17" name="TypeText"/>
            <p:cNvSpPr txBox="1"/>
            <p:nvPr>
              <p:custDataLst>
                <p:tags r:id="rId17"/>
              </p:custDataLst>
            </p:nvPr>
          </p:nvSpPr>
          <p:spPr>
            <a:xfrm>
              <a:off x="-1270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a:ea typeface="Microsoft Yahei"/>
                  <a:sym typeface="Microsoft Yahei"/>
                </a:rPr>
                <a:t>单选题</a:t>
              </a:r>
            </a:p>
          </p:txBody>
        </p:sp>
        <p:sp>
          <p:nvSpPr>
            <p:cNvPr id="18" name="TipText"/>
            <p:cNvSpPr txBox="1"/>
            <p:nvPr>
              <p:custDataLst>
                <p:tags r:id="rId18"/>
              </p:custDataLst>
            </p:nvPr>
          </p:nvSpPr>
          <p:spPr>
            <a:xfrm>
              <a:off x="1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a:ea typeface="Microsoft Yahei"/>
                  <a:sym typeface="Microsoft Yahei"/>
                </a:rPr>
                <a:t>1</a:t>
              </a:r>
              <a:r>
                <a:rPr lang="zh-CN" altLang="en-US" sz="2000">
                  <a:solidFill>
                    <a:srgbClr val="808080"/>
                  </a:solidFill>
                  <a:latin typeface="Microsoft Yahei"/>
                  <a:ea typeface="Microsoft Yahei"/>
                  <a:sym typeface="Microsoft Yahei"/>
                </a:rPr>
                <a:t>分</a:t>
              </a:r>
            </a:p>
          </p:txBody>
        </p:sp>
      </p:grpSp>
      <p:pic>
        <p:nvPicPr>
          <p:cNvPr id="4" name="图片 3"/>
          <p:cNvPicPr>
            <a:picLocks/>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2" name="文本框 1"/>
          <p:cNvSpPr txBox="1"/>
          <p:nvPr>
            <p:custDataLst>
              <p:tags r:id="rId14"/>
            </p:custDataLst>
          </p:nvPr>
        </p:nvSpPr>
        <p:spPr>
          <a:xfrm>
            <a:off x="1219200" y="635000"/>
            <a:ext cx="9753600" cy="487680"/>
          </a:xfrm>
          <a:prstGeom prst="rect">
            <a:avLst/>
          </a:prstGeom>
          <a:solidFill>
            <a:srgbClr val="FBFAEF">
              <a:alpha val="90000"/>
            </a:srgbClr>
          </a:solidFill>
        </p:spPr>
        <p:txBody>
          <a:bodyPr vert="horz" wrap="none" rtlCol="0" anchor="ctr" anchorCtr="1">
            <a:noAutofit/>
          </a:bodyPr>
          <a:lstStyle/>
          <a:p>
            <a:endParaRPr lang="zh-CN" altLang="en-US" sz="1600" dirty="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Tree>
    <p:custDataLst>
      <p:tags r:id="rId1"/>
    </p:custDataLst>
    <p:extLst>
      <p:ext uri="{BB962C8B-B14F-4D97-AF65-F5344CB8AC3E}">
        <p14:creationId xmlns:p14="http://schemas.microsoft.com/office/powerpoint/2010/main" val="369053935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custDataLst>
              <p:tags r:id="rId2"/>
            </p:custDataLst>
          </p:nvPr>
        </p:nvSpPr>
        <p:spPr>
          <a:xfrm>
            <a:off x="254000" y="1086128"/>
            <a:ext cx="6202040" cy="5267816"/>
          </a:xfrm>
          <a:prstGeom prst="rect">
            <a:avLst/>
          </a:prstGeom>
          <a:noFill/>
        </p:spPr>
        <p:txBody>
          <a:bodyPr vert="horz" wrap="square" rtlCol="0" anchor="ctr" anchorCtr="0">
            <a:noAutofit/>
          </a:bodyPr>
          <a:lstStyle/>
          <a:p>
            <a:pPr>
              <a:lnSpc>
                <a:spcPct val="110000"/>
              </a:lnSpc>
              <a:spcAft>
                <a:spcPts val="2000"/>
              </a:spcAft>
              <a:buFont typeface="Wingdings" pitchFamily="2" charset="2"/>
              <a:buNone/>
            </a:pPr>
            <a:r>
              <a:rPr lang="en-US" altLang="zh-CN" sz="2800" b="1" dirty="0"/>
              <a:t>int a1,a2;char  c1,c2;</a:t>
            </a:r>
          </a:p>
          <a:p>
            <a:pPr>
              <a:lnSpc>
                <a:spcPct val="110000"/>
              </a:lnSpc>
              <a:spcAft>
                <a:spcPts val="2000"/>
              </a:spcAft>
              <a:buFont typeface="Wingdings" pitchFamily="2" charset="2"/>
              <a:buNone/>
            </a:pPr>
            <a:r>
              <a:rPr lang="en-US" altLang="zh-CN" sz="2800" b="1" dirty="0"/>
              <a:t>scanf("%d%d",&amp;a1,&amp;a2);</a:t>
            </a:r>
          </a:p>
          <a:p>
            <a:pPr>
              <a:lnSpc>
                <a:spcPct val="110000"/>
              </a:lnSpc>
              <a:spcAft>
                <a:spcPts val="2000"/>
              </a:spcAft>
              <a:buFont typeface="Wingdings" pitchFamily="2" charset="2"/>
              <a:buNone/>
            </a:pPr>
            <a:r>
              <a:rPr lang="en-US" altLang="zh-CN" sz="2800" b="1" dirty="0"/>
              <a:t>scanf("%c%c",&amp;c1,&amp;c2);</a:t>
            </a:r>
          </a:p>
          <a:p>
            <a:pPr>
              <a:lnSpc>
                <a:spcPct val="110000"/>
              </a:lnSpc>
              <a:spcAft>
                <a:spcPts val="2000"/>
              </a:spcAft>
              <a:buFont typeface="Wingdings" pitchFamily="2" charset="2"/>
              <a:buNone/>
            </a:pPr>
            <a:r>
              <a:rPr lang="zh-CN" altLang="en-US" sz="2800" b="1" dirty="0"/>
              <a:t>若要求</a:t>
            </a:r>
            <a:r>
              <a:rPr lang="en-US" altLang="zh-CN" sz="2800" b="1" dirty="0"/>
              <a:t>a1,a2,c1,c2</a:t>
            </a:r>
            <a:r>
              <a:rPr lang="zh-CN" altLang="en-US" sz="2800" b="1" dirty="0"/>
              <a:t>的值分别为</a:t>
            </a:r>
            <a:r>
              <a:rPr lang="en-US" altLang="zh-CN" sz="2800" b="1" dirty="0"/>
              <a:t>10</a:t>
            </a:r>
            <a:r>
              <a:rPr lang="zh-CN" altLang="en-US" sz="2800" b="1" dirty="0"/>
              <a:t>、</a:t>
            </a:r>
            <a:r>
              <a:rPr lang="en-US" altLang="zh-CN" sz="2800" b="1" dirty="0"/>
              <a:t>20</a:t>
            </a:r>
            <a:r>
              <a:rPr lang="zh-CN" altLang="en-US" sz="2800" b="1" dirty="0"/>
              <a:t>、</a:t>
            </a:r>
            <a:r>
              <a:rPr lang="en-US" altLang="zh-CN" sz="2800" b="1" dirty="0"/>
              <a:t>A</a:t>
            </a:r>
            <a:r>
              <a:rPr lang="zh-CN" altLang="en-US" sz="2800" b="1" dirty="0"/>
              <a:t>和</a:t>
            </a:r>
            <a:r>
              <a:rPr lang="en-US" altLang="zh-CN" sz="2800" b="1" dirty="0"/>
              <a:t>B,</a:t>
            </a:r>
            <a:r>
              <a:rPr lang="zh-CN" altLang="en-US" sz="2800" b="1" dirty="0"/>
              <a:t>则正确的数据输入方式为</a:t>
            </a:r>
            <a:r>
              <a:rPr lang="en-US" altLang="zh-CN" sz="2800" b="1"/>
              <a:t>(    )</a:t>
            </a:r>
            <a:endParaRPr lang="en-US" altLang="zh-CN" sz="2800" b="1" dirty="0"/>
          </a:p>
        </p:txBody>
      </p:sp>
      <p:sp>
        <p:nvSpPr>
          <p:cNvPr id="6" name="TextBox 5"/>
          <p:cNvSpPr txBox="1"/>
          <p:nvPr>
            <p:custDataLst>
              <p:tags r:id="rId3"/>
            </p:custDataLst>
          </p:nvPr>
        </p:nvSpPr>
        <p:spPr>
          <a:xfrm>
            <a:off x="7696200" y="1772816"/>
            <a:ext cx="3967336" cy="642938"/>
          </a:xfrm>
          <a:prstGeom prst="rect">
            <a:avLst/>
          </a:prstGeom>
          <a:noFill/>
        </p:spPr>
        <p:txBody>
          <a:bodyPr vert="horz" rtlCol="0" anchor="ctr" anchorCtr="0">
            <a:noAutofit/>
          </a:bodyPr>
          <a:lstStyle/>
          <a:p>
            <a:pPr>
              <a:lnSpc>
                <a:spcPct val="110000"/>
              </a:lnSpc>
              <a:buFont typeface="Wingdings" pitchFamily="2" charset="2"/>
              <a:buNone/>
            </a:pPr>
            <a:r>
              <a:rPr lang="en-US" altLang="zh-CN" sz="2800" b="1" dirty="0"/>
              <a:t>10  20AB&lt;CR&gt;</a:t>
            </a:r>
          </a:p>
        </p:txBody>
      </p:sp>
      <p:sp>
        <p:nvSpPr>
          <p:cNvPr id="7" name="TextBox 6"/>
          <p:cNvSpPr txBox="1"/>
          <p:nvPr>
            <p:custDataLst>
              <p:tags r:id="rId4"/>
            </p:custDataLst>
          </p:nvPr>
        </p:nvSpPr>
        <p:spPr>
          <a:xfrm>
            <a:off x="7696200" y="2630066"/>
            <a:ext cx="3967336" cy="642938"/>
          </a:xfrm>
          <a:prstGeom prst="rect">
            <a:avLst/>
          </a:prstGeom>
          <a:noFill/>
        </p:spPr>
        <p:txBody>
          <a:bodyPr vert="horz" rtlCol="0" anchor="ctr" anchorCtr="0">
            <a:noAutofit/>
          </a:bodyPr>
          <a:lstStyle/>
          <a:p>
            <a:pPr>
              <a:lnSpc>
                <a:spcPct val="110000"/>
              </a:lnSpc>
              <a:buFont typeface="Wingdings" pitchFamily="2" charset="2"/>
              <a:buNone/>
            </a:pPr>
            <a:r>
              <a:rPr lang="en-US" altLang="zh-CN" sz="2800" b="1" dirty="0"/>
              <a:t>10 20  AB&lt;CR&gt;</a:t>
            </a:r>
          </a:p>
        </p:txBody>
      </p:sp>
      <p:sp>
        <p:nvSpPr>
          <p:cNvPr id="8" name="TextBox 7"/>
          <p:cNvSpPr txBox="1"/>
          <p:nvPr>
            <p:custDataLst>
              <p:tags r:id="rId5"/>
            </p:custDataLst>
          </p:nvPr>
        </p:nvSpPr>
        <p:spPr>
          <a:xfrm>
            <a:off x="7696200" y="3487316"/>
            <a:ext cx="3967336" cy="642938"/>
          </a:xfrm>
          <a:prstGeom prst="rect">
            <a:avLst/>
          </a:prstGeom>
          <a:noFill/>
        </p:spPr>
        <p:txBody>
          <a:bodyPr vert="horz" rtlCol="0" anchor="ctr" anchorCtr="0">
            <a:noAutofit/>
          </a:bodyPr>
          <a:lstStyle/>
          <a:p>
            <a:pPr>
              <a:lnSpc>
                <a:spcPct val="110000"/>
              </a:lnSpc>
              <a:buFont typeface="Wingdings" pitchFamily="2" charset="2"/>
              <a:buNone/>
            </a:pPr>
            <a:r>
              <a:rPr lang="en-US" altLang="zh-CN" sz="2800" b="1" dirty="0"/>
              <a:t>10  20&lt;CR&gt;AB&lt;CR&gt;</a:t>
            </a:r>
          </a:p>
        </p:txBody>
      </p:sp>
      <p:sp>
        <p:nvSpPr>
          <p:cNvPr id="9" name="TextBox 8"/>
          <p:cNvSpPr txBox="1"/>
          <p:nvPr>
            <p:custDataLst>
              <p:tags r:id="rId6"/>
            </p:custDataLst>
          </p:nvPr>
        </p:nvSpPr>
        <p:spPr>
          <a:xfrm>
            <a:off x="7696200" y="4344566"/>
            <a:ext cx="3967336" cy="642938"/>
          </a:xfrm>
          <a:prstGeom prst="rect">
            <a:avLst/>
          </a:prstGeom>
          <a:noFill/>
        </p:spPr>
        <p:txBody>
          <a:bodyPr vert="horz" rtlCol="0" anchor="ctr" anchorCtr="0">
            <a:noAutofit/>
          </a:bodyPr>
          <a:lstStyle/>
          <a:p>
            <a:pPr>
              <a:lnSpc>
                <a:spcPct val="110000"/>
              </a:lnSpc>
              <a:buFont typeface="Wingdings" pitchFamily="2" charset="2"/>
              <a:buNone/>
            </a:pPr>
            <a:r>
              <a:rPr lang="en-US" altLang="zh-CN" sz="2800" b="1" dirty="0"/>
              <a:t>1020AB</a:t>
            </a:r>
            <a:endParaRPr lang="zh-CN" altLang="zh-CN" sz="2800" b="1" dirty="0">
              <a:latin typeface="Times New Roman" pitchFamily="18" charset="0"/>
            </a:endParaRPr>
          </a:p>
        </p:txBody>
      </p:sp>
      <p:sp>
        <p:nvSpPr>
          <p:cNvPr id="11" name="椭圆 10"/>
          <p:cNvSpPr>
            <a:spLocks noChangeAspect="1"/>
          </p:cNvSpPr>
          <p:nvPr>
            <p:custDataLst>
              <p:tags r:id="rId7"/>
            </p:custDataLst>
          </p:nvPr>
        </p:nvSpPr>
        <p:spPr bwMode="auto">
          <a:xfrm>
            <a:off x="6981825" y="2694359"/>
            <a:ext cx="514350" cy="514350"/>
          </a:xfrm>
          <a:prstGeom prst="ellipse">
            <a:avLst/>
          </a:prstGeom>
          <a:solidFill>
            <a:srgbClr val="808080">
              <a:alpha val="50000"/>
            </a:srgbClr>
          </a:solidFill>
          <a:ln w="12700" cap="flat" cmpd="sng" algn="ctr">
            <a:solidFill>
              <a:srgbClr val="000000"/>
            </a:solidFill>
            <a:prstDash val="solid"/>
            <a:round/>
            <a:headEnd type="none" w="med" len="med"/>
            <a:tailEnd type="none" w="med" len="med"/>
          </a:ln>
          <a:effectLst>
            <a:outerShdw dist="107763" dir="2700000" algn="ctr" rotWithShape="0">
              <a:schemeClr val="bg2"/>
            </a:outerShdw>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en-US" altLang="zh-CN" sz="1600">
                <a:solidFill>
                  <a:srgbClr val="FFFFFF"/>
                </a:solidFill>
                <a:latin typeface="Microsoft Yahei"/>
                <a:ea typeface="Microsoft Yahei"/>
                <a:sym typeface="Microsoft Yahei"/>
              </a:rPr>
              <a:t>B</a:t>
            </a:r>
            <a:endParaRPr lang="zh-CN" altLang="en-US" sz="1600">
              <a:solidFill>
                <a:srgbClr val="FFFFFF"/>
              </a:solidFill>
              <a:latin typeface="Microsoft Yahei"/>
              <a:ea typeface="Microsoft Yahei"/>
              <a:sym typeface="Microsoft Yahei"/>
            </a:endParaRPr>
          </a:p>
        </p:txBody>
      </p:sp>
      <p:sp>
        <p:nvSpPr>
          <p:cNvPr id="12" name="椭圆 11"/>
          <p:cNvSpPr>
            <a:spLocks noChangeAspect="1"/>
          </p:cNvSpPr>
          <p:nvPr>
            <p:custDataLst>
              <p:tags r:id="rId8"/>
            </p:custDataLst>
          </p:nvPr>
        </p:nvSpPr>
        <p:spPr bwMode="auto">
          <a:xfrm>
            <a:off x="6981825" y="3551609"/>
            <a:ext cx="514350" cy="514350"/>
          </a:xfrm>
          <a:prstGeom prst="ellipse">
            <a:avLst/>
          </a:prstGeom>
          <a:solidFill>
            <a:srgbClr val="808080">
              <a:alpha val="50000"/>
            </a:srgbClr>
          </a:solidFill>
          <a:ln w="12700" cap="flat" cmpd="sng" algn="ctr">
            <a:solidFill>
              <a:srgbClr val="000000"/>
            </a:solidFill>
            <a:prstDash val="solid"/>
            <a:round/>
            <a:headEnd type="none" w="med" len="med"/>
            <a:tailEnd type="none" w="med" len="med"/>
          </a:ln>
          <a:effectLst>
            <a:outerShdw dist="107763" dir="2700000" algn="ctr" rotWithShape="0">
              <a:schemeClr val="bg2"/>
            </a:outerShdw>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en-US" altLang="zh-CN" sz="1600">
                <a:solidFill>
                  <a:srgbClr val="FFFFFF"/>
                </a:solidFill>
                <a:latin typeface="Microsoft Yahei"/>
                <a:ea typeface="Microsoft Yahei"/>
                <a:sym typeface="Microsoft Yahei"/>
              </a:rPr>
              <a:t>C</a:t>
            </a:r>
            <a:endParaRPr lang="zh-CN" altLang="en-US" sz="1600">
              <a:solidFill>
                <a:srgbClr val="FFFFFF"/>
              </a:solidFill>
              <a:latin typeface="Microsoft Yahei"/>
              <a:ea typeface="Microsoft Yahei"/>
              <a:sym typeface="Microsoft Yahei"/>
            </a:endParaRPr>
          </a:p>
        </p:txBody>
      </p:sp>
      <p:sp>
        <p:nvSpPr>
          <p:cNvPr id="13" name="椭圆 12"/>
          <p:cNvSpPr>
            <a:spLocks noChangeAspect="1"/>
          </p:cNvSpPr>
          <p:nvPr>
            <p:custDataLst>
              <p:tags r:id="rId9"/>
            </p:custDataLst>
          </p:nvPr>
        </p:nvSpPr>
        <p:spPr bwMode="auto">
          <a:xfrm>
            <a:off x="6981825" y="4408859"/>
            <a:ext cx="514350" cy="514350"/>
          </a:xfrm>
          <a:prstGeom prst="ellipse">
            <a:avLst/>
          </a:prstGeom>
          <a:solidFill>
            <a:srgbClr val="808080">
              <a:alpha val="50000"/>
            </a:srgbClr>
          </a:solidFill>
          <a:ln w="12700" cap="flat" cmpd="sng" algn="ctr">
            <a:solidFill>
              <a:srgbClr val="000000"/>
            </a:solidFill>
            <a:prstDash val="solid"/>
            <a:round/>
            <a:headEnd type="none" w="med" len="med"/>
            <a:tailEnd type="none" w="med" len="med"/>
          </a:ln>
          <a:effectLst>
            <a:outerShdw dist="107763" dir="2700000" algn="ctr" rotWithShape="0">
              <a:schemeClr val="bg2"/>
            </a:outerShdw>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en-US" altLang="zh-CN" sz="1600">
                <a:solidFill>
                  <a:srgbClr val="FFFFFF"/>
                </a:solidFill>
                <a:latin typeface="Microsoft Yahei"/>
                <a:ea typeface="Microsoft Yahei"/>
                <a:sym typeface="Microsoft Yahei"/>
              </a:rPr>
              <a:t>D</a:t>
            </a:r>
            <a:endParaRPr lang="zh-CN" altLang="en-US" sz="1600">
              <a:solidFill>
                <a:srgbClr val="FFFFFF"/>
              </a:solidFill>
              <a:latin typeface="Microsoft Yahei"/>
              <a:ea typeface="Microsoft Yahei"/>
              <a:sym typeface="Microsoft Yahei"/>
            </a:endParaRPr>
          </a:p>
        </p:txBody>
      </p:sp>
      <p:sp>
        <p:nvSpPr>
          <p:cNvPr id="14" name="圆角矩形 13"/>
          <p:cNvSpPr/>
          <p:nvPr>
            <p:custDataLst>
              <p:tags r:id="rId10"/>
            </p:custDataLst>
          </p:nvPr>
        </p:nvSpPr>
        <p:spPr bwMode="auto">
          <a:xfrm>
            <a:off x="7696200" y="6353944"/>
            <a:ext cx="1543050" cy="411480"/>
          </a:xfrm>
          <a:prstGeom prst="roundRect">
            <a:avLst/>
          </a:prstGeom>
          <a:solidFill>
            <a:srgbClr val="808080">
              <a:alpha val="50000"/>
            </a:srgbClr>
          </a:solidFill>
          <a:ln w="38100" cap="flat" cmpd="sng" algn="ctr">
            <a:solidFill>
              <a:srgbClr val="000000"/>
            </a:solidFill>
            <a:prstDash val="solid"/>
            <a:round/>
            <a:headEnd type="none" w="med" len="med"/>
            <a:tailEnd type="none" w="med" len="med"/>
          </a:ln>
          <a:effectLst>
            <a:outerShdw dist="107763" dir="2700000" algn="ctr" rotWithShape="0">
              <a:schemeClr val="bg2"/>
            </a:outerShdw>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zh-CN" altLang="en-US" sz="1600">
                <a:solidFill>
                  <a:srgbClr val="FFFFFF"/>
                </a:solidFill>
                <a:latin typeface="Microsoft Yahei"/>
                <a:ea typeface="Microsoft Yahei"/>
                <a:sym typeface="Microsoft Yahei"/>
              </a:rPr>
              <a:t>提交</a:t>
            </a:r>
          </a:p>
        </p:txBody>
      </p:sp>
      <p:sp>
        <p:nvSpPr>
          <p:cNvPr id="20" name="椭圆 19"/>
          <p:cNvSpPr>
            <a:spLocks noChangeAspect="1"/>
          </p:cNvSpPr>
          <p:nvPr>
            <p:custDataLst>
              <p:tags r:id="rId11"/>
            </p:custDataLst>
          </p:nvPr>
        </p:nvSpPr>
        <p:spPr bwMode="auto">
          <a:xfrm>
            <a:off x="6981825" y="1790648"/>
            <a:ext cx="514350" cy="514350"/>
          </a:xfrm>
          <a:prstGeom prst="ellipse">
            <a:avLst/>
          </a:prstGeom>
          <a:solidFill>
            <a:srgbClr val="808080">
              <a:alpha val="50000"/>
            </a:srgbClr>
          </a:solidFill>
          <a:ln w="12700" cap="flat" cmpd="sng" algn="ctr">
            <a:solidFill>
              <a:srgbClr val="000000"/>
            </a:solidFill>
            <a:prstDash val="solid"/>
            <a:round/>
            <a:headEnd type="none" w="med" len="med"/>
            <a:tailEnd type="none" w="med" len="med"/>
          </a:ln>
          <a:effectLst>
            <a:outerShdw dist="107763" dir="2700000" algn="ctr" rotWithShape="0">
              <a:schemeClr val="bg2"/>
            </a:outerShdw>
          </a:effectLst>
        </p:spPr>
        <p:txBody>
          <a:bodyPr vert="horz" wrap="none" lIns="91440" tIns="45720" rIns="91440" bIns="45720" numCol="1" rtlCol="0" anchor="ctr" anchorCtr="1" compatLnSpc="1">
            <a:prstTxWarp prst="textNoShape">
              <a:avLst/>
            </a:prstTxWarp>
          </a:bodyPr>
          <a:lstStyle/>
          <a:p>
            <a:pPr fontAlgn="base">
              <a:spcBef>
                <a:spcPct val="0"/>
              </a:spcBef>
              <a:spcAft>
                <a:spcPct val="0"/>
              </a:spcAft>
            </a:pPr>
            <a:r>
              <a:rPr lang="en-US" altLang="zh-CN" sz="1600" dirty="0">
                <a:solidFill>
                  <a:srgbClr val="FFFFFF"/>
                </a:solidFill>
                <a:latin typeface="Microsoft Yahei"/>
                <a:ea typeface="Microsoft Yahei"/>
                <a:sym typeface="Microsoft Yahei"/>
              </a:rPr>
              <a:t>A</a:t>
            </a:r>
            <a:endParaRPr lang="zh-CN" altLang="en-US" sz="1600" dirty="0">
              <a:solidFill>
                <a:srgbClr val="FFFFFF"/>
              </a:solidFill>
              <a:latin typeface="Microsoft Yahei"/>
              <a:ea typeface="Microsoft Yahei"/>
              <a:sym typeface="Microsoft Yahei"/>
            </a:endParaRPr>
          </a:p>
        </p:txBody>
      </p:sp>
      <p:grpSp>
        <p:nvGrpSpPr>
          <p:cNvPr id="19" name="组合 18"/>
          <p:cNvGrpSpPr/>
          <p:nvPr>
            <p:custDataLst>
              <p:tags r:id="rId12"/>
            </p:custDataLst>
          </p:nvPr>
        </p:nvGrpSpPr>
        <p:grpSpPr>
          <a:xfrm>
            <a:off x="0" y="0"/>
            <a:ext cx="9144000" cy="635000"/>
            <a:chOff x="-1524000" y="0"/>
            <a:chExt cx="9144000" cy="635000"/>
          </a:xfrm>
        </p:grpSpPr>
        <p:sp>
          <p:nvSpPr>
            <p:cNvPr id="15" name="TitleBackground"/>
            <p:cNvSpPr/>
            <p:nvPr>
              <p:custDataLst>
                <p:tags r:id="rId15"/>
              </p:custDataLst>
            </p:nvPr>
          </p:nvSpPr>
          <p:spPr bwMode="auto">
            <a:xfrm>
              <a:off x="-1524000" y="0"/>
              <a:ext cx="9144000" cy="635000"/>
            </a:xfrm>
            <a:prstGeom prst="rect">
              <a:avLst/>
            </a:prstGeom>
            <a:solidFill>
              <a:srgbClr val="F6F7F8">
                <a:alpha val="50000"/>
              </a:srgbClr>
            </a:solidFill>
            <a:ln w="0" cap="flat" cmpd="sng" algn="ctr">
              <a:noFill/>
              <a:prstDash val="solid"/>
              <a:round/>
              <a:headEnd type="none" w="med" len="med"/>
              <a:tailEnd type="none" w="med" len="med"/>
            </a:ln>
            <a:effectLst>
              <a:outerShdw dist="107763" dir="2700000" algn="ctr" rotWithShape="0">
                <a:schemeClr val="bg2"/>
              </a:outerShdw>
            </a:effectLst>
            <a:extLst>
              <a:ext uri="{91240B29-F687-4F45-9708-019B960494DF}">
                <a14:hiddenLine xmlns:a14="http://schemas.microsoft.com/office/drawing/2010/main" w="0" cap="flat" cmpd="sng" algn="ctr">
                  <a:solidFill>
                    <a:srgbClr val="002BB4"/>
                  </a:solidFill>
                  <a:prstDash val="solid"/>
                  <a:round/>
                  <a:headEnd type="none" w="med" len="med"/>
                  <a:tailEnd type="none" w="med" len="med"/>
                </a14:hiddenLine>
              </a:ext>
            </a:extLst>
          </p:spPr>
          <p:txBody>
            <a:bodyPr vert="horz" wrap="none" lIns="91440" tIns="45720" rIns="91440" bIns="45720" numCol="1" rtlCol="0" anchor="ctr" anchorCtr="0" compatLnSpc="1">
              <a:prstTxWarp prst="textNoShape">
                <a:avLst/>
              </a:prstTxWarp>
            </a:bodyPr>
            <a:lstStyle/>
            <a:p>
              <a:pPr fontAlgn="base">
                <a:spcBef>
                  <a:spcPct val="0"/>
                </a:spcBef>
                <a:spcAft>
                  <a:spcPct val="0"/>
                </a:spcAft>
              </a:pPr>
              <a:endParaRPr lang="zh-CN" altLang="en-US" sz="2400">
                <a:latin typeface="Tahoma" pitchFamily="34" charset="0"/>
                <a:ea typeface="Dotum" pitchFamily="34" charset="-127"/>
              </a:endParaRPr>
            </a:p>
          </p:txBody>
        </p:sp>
        <p:sp>
          <p:nvSpPr>
            <p:cNvPr id="16" name="ColorBlock"/>
            <p:cNvSpPr/>
            <p:nvPr>
              <p:custDataLst>
                <p:tags r:id="rId16"/>
              </p:custDataLst>
            </p:nvPr>
          </p:nvSpPr>
          <p:spPr bwMode="auto">
            <a:xfrm>
              <a:off x="-1524000" y="0"/>
              <a:ext cx="190500" cy="635000"/>
            </a:xfrm>
            <a:prstGeom prst="rect">
              <a:avLst/>
            </a:prstGeom>
            <a:solidFill>
              <a:srgbClr val="639EF4">
                <a:alpha val="50000"/>
              </a:srgbClr>
            </a:solidFill>
            <a:ln w="0" cap="flat" cmpd="sng" algn="ctr">
              <a:noFill/>
              <a:prstDash val="solid"/>
              <a:round/>
              <a:headEnd type="none" w="med" len="med"/>
              <a:tailEnd type="none" w="med" len="med"/>
            </a:ln>
            <a:effectLst>
              <a:outerShdw dist="107763" dir="2700000" algn="ctr" rotWithShape="0">
                <a:schemeClr val="bg2"/>
              </a:outerShdw>
            </a:effectLst>
            <a:extLst>
              <a:ext uri="{91240B29-F687-4F45-9708-019B960494DF}">
                <a14:hiddenLine xmlns:a14="http://schemas.microsoft.com/office/drawing/2010/main" w="0" cap="flat" cmpd="sng" algn="ctr">
                  <a:solidFill>
                    <a:srgbClr val="002BB4"/>
                  </a:solidFill>
                  <a:prstDash val="solid"/>
                  <a:round/>
                  <a:headEnd type="none" w="med" len="med"/>
                  <a:tailEnd type="none" w="med" len="med"/>
                </a14:hiddenLine>
              </a:ext>
            </a:extLst>
          </p:spPr>
          <p:txBody>
            <a:bodyPr vert="horz" wrap="none" lIns="91440" tIns="45720" rIns="91440" bIns="45720" numCol="1" rtlCol="0" anchor="ctr" anchorCtr="0" compatLnSpc="1">
              <a:prstTxWarp prst="textNoShape">
                <a:avLst/>
              </a:prstTxWarp>
            </a:bodyPr>
            <a:lstStyle/>
            <a:p>
              <a:pPr fontAlgn="base">
                <a:spcBef>
                  <a:spcPct val="0"/>
                </a:spcBef>
                <a:spcAft>
                  <a:spcPct val="0"/>
                </a:spcAft>
              </a:pPr>
              <a:endParaRPr lang="zh-CN" altLang="en-US" sz="2400">
                <a:latin typeface="Tahoma" pitchFamily="34" charset="0"/>
                <a:ea typeface="Dotum" pitchFamily="34" charset="-127"/>
              </a:endParaRPr>
            </a:p>
          </p:txBody>
        </p:sp>
        <p:sp>
          <p:nvSpPr>
            <p:cNvPr id="17" name="TypeText"/>
            <p:cNvSpPr txBox="1"/>
            <p:nvPr>
              <p:custDataLst>
                <p:tags r:id="rId17"/>
              </p:custDataLst>
            </p:nvPr>
          </p:nvSpPr>
          <p:spPr>
            <a:xfrm>
              <a:off x="-1270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a:ea typeface="Microsoft Yahei"/>
                  <a:sym typeface="Microsoft Yahei"/>
                </a:rPr>
                <a:t>单选题</a:t>
              </a:r>
            </a:p>
          </p:txBody>
        </p:sp>
        <p:sp>
          <p:nvSpPr>
            <p:cNvPr id="18" name="TipText"/>
            <p:cNvSpPr txBox="1"/>
            <p:nvPr>
              <p:custDataLst>
                <p:tags r:id="rId18"/>
              </p:custDataLst>
            </p:nvPr>
          </p:nvSpPr>
          <p:spPr>
            <a:xfrm>
              <a:off x="1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a:ea typeface="Microsoft Yahei"/>
                  <a:sym typeface="Microsoft Yahei"/>
                </a:rPr>
                <a:t>1</a:t>
              </a:r>
              <a:r>
                <a:rPr lang="zh-CN" altLang="en-US" sz="2000">
                  <a:solidFill>
                    <a:srgbClr val="808080"/>
                  </a:solidFill>
                  <a:latin typeface="Microsoft Yahei"/>
                  <a:ea typeface="Microsoft Yahei"/>
                  <a:sym typeface="Microsoft Yahei"/>
                </a:rPr>
                <a:t>分</a:t>
              </a:r>
            </a:p>
          </p:txBody>
        </p:sp>
      </p:grpSp>
      <p:pic>
        <p:nvPicPr>
          <p:cNvPr id="4" name="图片 3"/>
          <p:cNvPicPr>
            <a:picLocks/>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2" name="文本框 1"/>
          <p:cNvSpPr txBox="1"/>
          <p:nvPr>
            <p:custDataLst>
              <p:tags r:id="rId14"/>
            </p:custDataLst>
          </p:nvPr>
        </p:nvSpPr>
        <p:spPr>
          <a:xfrm>
            <a:off x="1219200" y="635000"/>
            <a:ext cx="9753600" cy="487680"/>
          </a:xfrm>
          <a:prstGeom prst="rect">
            <a:avLst/>
          </a:prstGeom>
          <a:solidFill>
            <a:srgbClr val="FBFAEF">
              <a:alpha val="90000"/>
            </a:srgbClr>
          </a:solidFill>
        </p:spPr>
        <p:txBody>
          <a:bodyPr vert="horz" wrap="none" rtlCol="0" anchor="ctr" anchorCtr="1">
            <a:noAutofit/>
          </a:bodyPr>
          <a:lstStyle/>
          <a:p>
            <a:endParaRPr lang="zh-CN" altLang="en-US" sz="1600" dirty="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Tree>
    <p:custDataLst>
      <p:tags r:id="rId1"/>
    </p:custDataLst>
    <p:extLst>
      <p:ext uri="{BB962C8B-B14F-4D97-AF65-F5344CB8AC3E}">
        <p14:creationId xmlns:p14="http://schemas.microsoft.com/office/powerpoint/2010/main" val="18654148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SCORE" val="1.0"/>
  <p:tag name="PROBLEMBLANK" val="[{&quot;num&quot;:1,&quot;caseSensitive&quot;:false,&quot;fuzzyMatch&quot;:false,&quot;Score&quot;:1.0,&quot;answers&quot;:[&quot;3,2,1&quot;]}]"/>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3.xml><?xml version="1.0" encoding="utf-8"?>
<p:tagLst xmlns:a="http://schemas.openxmlformats.org/drawingml/2006/main" xmlns:r="http://schemas.openxmlformats.org/officeDocument/2006/relationships" xmlns:p="http://schemas.openxmlformats.org/presentationml/2006/main">
  <p:tag name="RAINPROBLEM" val="ProblemWarning"/>
</p:tagLst>
</file>

<file path=ppt/tags/tag2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3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41.xml><?xml version="1.0" encoding="utf-8"?>
<p:tagLst xmlns:a="http://schemas.openxmlformats.org/drawingml/2006/main" xmlns:r="http://schemas.openxmlformats.org/officeDocument/2006/relationships" xmlns:p="http://schemas.openxmlformats.org/presentationml/2006/main">
  <p:tag name="RAINPROBLEM" val="ProblemWarning"/>
</p:tagLst>
</file>

<file path=ppt/tags/tag4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6.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4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5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5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5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5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5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59.xml><?xml version="1.0" encoding="utf-8"?>
<p:tagLst xmlns:a="http://schemas.openxmlformats.org/drawingml/2006/main" xmlns:r="http://schemas.openxmlformats.org/officeDocument/2006/relationships" xmlns:p="http://schemas.openxmlformats.org/presentationml/2006/main">
  <p:tag name="RAINPROBLEM" val="ProblemWarning"/>
</p:tagLst>
</file>

<file path=ppt/tags/tag6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4.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6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6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7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77.xml><?xml version="1.0" encoding="utf-8"?>
<p:tagLst xmlns:a="http://schemas.openxmlformats.org/drawingml/2006/main" xmlns:r="http://schemas.openxmlformats.org/officeDocument/2006/relationships" xmlns:p="http://schemas.openxmlformats.org/presentationml/2006/main">
  <p:tag name="RAINPROBLEM" val="ProblemWarning"/>
</p:tagLst>
</file>

<file path=ppt/tags/tag7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2.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8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8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9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95.xml><?xml version="1.0" encoding="utf-8"?>
<p:tagLst xmlns:a="http://schemas.openxmlformats.org/drawingml/2006/main" xmlns:r="http://schemas.openxmlformats.org/officeDocument/2006/relationships" xmlns:p="http://schemas.openxmlformats.org/presentationml/2006/main">
  <p:tag name="RAINPROBLEM" val="ProblemWarning"/>
</p:tagLst>
</file>

<file path=ppt/tags/tag9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0.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0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0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13.xml><?xml version="1.0" encoding="utf-8"?>
<p:tagLst xmlns:a="http://schemas.openxmlformats.org/drawingml/2006/main" xmlns:r="http://schemas.openxmlformats.org/officeDocument/2006/relationships" xmlns:p="http://schemas.openxmlformats.org/presentationml/2006/main">
  <p:tag name="RAINPROBLEM" val="ProblemWarning"/>
</p:tagLst>
</file>

<file path=ppt/tags/tag1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8.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1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2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2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2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2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31.xml><?xml version="1.0" encoding="utf-8"?>
<p:tagLst xmlns:a="http://schemas.openxmlformats.org/drawingml/2006/main" xmlns:r="http://schemas.openxmlformats.org/officeDocument/2006/relationships" xmlns:p="http://schemas.openxmlformats.org/presentationml/2006/main">
  <p:tag name="RAINPROBLEM" val="ProblemWarning"/>
</p:tagLst>
</file>

<file path=ppt/tags/tag1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6.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SCORE" val="1.0"/>
  <p:tag name="PROBLEMBLANK" val="[{&quot;num&quot;:1,&quot;caseSensitive&quot;:false,&quot;fuzzyMatch&quot;:false,&quot;Score&quot;:1.0,&quot;answers&quot;:[&quot;20&quot;]}]"/>
</p:tagLst>
</file>

<file path=ppt/tags/tag13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3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13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14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5.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SCORE" val="1.0"/>
  <p:tag name="PROBLEMBLANK" val="[{&quot;num&quot;:1,&quot;caseSensitive&quot;:false,&quot;fuzzyMatch&quot;:false,&quot;Score&quot;:1.0,&quot;answers&quot;:[&quot;16&quot;]}]"/>
</p:tagLst>
</file>

<file path=ppt/tags/tag14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4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1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1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4.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SCORE" val="1.0"/>
  <p:tag name="PROBLEMBLANK" val="[{&quot;num&quot;:1,&quot;caseSensitive&quot;:false,&quot;fuzzyMatch&quot;:false,&quot;Score&quot;:1.0,&quot;answers&quot;:[&quot;32&quot;]}]"/>
</p:tagLst>
</file>

<file path=ppt/tags/tag15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5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15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15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3.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SCORE" val="1.0"/>
  <p:tag name="PROBLEMBLANK" val="[{&quot;num&quot;:1,&quot;caseSensitive&quot;:false,&quot;fuzzyMatch&quot;:false,&quot;Score&quot;:1.0,&quot;answers&quot;:[&quot;50&quot;]}]"/>
</p:tagLst>
</file>

<file path=ppt/tags/tag16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6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16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16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2.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7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7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7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8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8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8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8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85.xml><?xml version="1.0" encoding="utf-8"?>
<p:tagLst xmlns:a="http://schemas.openxmlformats.org/drawingml/2006/main" xmlns:r="http://schemas.openxmlformats.org/officeDocument/2006/relationships" xmlns:p="http://schemas.openxmlformats.org/presentationml/2006/main">
  <p:tag name="RAINPROBLEM" val="ProblemWarning"/>
</p:tagLst>
</file>

<file path=ppt/tags/tag18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0.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9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9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9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9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9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9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9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9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9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0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0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03.xml><?xml version="1.0" encoding="utf-8"?>
<p:tagLst xmlns:a="http://schemas.openxmlformats.org/drawingml/2006/main" xmlns:r="http://schemas.openxmlformats.org/officeDocument/2006/relationships" xmlns:p="http://schemas.openxmlformats.org/presentationml/2006/main">
  <p:tag name="RAINPROBLEM" val="ProblemWarning"/>
</p:tagLst>
</file>

<file path=ppt/tags/tag20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8.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0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1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1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1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1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1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21.xml><?xml version="1.0" encoding="utf-8"?>
<p:tagLst xmlns:a="http://schemas.openxmlformats.org/drawingml/2006/main" xmlns:r="http://schemas.openxmlformats.org/officeDocument/2006/relationships" xmlns:p="http://schemas.openxmlformats.org/presentationml/2006/main">
  <p:tag name="RAINPROBLEM" val="ProblemWarning"/>
</p:tagLst>
</file>

<file path=ppt/tags/tag22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6.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2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2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3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3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3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3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3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39.xml><?xml version="1.0" encoding="utf-8"?>
<p:tagLst xmlns:a="http://schemas.openxmlformats.org/drawingml/2006/main" xmlns:r="http://schemas.openxmlformats.org/officeDocument/2006/relationships" xmlns:p="http://schemas.openxmlformats.org/presentationml/2006/main">
  <p:tag name="RAINPROBLEM" val="ProblemWarning"/>
</p:tagLst>
</file>

<file path=ppt/tags/tag24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4.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4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4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5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5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5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5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5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5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57.xml><?xml version="1.0" encoding="utf-8"?>
<p:tagLst xmlns:a="http://schemas.openxmlformats.org/drawingml/2006/main" xmlns:r="http://schemas.openxmlformats.org/officeDocument/2006/relationships" xmlns:p="http://schemas.openxmlformats.org/presentationml/2006/main">
  <p:tag name="RAINPROBLEM" val="ProblemWarning"/>
</p:tagLst>
</file>

<file path=ppt/tags/tag25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2.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6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6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6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6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6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6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6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7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7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7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7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75.xml><?xml version="1.0" encoding="utf-8"?>
<p:tagLst xmlns:a="http://schemas.openxmlformats.org/drawingml/2006/main" xmlns:r="http://schemas.openxmlformats.org/officeDocument/2006/relationships" xmlns:p="http://schemas.openxmlformats.org/presentationml/2006/main">
  <p:tag name="RAINPROBLEM" val="ProblemWarning"/>
</p:tagLst>
</file>

<file path=ppt/tags/tag27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0.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8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8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8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8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8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8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8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8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8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9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9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93.xml><?xml version="1.0" encoding="utf-8"?>
<p:tagLst xmlns:a="http://schemas.openxmlformats.org/drawingml/2006/main" xmlns:r="http://schemas.openxmlformats.org/officeDocument/2006/relationships" xmlns:p="http://schemas.openxmlformats.org/presentationml/2006/main">
  <p:tag name="RAINPROBLEM" val="ProblemWarning"/>
</p:tagLst>
</file>

<file path=ppt/tags/tag29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whu8">
  <a:themeElements>
    <a:clrScheme name="whu8 11">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000099"/>
      </a:folHlink>
    </a:clrScheme>
    <a:fontScheme name="whu8">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0" cap="flat" cmpd="sng" algn="ctr">
          <a:solidFill>
            <a:srgbClr val="002BB4"/>
          </a:solidFill>
          <a:prstDash val="solid"/>
          <a:round/>
          <a:headEnd type="none" w="med" len="med"/>
          <a:tailEnd type="none" w="med" len="med"/>
        </a:ln>
        <a:effectLst>
          <a:outerShdw dist="107763" dir="2700000" algn="ctr" rotWithShape="0">
            <a:schemeClr val="bg2"/>
          </a:outerShdw>
        </a:effectLst>
        <a:extLst>
          <a:ext uri="{909E8E84-426E-40DD-AFC4-6F175D3DCCD1}">
            <a14:hiddenFill xmlns:a14="http://schemas.microsoft.com/office/drawing/2010/main">
              <a:solidFill>
                <a:srgbClr val="CC99FF">
                  <a:alpha val="50000"/>
                </a:srgbClr>
              </a:solidFill>
            </a14:hiddenFill>
          </a:ext>
        </a:ex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sz="2400" b="0" i="0" u="none" strike="noStrike" cap="none" normalizeH="0" baseline="0" smtClean="0">
            <a:ln>
              <a:noFill/>
            </a:ln>
            <a:solidFill>
              <a:schemeClr val="tx1"/>
            </a:solidFill>
            <a:effectLst/>
            <a:latin typeface="Tahoma" pitchFamily="34" charset="0"/>
            <a:ea typeface="Dotum" pitchFamily="34" charset="-127"/>
          </a:defRPr>
        </a:defPPr>
      </a:lstStyle>
    </a:spDef>
    <a:lnDef>
      <a:spPr bwMode="auto">
        <a:xfrm>
          <a:off x="0" y="0"/>
          <a:ext cx="1" cy="1"/>
        </a:xfrm>
        <a:custGeom>
          <a:avLst/>
          <a:gdLst/>
          <a:ahLst/>
          <a:cxnLst/>
          <a:rect l="0" t="0" r="0" b="0"/>
          <a:pathLst/>
        </a:custGeom>
        <a:noFill/>
        <a:ln w="0" cap="flat" cmpd="sng" algn="ctr">
          <a:solidFill>
            <a:srgbClr val="002BB4"/>
          </a:solidFill>
          <a:prstDash val="solid"/>
          <a:round/>
          <a:headEnd type="none" w="med" len="med"/>
          <a:tailEnd type="none" w="med" len="med"/>
        </a:ln>
        <a:effectLst>
          <a:outerShdw dist="107763" dir="2700000" algn="ctr" rotWithShape="0">
            <a:schemeClr val="bg2"/>
          </a:outerShdw>
        </a:effectLst>
        <a:extLst>
          <a:ext uri="{909E8E84-426E-40DD-AFC4-6F175D3DCCD1}">
            <a14:hiddenFill xmlns:a14="http://schemas.microsoft.com/office/drawing/2010/main">
              <a:solidFill>
                <a:srgbClr val="CC99FF">
                  <a:alpha val="50000"/>
                </a:srgbClr>
              </a:solidFill>
            </a14:hiddenFill>
          </a:ext>
        </a:ex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sz="2400" b="0" i="0" u="none" strike="noStrike" cap="none" normalizeH="0" baseline="0" smtClean="0">
            <a:ln>
              <a:noFill/>
            </a:ln>
            <a:solidFill>
              <a:schemeClr val="tx1"/>
            </a:solidFill>
            <a:effectLst/>
            <a:latin typeface="Tahoma" pitchFamily="34" charset="0"/>
            <a:ea typeface="Dotum" pitchFamily="34" charset="-127"/>
          </a:defRPr>
        </a:defPPr>
      </a:lstStyle>
    </a:lnDef>
  </a:objectDefaults>
  <a:extraClrSchemeLst>
    <a:extraClrScheme>
      <a:clrScheme name="whu8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whu8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whu8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whu8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whu8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whu8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whu8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whu8 8">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990000"/>
        </a:hlink>
        <a:folHlink>
          <a:srgbClr val="3333CC"/>
        </a:folHlink>
      </a:clrScheme>
      <a:clrMap bg1="lt1" tx1="dk1" bg2="lt2" tx2="dk2" accent1="accent1" accent2="accent2" accent3="accent3" accent4="accent4" accent5="accent5" accent6="accent6" hlink="hlink" folHlink="folHlink"/>
    </a:extraClrScheme>
    <a:extraClrScheme>
      <a:clrScheme name="whu8 9">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CC0000"/>
        </a:hlink>
        <a:folHlink>
          <a:srgbClr val="3333CC"/>
        </a:folHlink>
      </a:clrScheme>
      <a:clrMap bg1="lt1" tx1="dk1" bg2="lt2" tx2="dk2" accent1="accent1" accent2="accent2" accent3="accent3" accent4="accent4" accent5="accent5" accent6="accent6" hlink="hlink" folHlink="folHlink"/>
    </a:extraClrScheme>
    <a:extraClrScheme>
      <a:clrScheme name="whu8 10">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000099"/>
        </a:hlink>
        <a:folHlink>
          <a:srgbClr val="008000"/>
        </a:folHlink>
      </a:clrScheme>
      <a:clrMap bg1="lt1" tx1="dk1" bg2="lt2" tx2="dk2" accent1="accent1" accent2="accent2" accent3="accent3" accent4="accent4" accent5="accent5" accent6="accent6" hlink="hlink" folHlink="folHlink"/>
    </a:extraClrScheme>
    <a:extraClrScheme>
      <a:clrScheme name="whu8 11">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000099"/>
        </a:folHlink>
      </a:clrScheme>
      <a:clrMap bg1="lt1" tx1="dk1" bg2="lt2" tx2="dk2" accent1="accent1" accent2="accent2" accent3="accent3" accent4="accent4" accent5="accent5" accent6="accent6" hlink="hlink" folHlink="folHlink"/>
    </a:extraClrScheme>
    <a:extraClrScheme>
      <a:clrScheme name="whu8 1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A8"/>
        </a:hlink>
        <a:folHlink>
          <a:srgbClr val="008000"/>
        </a:folHlink>
      </a:clrScheme>
      <a:clrMap bg1="lt1" tx1="dk1" bg2="lt2" tx2="dk2" accent1="accent1" accent2="accent2" accent3="accent3" accent4="accent4" accent5="accent5" accent6="accent6" hlink="hlink" folHlink="folHlink"/>
    </a:extraClrScheme>
    <a:extraClrScheme>
      <a:clrScheme name="whu8 13">
        <a:dk1>
          <a:srgbClr val="000000"/>
        </a:dk1>
        <a:lt1>
          <a:srgbClr val="FFFFFF"/>
        </a:lt1>
        <a:dk2>
          <a:srgbClr val="000000"/>
        </a:dk2>
        <a:lt2>
          <a:srgbClr val="FFCC99"/>
        </a:lt2>
        <a:accent1>
          <a:srgbClr val="FFBD5B"/>
        </a:accent1>
        <a:accent2>
          <a:srgbClr val="FFB7DB"/>
        </a:accent2>
        <a:accent3>
          <a:srgbClr val="FFFFFF"/>
        </a:accent3>
        <a:accent4>
          <a:srgbClr val="000000"/>
        </a:accent4>
        <a:accent5>
          <a:srgbClr val="FFDBB5"/>
        </a:accent5>
        <a:accent6>
          <a:srgbClr val="E7A6C6"/>
        </a:accent6>
        <a:hlink>
          <a:srgbClr val="FF9999"/>
        </a:hlink>
        <a:folHlink>
          <a:srgbClr val="FFFF99"/>
        </a:folHlink>
      </a:clrScheme>
      <a:clrMap bg1="lt1" tx1="dk1" bg2="lt2" tx2="dk2" accent1="accent1" accent2="accent2" accent3="accent3" accent4="accent4" accent5="accent5" accent6="accent6" hlink="hlink" folHlink="folHlink"/>
    </a:extraClrScheme>
    <a:extraClrScheme>
      <a:clrScheme name="whu8 14">
        <a:dk1>
          <a:srgbClr val="000000"/>
        </a:dk1>
        <a:lt1>
          <a:srgbClr val="FFFFFF"/>
        </a:lt1>
        <a:dk2>
          <a:srgbClr val="000000"/>
        </a:dk2>
        <a:lt2>
          <a:srgbClr val="FFCC99"/>
        </a:lt2>
        <a:accent1>
          <a:srgbClr val="FFD08B"/>
        </a:accent1>
        <a:accent2>
          <a:srgbClr val="FFB7DB"/>
        </a:accent2>
        <a:accent3>
          <a:srgbClr val="FFFFFF"/>
        </a:accent3>
        <a:accent4>
          <a:srgbClr val="000000"/>
        </a:accent4>
        <a:accent5>
          <a:srgbClr val="FFE4C4"/>
        </a:accent5>
        <a:accent6>
          <a:srgbClr val="E7A6C6"/>
        </a:accent6>
        <a:hlink>
          <a:srgbClr val="FF9999"/>
        </a:hlink>
        <a:folHlink>
          <a:srgbClr val="FFFF99"/>
        </a:folHlink>
      </a:clrScheme>
      <a:clrMap bg1="lt1" tx1="dk1" bg2="lt2" tx2="dk2" accent1="accent1" accent2="accent2" accent3="accent3" accent4="accent4" accent5="accent5" accent6="accent6" hlink="hlink" folHlink="folHlink"/>
    </a:extraClrScheme>
    <a:extraClrScheme>
      <a:clrScheme name="whu8 15">
        <a:dk1>
          <a:srgbClr val="000000"/>
        </a:dk1>
        <a:lt1>
          <a:srgbClr val="FFFFFF"/>
        </a:lt1>
        <a:dk2>
          <a:srgbClr val="FFCC00"/>
        </a:dk2>
        <a:lt2>
          <a:srgbClr val="000000"/>
        </a:lt2>
        <a:accent1>
          <a:srgbClr val="808000"/>
        </a:accent1>
        <a:accent2>
          <a:srgbClr val="CC9900"/>
        </a:accent2>
        <a:accent3>
          <a:srgbClr val="FFFFFF"/>
        </a:accent3>
        <a:accent4>
          <a:srgbClr val="000000"/>
        </a:accent4>
        <a:accent5>
          <a:srgbClr val="C0C0AA"/>
        </a:accent5>
        <a:accent6>
          <a:srgbClr val="B98A00"/>
        </a:accent6>
        <a:hlink>
          <a:srgbClr val="B85C00"/>
        </a:hlink>
        <a:folHlink>
          <a:srgbClr val="969696"/>
        </a:folHlink>
      </a:clrScheme>
      <a:clrMap bg1="lt1" tx1="dk1" bg2="lt2" tx2="dk2" accent1="accent1" accent2="accent2" accent3="accent3" accent4="accent4" accent5="accent5" accent6="accent6" hlink="hlink" folHlink="folHlink"/>
    </a:extraClrScheme>
    <a:extraClrScheme>
      <a:clrScheme name="whu8 16">
        <a:dk1>
          <a:srgbClr val="000000"/>
        </a:dk1>
        <a:lt1>
          <a:srgbClr val="FFFFFF"/>
        </a:lt1>
        <a:dk2>
          <a:srgbClr val="FFCC00"/>
        </a:dk2>
        <a:lt2>
          <a:srgbClr val="000000"/>
        </a:lt2>
        <a:accent1>
          <a:srgbClr val="808000"/>
        </a:accent1>
        <a:accent2>
          <a:srgbClr val="CC9900"/>
        </a:accent2>
        <a:accent3>
          <a:srgbClr val="FFFFFF"/>
        </a:accent3>
        <a:accent4>
          <a:srgbClr val="000000"/>
        </a:accent4>
        <a:accent5>
          <a:srgbClr val="C0C0AA"/>
        </a:accent5>
        <a:accent6>
          <a:srgbClr val="B98A00"/>
        </a:accent6>
        <a:hlink>
          <a:srgbClr val="B85C00"/>
        </a:hlink>
        <a:folHlink>
          <a:srgbClr val="0080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whu8">
  <a:themeElements>
    <a:clrScheme name="1_whu8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1_whu8">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0" cap="flat" cmpd="sng" algn="ctr">
          <a:solidFill>
            <a:srgbClr val="002BB4"/>
          </a:solidFill>
          <a:prstDash val="solid"/>
          <a:round/>
          <a:headEnd type="none" w="med" len="med"/>
          <a:tailEnd type="none" w="med" len="med"/>
        </a:ln>
        <a:effectLst>
          <a:outerShdw dist="107763" dir="2700000" algn="ctr" rotWithShape="0">
            <a:schemeClr val="bg2"/>
          </a:outerShdw>
        </a:effectLst>
        <a:extLst>
          <a:ext uri="{909E8E84-426E-40DD-AFC4-6F175D3DCCD1}">
            <a14:hiddenFill xmlns:a14="http://schemas.microsoft.com/office/drawing/2010/main">
              <a:solidFill>
                <a:srgbClr val="CC99FF">
                  <a:alpha val="50000"/>
                </a:srgbClr>
              </a:solidFill>
            </a14:hiddenFill>
          </a:ext>
        </a:ex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sz="2400" b="0" i="0" u="none" strike="noStrike" cap="none" normalizeH="0" baseline="0" smtClean="0">
            <a:ln>
              <a:noFill/>
            </a:ln>
            <a:solidFill>
              <a:schemeClr val="tx1"/>
            </a:solidFill>
            <a:effectLst/>
            <a:latin typeface="Tahoma" pitchFamily="34" charset="0"/>
            <a:ea typeface="Dotum" pitchFamily="34" charset="-127"/>
          </a:defRPr>
        </a:defPPr>
      </a:lstStyle>
    </a:spDef>
    <a:lnDef>
      <a:spPr bwMode="auto">
        <a:xfrm>
          <a:off x="0" y="0"/>
          <a:ext cx="1" cy="1"/>
        </a:xfrm>
        <a:custGeom>
          <a:avLst/>
          <a:gdLst/>
          <a:ahLst/>
          <a:cxnLst/>
          <a:rect l="0" t="0" r="0" b="0"/>
          <a:pathLst/>
        </a:custGeom>
        <a:noFill/>
        <a:ln w="0" cap="flat" cmpd="sng" algn="ctr">
          <a:solidFill>
            <a:srgbClr val="002BB4"/>
          </a:solidFill>
          <a:prstDash val="solid"/>
          <a:round/>
          <a:headEnd type="none" w="med" len="med"/>
          <a:tailEnd type="none" w="med" len="med"/>
        </a:ln>
        <a:effectLst>
          <a:outerShdw dist="107763" dir="2700000" algn="ctr" rotWithShape="0">
            <a:schemeClr val="bg2"/>
          </a:outerShdw>
        </a:effectLst>
        <a:extLst>
          <a:ext uri="{909E8E84-426E-40DD-AFC4-6F175D3DCCD1}">
            <a14:hiddenFill xmlns:a14="http://schemas.microsoft.com/office/drawing/2010/main">
              <a:solidFill>
                <a:srgbClr val="CC99FF">
                  <a:alpha val="50000"/>
                </a:srgbClr>
              </a:solidFill>
            </a14:hiddenFill>
          </a:ext>
        </a:ex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sz="2400" b="0" i="0" u="none" strike="noStrike" cap="none" normalizeH="0" baseline="0" smtClean="0">
            <a:ln>
              <a:noFill/>
            </a:ln>
            <a:solidFill>
              <a:schemeClr val="tx1"/>
            </a:solidFill>
            <a:effectLst/>
            <a:latin typeface="Tahoma" pitchFamily="34" charset="0"/>
            <a:ea typeface="Dotum" pitchFamily="34" charset="-127"/>
          </a:defRPr>
        </a:defPPr>
      </a:lstStyle>
    </a:lnDef>
  </a:objectDefaults>
  <a:extraClrSchemeLst>
    <a:extraClrScheme>
      <a:clrScheme name="1_whu8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1_whu8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1_whu8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1_whu8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1_whu8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1_whu8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1_whu8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1_whu8 8">
        <a:dk1>
          <a:srgbClr val="000000"/>
        </a:dk1>
        <a:lt1>
          <a:srgbClr val="FFFFFF"/>
        </a:lt1>
        <a:dk2>
          <a:srgbClr val="FFCC00"/>
        </a:dk2>
        <a:lt2>
          <a:srgbClr val="000000"/>
        </a:lt2>
        <a:accent1>
          <a:srgbClr val="808000"/>
        </a:accent1>
        <a:accent2>
          <a:srgbClr val="CC9900"/>
        </a:accent2>
        <a:accent3>
          <a:srgbClr val="FFFFFF"/>
        </a:accent3>
        <a:accent4>
          <a:srgbClr val="000000"/>
        </a:accent4>
        <a:accent5>
          <a:srgbClr val="C0C0AA"/>
        </a:accent5>
        <a:accent6>
          <a:srgbClr val="B98A00"/>
        </a:accent6>
        <a:hlink>
          <a:srgbClr val="B85C00"/>
        </a:hlink>
        <a:folHlink>
          <a:srgbClr val="969696"/>
        </a:folHlink>
      </a:clrScheme>
      <a:clrMap bg1="lt1" tx1="dk1" bg2="lt2" tx2="dk2" accent1="accent1" accent2="accent2" accent3="accent3" accent4="accent4" accent5="accent5" accent6="accent6" hlink="hlink" folHlink="folHlink"/>
    </a:extraClrScheme>
    <a:extraClrScheme>
      <a:clrScheme name="1_whu8 9">
        <a:dk1>
          <a:srgbClr val="000000"/>
        </a:dk1>
        <a:lt1>
          <a:srgbClr val="FFFFFF"/>
        </a:lt1>
        <a:dk2>
          <a:srgbClr val="FFCC00"/>
        </a:dk2>
        <a:lt2>
          <a:srgbClr val="000000"/>
        </a:lt2>
        <a:accent1>
          <a:srgbClr val="808000"/>
        </a:accent1>
        <a:accent2>
          <a:srgbClr val="CC9900"/>
        </a:accent2>
        <a:accent3>
          <a:srgbClr val="FFFFFF"/>
        </a:accent3>
        <a:accent4>
          <a:srgbClr val="000000"/>
        </a:accent4>
        <a:accent5>
          <a:srgbClr val="C0C0AA"/>
        </a:accent5>
        <a:accent6>
          <a:srgbClr val="B98A00"/>
        </a:accent6>
        <a:hlink>
          <a:srgbClr val="B85C00"/>
        </a:hlink>
        <a:folHlink>
          <a:srgbClr val="008000"/>
        </a:folHlink>
      </a:clrScheme>
      <a:clrMap bg1="lt1" tx1="dk1" bg2="lt2" tx2="dk2" accent1="accent1" accent2="accent2" accent3="accent3" accent4="accent4" accent5="accent5" accent6="accent6" hlink="hlink" folHlink="folHlink"/>
    </a:extraClrScheme>
    <a:extraClrScheme>
      <a:clrScheme name="1_whu8 10">
        <a:dk1>
          <a:srgbClr val="000000"/>
        </a:dk1>
        <a:lt1>
          <a:srgbClr val="FFFFFF"/>
        </a:lt1>
        <a:dk2>
          <a:srgbClr val="000099"/>
        </a:dk2>
        <a:lt2>
          <a:srgbClr val="969696"/>
        </a:lt2>
        <a:accent1>
          <a:srgbClr val="FFFF99"/>
        </a:accent1>
        <a:accent2>
          <a:srgbClr val="006666"/>
        </a:accent2>
        <a:accent3>
          <a:srgbClr val="FFFFFF"/>
        </a:accent3>
        <a:accent4>
          <a:srgbClr val="000000"/>
        </a:accent4>
        <a:accent5>
          <a:srgbClr val="FFFFCA"/>
        </a:accent5>
        <a:accent6>
          <a:srgbClr val="005C5C"/>
        </a:accent6>
        <a:hlink>
          <a:srgbClr val="000000"/>
        </a:hlink>
        <a:folHlink>
          <a:srgbClr val="800080"/>
        </a:folHlink>
      </a:clrScheme>
      <a:clrMap bg1="lt1" tx1="dk1" bg2="lt2" tx2="dk2" accent1="accent1" accent2="accent2" accent3="accent3" accent4="accent4" accent5="accent5" accent6="accent6" hlink="hlink" folHlink="folHlink"/>
    </a:extraClrScheme>
    <a:extraClrScheme>
      <a:clrScheme name="1_whu8 11">
        <a:dk1>
          <a:srgbClr val="C0C0C0"/>
        </a:dk1>
        <a:lt1>
          <a:srgbClr val="FFFFFF"/>
        </a:lt1>
        <a:dk2>
          <a:srgbClr val="7979A5"/>
        </a:dk2>
        <a:lt2>
          <a:srgbClr val="FFFF00"/>
        </a:lt2>
        <a:accent1>
          <a:srgbClr val="7499D0"/>
        </a:accent1>
        <a:accent2>
          <a:srgbClr val="CCCCFF"/>
        </a:accent2>
        <a:accent3>
          <a:srgbClr val="BEBECF"/>
        </a:accent3>
        <a:accent4>
          <a:srgbClr val="DADADA"/>
        </a:accent4>
        <a:accent5>
          <a:srgbClr val="BCCAE4"/>
        </a:accent5>
        <a:accent6>
          <a:srgbClr val="B9B9E7"/>
        </a:accent6>
        <a:hlink>
          <a:srgbClr val="FFFFFF"/>
        </a:hlink>
        <a:folHlink>
          <a:srgbClr val="FFFF00"/>
        </a:folHlink>
      </a:clrScheme>
      <a:clrMap bg1="dk2" tx1="lt1" bg2="dk1" tx2="lt2" accent1="accent1" accent2="accent2" accent3="accent3" accent4="accent4" accent5="accent5" accent6="accent6" hlink="hlink" folHlink="folHlink"/>
    </a:extraClrScheme>
    <a:extraClrScheme>
      <a:clrScheme name="1_whu8 12">
        <a:dk1>
          <a:srgbClr val="000000"/>
        </a:dk1>
        <a:lt1>
          <a:srgbClr val="FFFFFF"/>
        </a:lt1>
        <a:dk2>
          <a:srgbClr val="FFCC00"/>
        </a:dk2>
        <a:lt2>
          <a:srgbClr val="000000"/>
        </a:lt2>
        <a:accent1>
          <a:srgbClr val="808000"/>
        </a:accent1>
        <a:accent2>
          <a:srgbClr val="CC9900"/>
        </a:accent2>
        <a:accent3>
          <a:srgbClr val="FFFFFF"/>
        </a:accent3>
        <a:accent4>
          <a:srgbClr val="000000"/>
        </a:accent4>
        <a:accent5>
          <a:srgbClr val="C0C0AA"/>
        </a:accent5>
        <a:accent6>
          <a:srgbClr val="B98A00"/>
        </a:accent6>
        <a:hlink>
          <a:srgbClr val="B85C00"/>
        </a:hlink>
        <a:folHlink>
          <a:srgbClr val="7D7D7D"/>
        </a:folHlink>
      </a:clrScheme>
      <a:clrMap bg1="lt1" tx1="dk1" bg2="lt2" tx2="dk2" accent1="accent1" accent2="accent2" accent3="accent3" accent4="accent4" accent5="accent5" accent6="accent6" hlink="hlink" folHlink="folHlink"/>
    </a:extraClrScheme>
    <a:extraClrScheme>
      <a:clrScheme name="1_whu8 1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FFFF"/>
        </a:hlink>
        <a:folHlink>
          <a:srgbClr val="FFCC00"/>
        </a:folHlink>
      </a:clrScheme>
      <a:clrMap bg1="lt1" tx1="dk1" bg2="lt2" tx2="dk2" accent1="accent1" accent2="accent2" accent3="accent3" accent4="accent4" accent5="accent5" accent6="accent6" hlink="hlink" folHlink="folHlink"/>
    </a:extraClrScheme>
    <a:extraClrScheme>
      <a:clrScheme name="1_whu8 14">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000000"/>
        </a:hlink>
        <a:folHlink>
          <a:srgbClr val="FFFFFF"/>
        </a:folHlink>
      </a:clrScheme>
      <a:clrMap bg1="lt1" tx1="dk1" bg2="lt2" tx2="dk2" accent1="accent1" accent2="accent2" accent3="accent3" accent4="accent4" accent5="accent5" accent6="accent6" hlink="hlink" folHlink="folHlink"/>
    </a:extraClrScheme>
    <a:extraClrScheme>
      <a:clrScheme name="1_whu8 15">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FFFF"/>
        </a:hlink>
        <a:folHlink>
          <a:srgbClr val="FF9900"/>
        </a:folHlink>
      </a:clrScheme>
      <a:clrMap bg1="lt1" tx1="dk1" bg2="lt2" tx2="dk2" accent1="accent1" accent2="accent2" accent3="accent3" accent4="accent4" accent5="accent5" accent6="accent6" hlink="hlink" folHlink="folHlink"/>
    </a:extraClrScheme>
    <a:extraClrScheme>
      <a:clrScheme name="1_whu8 16">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9900"/>
        </a:hlink>
        <a:folHlink>
          <a:srgbClr val="FFCC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whu8">
  <a:themeElements>
    <a:clrScheme name="3_whu8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3_whu8">
      <a:majorFont>
        <a:latin typeface="Tahoma"/>
        <a:ea typeface="楷体_GB2312"/>
        <a:cs typeface=""/>
      </a:majorFont>
      <a:minorFont>
        <a:latin typeface="Tahoma"/>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0" cap="flat" cmpd="sng" algn="ctr">
          <a:solidFill>
            <a:srgbClr val="002BB4"/>
          </a:solidFill>
          <a:prstDash val="solid"/>
          <a:round/>
          <a:headEnd type="none" w="med" len="med"/>
          <a:tailEnd type="none" w="med" len="med"/>
        </a:ln>
        <a:effectLst>
          <a:outerShdw dist="107763" dir="2700000" algn="ctr" rotWithShape="0">
            <a:schemeClr val="bg2"/>
          </a:outerShdw>
        </a:effectLst>
        <a:extLst>
          <a:ext uri="{909E8E84-426E-40DD-AFC4-6F175D3DCCD1}">
            <a14:hiddenFill xmlns:a14="http://schemas.microsoft.com/office/drawing/2010/main">
              <a:solidFill>
                <a:srgbClr val="CC99FF">
                  <a:alpha val="50000"/>
                </a:srgbClr>
              </a:solidFill>
            </a14:hiddenFill>
          </a:ext>
        </a:ex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sz="2400" b="0" i="0" u="none" strike="noStrike" cap="none" normalizeH="0" baseline="0" smtClean="0">
            <a:ln>
              <a:noFill/>
            </a:ln>
            <a:solidFill>
              <a:schemeClr val="tx1"/>
            </a:solidFill>
            <a:effectLst/>
            <a:latin typeface="Tahoma" pitchFamily="34" charset="0"/>
            <a:ea typeface="Dotum" pitchFamily="34" charset="-127"/>
          </a:defRPr>
        </a:defPPr>
      </a:lstStyle>
    </a:spDef>
    <a:lnDef>
      <a:spPr bwMode="auto">
        <a:xfrm>
          <a:off x="0" y="0"/>
          <a:ext cx="1" cy="1"/>
        </a:xfrm>
        <a:custGeom>
          <a:avLst/>
          <a:gdLst/>
          <a:ahLst/>
          <a:cxnLst/>
          <a:rect l="0" t="0" r="0" b="0"/>
          <a:pathLst/>
        </a:custGeom>
        <a:noFill/>
        <a:ln w="0" cap="flat" cmpd="sng" algn="ctr">
          <a:solidFill>
            <a:srgbClr val="002BB4"/>
          </a:solidFill>
          <a:prstDash val="solid"/>
          <a:round/>
          <a:headEnd type="none" w="med" len="med"/>
          <a:tailEnd type="none" w="med" len="med"/>
        </a:ln>
        <a:effectLst>
          <a:outerShdw dist="107763" dir="2700000" algn="ctr" rotWithShape="0">
            <a:schemeClr val="bg2"/>
          </a:outerShdw>
        </a:effectLst>
        <a:extLst>
          <a:ext uri="{909E8E84-426E-40DD-AFC4-6F175D3DCCD1}">
            <a14:hiddenFill xmlns:a14="http://schemas.microsoft.com/office/drawing/2010/main">
              <a:solidFill>
                <a:srgbClr val="CC99FF">
                  <a:alpha val="50000"/>
                </a:srgbClr>
              </a:solidFill>
            </a14:hiddenFill>
          </a:ext>
        </a:ex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sz="2400" b="0" i="0" u="none" strike="noStrike" cap="none" normalizeH="0" baseline="0" smtClean="0">
            <a:ln>
              <a:noFill/>
            </a:ln>
            <a:solidFill>
              <a:schemeClr val="tx1"/>
            </a:solidFill>
            <a:effectLst/>
            <a:latin typeface="Tahoma" pitchFamily="34" charset="0"/>
            <a:ea typeface="Dotum" pitchFamily="34" charset="-127"/>
          </a:defRPr>
        </a:defPPr>
      </a:lstStyle>
    </a:lnDef>
  </a:objectDefaults>
  <a:extraClrSchemeLst>
    <a:extraClrScheme>
      <a:clrScheme name="3_whu8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3_whu8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3_whu8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3_whu8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3_whu8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3_whu8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3_whu8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3_whu8 8">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FFFF"/>
        </a:hlink>
        <a:folHlink>
          <a:srgbClr val="FFCC00"/>
        </a:folHlink>
      </a:clrScheme>
      <a:clrMap bg1="lt1" tx1="dk1" bg2="lt2" tx2="dk2" accent1="accent1" accent2="accent2" accent3="accent3" accent4="accent4" accent5="accent5" accent6="accent6" hlink="hlink" folHlink="folHlink"/>
    </a:extraClrScheme>
    <a:extraClrScheme>
      <a:clrScheme name="3_whu8 9">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000000"/>
        </a:hlink>
        <a:folHlink>
          <a:srgbClr val="FFFFFF"/>
        </a:folHlink>
      </a:clrScheme>
      <a:clrMap bg1="lt1" tx1="dk1" bg2="lt2" tx2="dk2" accent1="accent1" accent2="accent2" accent3="accent3" accent4="accent4" accent5="accent5" accent6="accent6" hlink="hlink" folHlink="folHlink"/>
    </a:extraClrScheme>
    <a:extraClrScheme>
      <a:clrScheme name="3_whu8 10">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FFFF"/>
        </a:hlink>
        <a:folHlink>
          <a:srgbClr val="FF9900"/>
        </a:folHlink>
      </a:clrScheme>
      <a:clrMap bg1="lt1" tx1="dk1" bg2="lt2" tx2="dk2" accent1="accent1" accent2="accent2" accent3="accent3" accent4="accent4" accent5="accent5" accent6="accent6" hlink="hlink" folHlink="folHlink"/>
    </a:extraClrScheme>
    <a:extraClrScheme>
      <a:clrScheme name="3_whu8 11">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9900"/>
        </a:hlink>
        <a:folHlink>
          <a:srgbClr val="FFCC00"/>
        </a:folHlink>
      </a:clrScheme>
      <a:clrMap bg1="lt1" tx1="dk1" bg2="lt2" tx2="dk2" accent1="accent1" accent2="accent2" accent3="accent3" accent4="accent4" accent5="accent5" accent6="accent6" hlink="hlink" folHlink="folHlink"/>
    </a:extraClrScheme>
  </a:extraClrSchemeLst>
</a:theme>
</file>

<file path=ppt/theme/themeOverride1.xml><?xml version="1.0" encoding="utf-8"?>
<a:themeOverride xmlns:a="http://schemas.openxmlformats.org/drawingml/2006/main">
  <a:clrScheme name="whu8 10">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000099"/>
    </a:hlink>
    <a:folHlink>
      <a:srgbClr val="008000"/>
    </a:folHlink>
  </a:clrScheme>
</a:themeOverride>
</file>

<file path=docProps/app.xml><?xml version="1.0" encoding="utf-8"?>
<Properties xmlns="http://schemas.openxmlformats.org/officeDocument/2006/extended-properties" xmlns:vt="http://schemas.openxmlformats.org/officeDocument/2006/docPropsVTypes">
  <TotalTime>2624</TotalTime>
  <Words>3962</Words>
  <Application>Microsoft Office PowerPoint</Application>
  <PresentationFormat>宽屏</PresentationFormat>
  <Paragraphs>605</Paragraphs>
  <Slides>55</Slides>
  <Notes>0</Notes>
  <HiddenSlides>0</HiddenSlides>
  <MMClips>0</MMClips>
  <ScaleCrop>false</ScaleCrop>
  <HeadingPairs>
    <vt:vector size="8" baseType="variant">
      <vt:variant>
        <vt:lpstr>已用的字体</vt:lpstr>
      </vt:variant>
      <vt:variant>
        <vt:i4>13</vt:i4>
      </vt:variant>
      <vt:variant>
        <vt:lpstr>主题</vt:lpstr>
      </vt:variant>
      <vt:variant>
        <vt:i4>3</vt:i4>
      </vt:variant>
      <vt:variant>
        <vt:lpstr>嵌入 OLE 服务器</vt:lpstr>
      </vt:variant>
      <vt:variant>
        <vt:i4>3</vt:i4>
      </vt:variant>
      <vt:variant>
        <vt:lpstr>幻灯片标题</vt:lpstr>
      </vt:variant>
      <vt:variant>
        <vt:i4>55</vt:i4>
      </vt:variant>
    </vt:vector>
  </HeadingPairs>
  <TitlesOfParts>
    <vt:vector size="74" baseType="lpstr">
      <vt:lpstr>黑体</vt:lpstr>
      <vt:lpstr>华文新魏</vt:lpstr>
      <vt:lpstr>楷体</vt:lpstr>
      <vt:lpstr>楷体_GB2312</vt:lpstr>
      <vt:lpstr>宋体</vt:lpstr>
      <vt:lpstr>Microsoft Yahei</vt:lpstr>
      <vt:lpstr>Arial</vt:lpstr>
      <vt:lpstr>Courier New</vt:lpstr>
      <vt:lpstr>Lucida Sans</vt:lpstr>
      <vt:lpstr>Tahoma</vt:lpstr>
      <vt:lpstr>Times New Roman</vt:lpstr>
      <vt:lpstr>Wingdings</vt:lpstr>
      <vt:lpstr>Wingdings 2</vt:lpstr>
      <vt:lpstr>whu8</vt:lpstr>
      <vt:lpstr>1_whu8</vt:lpstr>
      <vt:lpstr>3_whu8</vt:lpstr>
      <vt:lpstr>工作表</vt:lpstr>
      <vt:lpstr>Worksheet</vt:lpstr>
      <vt:lpstr>Microsoft Excel 97-2003 Worksheet</vt:lpstr>
      <vt:lpstr>  数据的输入输出</vt:lpstr>
      <vt:lpstr>1. 格式输出函数:  printf( )函数</vt:lpstr>
      <vt:lpstr>例：格式输出：printf(）函数</vt:lpstr>
      <vt:lpstr>printf(“格式控制” [，输出表列]);</vt:lpstr>
      <vt:lpstr>表3.2 用于输出的格式字符</vt:lpstr>
      <vt:lpstr>表3.2 用于输出的格式字符</vt:lpstr>
      <vt:lpstr>用于输出的修饰符</vt:lpstr>
      <vt:lpstr>1)d 格式符</vt:lpstr>
      <vt:lpstr>M修饰符（域宽、场宽）</vt:lpstr>
      <vt:lpstr>2) o 、x和u格式符</vt:lpstr>
      <vt:lpstr>2) o 、x和u格式符</vt:lpstr>
      <vt:lpstr>3) c 格式符</vt:lpstr>
      <vt:lpstr>4) s 格式符</vt:lpstr>
      <vt:lpstr>例:</vt:lpstr>
      <vt:lpstr>5) f 格式符</vt:lpstr>
      <vt:lpstr>例:</vt:lpstr>
      <vt:lpstr>6) e 格式符</vt:lpstr>
      <vt:lpstr>例:</vt:lpstr>
      <vt:lpstr>注意：</vt:lpstr>
      <vt:lpstr>注意：</vt:lpstr>
      <vt:lpstr>注意：</vt:lpstr>
      <vt:lpstr>PowerPoint 演示文稿</vt:lpstr>
      <vt:lpstr>注意：</vt:lpstr>
      <vt:lpstr>注意：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2.格式输入函数  scanf( )</vt:lpstr>
      <vt:lpstr>PowerPoint 演示文稿</vt:lpstr>
      <vt:lpstr>表  用于输入的修饰符</vt:lpstr>
      <vt:lpstr> 用于输入的格式字符</vt:lpstr>
      <vt:lpstr>PowerPoint 演示文稿</vt:lpstr>
      <vt:lpstr>PowerPoint 演示文稿</vt:lpstr>
      <vt:lpstr>PowerPoint 演示文稿</vt:lpstr>
      <vt:lpstr>PowerPoint 演示文稿</vt:lpstr>
      <vt:lpstr>格式输入的使用与注意：</vt:lpstr>
      <vt:lpstr>注意：</vt:lpstr>
      <vt:lpstr>注意：</vt:lpstr>
      <vt:lpstr>注意：</vt:lpstr>
      <vt:lpstr>注意：</vt:lpstr>
      <vt:lpstr>PowerPoint 演示文稿</vt:lpstr>
      <vt:lpstr>PowerPoint 演示文稿</vt:lpstr>
      <vt:lpstr>PowerPoint 演示文稿</vt:lpstr>
      <vt:lpstr>2 字符输入、输出函数</vt:lpstr>
      <vt:lpstr>【例】putchar函数的应用</vt:lpstr>
      <vt:lpstr>【例】putchar函数的应用</vt:lpstr>
      <vt:lpstr>2.字符输入函数   getchar( )</vt:lpstr>
      <vt:lpstr>PowerPoint 演示文稿</vt:lpstr>
      <vt:lpstr>PowerPoint 演示文稿</vt:lpstr>
      <vt:lpstr>PowerPoint 演示文稿</vt:lpstr>
      <vt:lpstr>PowerPoint 演示文稿</vt:lpstr>
    </vt:vector>
  </TitlesOfParts>
  <Company>Sky123.Org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数据的输入输出</dc:title>
  <dc:creator>wwb</dc:creator>
  <cp:lastModifiedBy>Administrator</cp:lastModifiedBy>
  <cp:revision>65</cp:revision>
  <dcterms:created xsi:type="dcterms:W3CDTF">2020-01-05T22:54:43Z</dcterms:created>
  <dcterms:modified xsi:type="dcterms:W3CDTF">2025-05-13T01:25:55Z</dcterms:modified>
</cp:coreProperties>
</file>