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6"/>
  </p:notesMasterIdLst>
  <p:sldIdLst>
    <p:sldId id="320" r:id="rId2"/>
    <p:sldId id="328" r:id="rId3"/>
    <p:sldId id="329" r:id="rId4"/>
    <p:sldId id="331" r:id="rId5"/>
    <p:sldId id="332" r:id="rId6"/>
    <p:sldId id="330" r:id="rId7"/>
    <p:sldId id="334" r:id="rId8"/>
    <p:sldId id="338" r:id="rId9"/>
    <p:sldId id="335" r:id="rId10"/>
    <p:sldId id="336" r:id="rId11"/>
    <p:sldId id="324" r:id="rId12"/>
    <p:sldId id="339" r:id="rId13"/>
    <p:sldId id="340" r:id="rId14"/>
    <p:sldId id="337" r:id="rId15"/>
    <p:sldId id="341" r:id="rId16"/>
    <p:sldId id="342" r:id="rId17"/>
    <p:sldId id="343" r:id="rId18"/>
    <p:sldId id="344" r:id="rId19"/>
    <p:sldId id="345" r:id="rId20"/>
    <p:sldId id="346" r:id="rId21"/>
    <p:sldId id="359" r:id="rId22"/>
    <p:sldId id="360" r:id="rId23"/>
    <p:sldId id="361" r:id="rId24"/>
    <p:sldId id="362" r:id="rId25"/>
    <p:sldId id="347" r:id="rId26"/>
    <p:sldId id="348" r:id="rId27"/>
    <p:sldId id="352" r:id="rId28"/>
    <p:sldId id="351" r:id="rId29"/>
    <p:sldId id="350" r:id="rId30"/>
    <p:sldId id="355" r:id="rId31"/>
    <p:sldId id="354" r:id="rId32"/>
    <p:sldId id="356" r:id="rId33"/>
    <p:sldId id="349" r:id="rId34"/>
    <p:sldId id="358" r:id="rId3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804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CD6B0D-C867-40AF-A175-1928F7B951CE}" type="datetimeFigureOut">
              <a:rPr lang="zh-CN" altLang="en-US" smtClean="0"/>
              <a:t>2025/7/22 Tuesday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B4B268-9016-4DC8-AA52-460282B64B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8977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C3ED025-0968-46A3-981F-86B901A87A32}" type="slidenum">
              <a:rPr lang="en-US" altLang="zh-CN"/>
              <a:pPr/>
              <a:t>1</a:t>
            </a:fld>
            <a:endParaRPr lang="en-US" altLang="zh-CN"/>
          </a:p>
        </p:txBody>
      </p:sp>
      <p:sp>
        <p:nvSpPr>
          <p:cNvPr id="1203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203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ED3BF44-85C3-44DC-947F-F6AD71DDA005}" type="slidenum">
              <a:rPr lang="en-US" altLang="zh-CN"/>
              <a:pPr/>
              <a:t>2</a:t>
            </a:fld>
            <a:endParaRPr lang="en-US" altLang="zh-CN"/>
          </a:p>
        </p:txBody>
      </p:sp>
      <p:sp>
        <p:nvSpPr>
          <p:cNvPr id="1181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81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51D6666-A7B6-4D9C-B76F-4DA12A6D4FE3}" type="slidenum">
              <a:rPr lang="en-US" altLang="zh-CN"/>
              <a:pPr/>
              <a:t>3</a:t>
            </a:fld>
            <a:endParaRPr lang="en-US" altLang="zh-CN"/>
          </a:p>
        </p:txBody>
      </p:sp>
      <p:sp>
        <p:nvSpPr>
          <p:cNvPr id="1183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83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51D6666-A7B6-4D9C-B76F-4DA12A6D4FE3}" type="slidenum">
              <a:rPr lang="en-US" altLang="zh-CN"/>
              <a:pPr/>
              <a:t>4</a:t>
            </a:fld>
            <a:endParaRPr lang="en-US" altLang="zh-CN"/>
          </a:p>
        </p:txBody>
      </p:sp>
      <p:sp>
        <p:nvSpPr>
          <p:cNvPr id="1183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83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51D6666-A7B6-4D9C-B76F-4DA12A6D4FE3}" type="slidenum">
              <a:rPr lang="en-US" altLang="zh-CN"/>
              <a:pPr/>
              <a:t>5</a:t>
            </a:fld>
            <a:endParaRPr lang="en-US" altLang="zh-CN"/>
          </a:p>
        </p:txBody>
      </p:sp>
      <p:sp>
        <p:nvSpPr>
          <p:cNvPr id="1183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83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A65718E-3B8B-435B-B2A2-050F429B216A}" type="slidenum">
              <a:rPr lang="en-US" altLang="zh-CN"/>
              <a:pPr/>
              <a:t>6</a:t>
            </a:fld>
            <a:endParaRPr lang="en-US" altLang="zh-CN"/>
          </a:p>
        </p:txBody>
      </p:sp>
      <p:sp>
        <p:nvSpPr>
          <p:cNvPr id="1185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85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D117A10-8DAB-42D7-8112-5B35184C985B}" type="slidenum">
              <a:rPr lang="en-US" altLang="zh-CN"/>
              <a:pPr/>
              <a:t>7</a:t>
            </a:fld>
            <a:endParaRPr lang="en-US" altLang="zh-CN"/>
          </a:p>
        </p:txBody>
      </p:sp>
      <p:sp>
        <p:nvSpPr>
          <p:cNvPr id="1187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87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D117A10-8DAB-42D7-8112-5B35184C985B}" type="slidenum">
              <a:rPr lang="en-US" altLang="zh-CN"/>
              <a:pPr/>
              <a:t>8</a:t>
            </a:fld>
            <a:endParaRPr lang="en-US" altLang="zh-CN"/>
          </a:p>
        </p:txBody>
      </p:sp>
      <p:sp>
        <p:nvSpPr>
          <p:cNvPr id="1187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87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778FBBF-12C5-4E5A-B1D1-C9F0ED196E10}" type="slidenum">
              <a:rPr lang="en-US" altLang="zh-CN"/>
              <a:pPr/>
              <a:t>9</a:t>
            </a:fld>
            <a:endParaRPr lang="en-US" altLang="zh-CN"/>
          </a:p>
        </p:txBody>
      </p:sp>
      <p:sp>
        <p:nvSpPr>
          <p:cNvPr id="1189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89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91E35A1-68CA-4DD4-9E16-BDD17C3C0A89}" type="slidenum">
              <a:rPr lang="en-US" altLang="zh-CN"/>
              <a:pPr/>
              <a:t>10</a:t>
            </a:fld>
            <a:endParaRPr lang="en-US" altLang="zh-CN"/>
          </a:p>
        </p:txBody>
      </p:sp>
      <p:sp>
        <p:nvSpPr>
          <p:cNvPr id="1191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91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91E35A1-68CA-4DD4-9E16-BDD17C3C0A89}" type="slidenum">
              <a:rPr lang="en-US" altLang="zh-CN"/>
              <a:pPr/>
              <a:t>12</a:t>
            </a:fld>
            <a:endParaRPr lang="en-US" altLang="zh-CN"/>
          </a:p>
        </p:txBody>
      </p:sp>
      <p:sp>
        <p:nvSpPr>
          <p:cNvPr id="1191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91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3271AC5-AFE6-4EA8-87AC-03202571D913}" type="slidenum">
              <a:rPr lang="en-US" altLang="zh-CN"/>
              <a:pPr/>
              <a:t>14</a:t>
            </a:fld>
            <a:endParaRPr lang="en-US" altLang="zh-CN"/>
          </a:p>
        </p:txBody>
      </p:sp>
      <p:sp>
        <p:nvSpPr>
          <p:cNvPr id="1193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93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90C1F56-304A-4AF4-A8D0-33F0FA03B962}" type="slidenum">
              <a:rPr lang="en-US" altLang="zh-CN"/>
              <a:pPr/>
              <a:t>16</a:t>
            </a:fld>
            <a:endParaRPr lang="en-US" altLang="zh-CN"/>
          </a:p>
        </p:txBody>
      </p:sp>
      <p:sp>
        <p:nvSpPr>
          <p:cNvPr id="1196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96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90C1F56-304A-4AF4-A8D0-33F0FA03B962}" type="slidenum">
              <a:rPr lang="en-US" altLang="zh-CN"/>
              <a:pPr/>
              <a:t>17</a:t>
            </a:fld>
            <a:endParaRPr lang="en-US" altLang="zh-CN"/>
          </a:p>
        </p:txBody>
      </p:sp>
      <p:sp>
        <p:nvSpPr>
          <p:cNvPr id="1196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96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914400" y="3196686"/>
            <a:ext cx="103632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 sz="1800" dirty="0">
              <a:latin typeface="新宋体" pitchFamily="49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676401"/>
            <a:ext cx="10363200" cy="1538286"/>
          </a:xfrm>
        </p:spPr>
        <p:txBody>
          <a:bodyPr anchor="b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214686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770B7-11A9-4BAA-A231-E930847D3AD8}" type="datetimeFigureOut">
              <a:rPr lang="zh-CN" altLang="en-US" smtClean="0"/>
              <a:t>2025/7/22 Tuesday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7AC70-97B4-4D73-B7E6-861E88C9A21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09600" y="1410736"/>
            <a:ext cx="109728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 sz="1800" dirty="0">
              <a:latin typeface="新宋体" pitchFamily="49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97536" y="6400800"/>
            <a:ext cx="4267200" cy="283800"/>
          </a:xfrm>
        </p:spPr>
        <p:txBody>
          <a:bodyPr/>
          <a:lstStyle/>
          <a:p>
            <a:fld id="{9F4770B7-11A9-4BAA-A231-E930847D3AD8}" type="datetimeFigureOut">
              <a:rPr lang="zh-CN" altLang="en-US" smtClean="0"/>
              <a:t>2025/7/22 Tuesday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7107936" y="6400800"/>
            <a:ext cx="4978400" cy="283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7AC70-97B4-4D73-B7E6-861E88C9A21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914400" y="3143248"/>
            <a:ext cx="103632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 sz="1800" dirty="0">
              <a:latin typeface="新宋体" pitchFamily="49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3143249"/>
            <a:ext cx="10363200" cy="1362075"/>
          </a:xfrm>
        </p:spPr>
        <p:txBody>
          <a:bodyPr anchor="t"/>
          <a:lstStyle>
            <a:lvl1pPr algn="ctr">
              <a:defRPr sz="4000" b="0" cap="all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1643062"/>
            <a:ext cx="10363200" cy="1500187"/>
          </a:xfrm>
        </p:spPr>
        <p:txBody>
          <a:bodyPr anchor="b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770B7-11A9-4BAA-A231-E930847D3AD8}" type="datetimeFigureOut">
              <a:rPr lang="zh-CN" altLang="en-US" smtClean="0"/>
              <a:t>2025/7/22 Tuesday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7AC70-97B4-4D73-B7E6-861E88C9A21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609600" y="1410736"/>
            <a:ext cx="109728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 sz="1800" dirty="0">
              <a:latin typeface="新宋体" pitchFamily="49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770B7-11A9-4BAA-A231-E930847D3AD8}" type="datetimeFigureOut">
              <a:rPr lang="zh-CN" altLang="en-US" smtClean="0"/>
              <a:t>2025/7/22 Tuesday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7AC70-97B4-4D73-B7E6-861E88C9A21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609600" y="1410736"/>
            <a:ext cx="109728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 sz="1800" dirty="0">
              <a:latin typeface="新宋体" pitchFamily="49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770B7-11A9-4BAA-A231-E930847D3AD8}" type="datetimeFigureOut">
              <a:rPr lang="zh-CN" altLang="en-US" smtClean="0"/>
              <a:t>2025/7/22 Tuesday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7AC70-97B4-4D73-B7E6-861E88C9A21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609600" y="1410736"/>
            <a:ext cx="109728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 sz="1800" dirty="0">
              <a:latin typeface="新宋体" pitchFamily="49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770B7-11A9-4BAA-A231-E930847D3AD8}" type="datetimeFigureOut">
              <a:rPr lang="zh-CN" altLang="en-US" smtClean="0"/>
              <a:t>2025/7/22 Tuesday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7AC70-97B4-4D73-B7E6-861E88C9A21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770B7-11A9-4BAA-A231-E930847D3AD8}" type="datetimeFigureOut">
              <a:rPr lang="zh-CN" altLang="en-US" smtClean="0"/>
              <a:t>2025/7/22 Tuesday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7AC70-97B4-4D73-B7E6-861E88C9A21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3714733" y="1053546"/>
            <a:ext cx="78720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 sz="1800" dirty="0">
              <a:latin typeface="新宋体" pitchFamily="49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714734" y="228600"/>
            <a:ext cx="7867669" cy="842946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714733" y="1142984"/>
            <a:ext cx="7867667" cy="514353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7" y="1142984"/>
            <a:ext cx="3009877" cy="5143536"/>
          </a:xfrm>
        </p:spPr>
        <p:txBody>
          <a:bodyPr anchor="ctr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770B7-11A9-4BAA-A231-E930847D3AD8}" type="datetimeFigureOut">
              <a:rPr lang="zh-CN" altLang="en-US" smtClean="0"/>
              <a:t>2025/7/22 Tuesday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7AC70-97B4-4D73-B7E6-861E88C9A21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1200" y="304800"/>
            <a:ext cx="8534400" cy="685800"/>
          </a:xfrm>
        </p:spPr>
        <p:txBody>
          <a:bodyPr anchor="ctr"/>
          <a:lstStyle>
            <a:lvl1pPr algn="l">
              <a:defRPr sz="2400" b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935403" y="1143000"/>
            <a:ext cx="9630997" cy="3980172"/>
          </a:xfrm>
          <a:prstGeom prst="roundRect">
            <a:avLst>
              <a:gd name="adj" fmla="val 18278"/>
            </a:avLst>
          </a:prstGeom>
          <a:solidFill>
            <a:schemeClr val="accent1">
              <a:tint val="40000"/>
            </a:schemeClr>
          </a:solidFill>
          <a:ln w="50800" cap="rnd">
            <a:gradFill flip="none" rotWithShape="1">
              <a:gsLst>
                <a:gs pos="0">
                  <a:schemeClr val="accent1">
                    <a:shade val="50000"/>
                  </a:schemeClr>
                </a:gs>
                <a:gs pos="20000">
                  <a:schemeClr val="accent2">
                    <a:shade val="50000"/>
                  </a:schemeClr>
                </a:gs>
                <a:gs pos="40000">
                  <a:schemeClr val="accent3">
                    <a:shade val="50000"/>
                  </a:schemeClr>
                </a:gs>
                <a:gs pos="60000">
                  <a:schemeClr val="accent4">
                    <a:shade val="50000"/>
                  </a:schemeClr>
                </a:gs>
                <a:gs pos="80000">
                  <a:schemeClr val="accent5">
                    <a:shade val="50000"/>
                  </a:schemeClr>
                </a:gs>
                <a:gs pos="100000">
                  <a:schemeClr val="accent6">
                    <a:shade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  <a:effectLst>
            <a:outerShdw blurRad="50800" dist="38100" dir="5400000" algn="tl" rotWithShape="0">
              <a:prstClr val="black">
                <a:alpha val="50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CN" altLang="en-US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600" y="5410200"/>
            <a:ext cx="7543851" cy="804862"/>
          </a:xfrm>
        </p:spPr>
        <p:txBody>
          <a:bodyPr anchor="ctr"/>
          <a:lstStyle>
            <a:lvl1pPr marL="0" indent="0" algn="r">
              <a:buNone/>
              <a:defRPr sz="1200" b="0"/>
            </a:lvl1pPr>
            <a:lvl2pPr marL="457200" indent="0" algn="r">
              <a:buNone/>
              <a:defRPr sz="1200" b="0"/>
            </a:lvl2pPr>
            <a:lvl3pPr marL="914400" indent="0" algn="r">
              <a:buNone/>
              <a:defRPr sz="1200" b="0"/>
            </a:lvl3pPr>
            <a:lvl4pPr marL="1371600" indent="0" algn="r">
              <a:buNone/>
              <a:defRPr sz="1200" b="0"/>
            </a:lvl4pPr>
            <a:lvl5pPr marL="1828800" indent="0" algn="r">
              <a:buNone/>
              <a:defRPr sz="1200" b="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770B7-11A9-4BAA-A231-E930847D3AD8}" type="datetimeFigureOut">
              <a:rPr lang="zh-CN" altLang="en-US" smtClean="0"/>
              <a:t>2025/7/22 Tuesday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7AC70-97B4-4D73-B7E6-861E88C9A21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770B7-11A9-4BAA-A231-E930847D3AD8}" type="datetimeFigureOut">
              <a:rPr lang="zh-CN" altLang="en-US" smtClean="0"/>
              <a:t>2025/7/22 Tuesday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7AC70-97B4-4D73-B7E6-861E88C9A21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09600" y="1410736"/>
            <a:ext cx="109728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 sz="1800" dirty="0">
              <a:latin typeface="新宋体" pitchFamily="49" charset="-122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620275" y="274638"/>
            <a:ext cx="1962125" cy="6011882"/>
          </a:xfrm>
        </p:spPr>
        <p:txBody>
          <a:bodyPr vert="eaVer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915424" cy="6011882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770B7-11A9-4BAA-A231-E930847D3AD8}" type="datetimeFigureOut">
              <a:rPr lang="zh-CN" altLang="en-US" smtClean="0"/>
              <a:t>2025/7/22 Tuesday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7AC70-97B4-4D73-B7E6-861E88C9A21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6678000"/>
            <a:ext cx="12192000" cy="18000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 sz="1800" dirty="0">
              <a:latin typeface="新宋体" pitchFamily="49" charset="-122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68632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CN" altLang="en-US" dirty="0"/>
              <a:t>单击此处编辑母版文本样式</a:t>
            </a:r>
          </a:p>
          <a:p>
            <a:pPr lvl="1" eaLnBrk="1" latinLnBrk="0" hangingPunct="1"/>
            <a:r>
              <a:rPr kumimoji="0" lang="zh-CN" altLang="en-US" dirty="0"/>
              <a:t>第二级</a:t>
            </a:r>
          </a:p>
          <a:p>
            <a:pPr lvl="2" eaLnBrk="1" latinLnBrk="0" hangingPunct="1"/>
            <a:r>
              <a:rPr kumimoji="0" lang="zh-CN" altLang="en-US" dirty="0"/>
              <a:t>第三级</a:t>
            </a:r>
          </a:p>
          <a:p>
            <a:pPr lvl="3" eaLnBrk="1" latinLnBrk="0" hangingPunct="1"/>
            <a:r>
              <a:rPr kumimoji="0" lang="zh-CN" altLang="en-US" dirty="0"/>
              <a:t>第四级</a:t>
            </a:r>
          </a:p>
          <a:p>
            <a:pPr lvl="4" eaLnBrk="1" latinLnBrk="0" hangingPunct="1"/>
            <a:r>
              <a:rPr kumimoji="0" lang="zh-CN" altLang="en-US" dirty="0"/>
              <a:t>第五级</a:t>
            </a:r>
            <a:endParaRPr kumimoji="0"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01600" y="6400800"/>
            <a:ext cx="4267200" cy="283800"/>
          </a:xfrm>
          <a:prstGeom prst="rect">
            <a:avLst/>
          </a:prstGeom>
        </p:spPr>
        <p:txBody>
          <a:bodyPr vert="horz" rtlCol="0" anchor="b"/>
          <a:lstStyle>
            <a:lvl1pPr algn="l" eaLnBrk="1" latinLnBrk="0" hangingPunct="1"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  <a:latin typeface="新宋体" pitchFamily="49" charset="-122"/>
              </a:defRPr>
            </a:lvl1pPr>
          </a:lstStyle>
          <a:p>
            <a:fld id="{9F4770B7-11A9-4BAA-A231-E930847D3AD8}" type="datetimeFigureOut">
              <a:rPr lang="zh-CN" altLang="en-US" smtClean="0"/>
              <a:pPr/>
              <a:t>2025/7/22 Tuesday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7112000" y="6400800"/>
            <a:ext cx="4978400" cy="283800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  <a:latin typeface="新宋体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486400" y="6400800"/>
            <a:ext cx="1219200" cy="283464"/>
          </a:xfrm>
          <a:prstGeom prst="rect">
            <a:avLst/>
          </a:prstGeom>
          <a:noFill/>
        </p:spPr>
        <p:txBody>
          <a:bodyPr vert="horz" lIns="45720" rIns="45720" rtlCol="0" anchor="ctr"/>
          <a:lstStyle>
            <a:lvl1pPr algn="ctr" eaLnBrk="1" latinLnBrk="0" hangingPunct="1">
              <a:defRPr kumimoji="0" sz="1100" b="0">
                <a:solidFill>
                  <a:schemeClr val="tx2">
                    <a:lumMod val="75000"/>
                    <a:lumOff val="25000"/>
                  </a:schemeClr>
                </a:solidFill>
                <a:latin typeface="新宋体" pitchFamily="49" charset="-122"/>
              </a:defRPr>
            </a:lvl1pPr>
          </a:lstStyle>
          <a:p>
            <a:fld id="{3A27AC70-97B4-4D73-B7E6-861E88C9A21D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800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 sz="1800" dirty="0">
              <a:latin typeface="新宋体" pitchFamily="49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ß"/>
        <a:defRPr kumimoji="0" sz="3200" kern="1200">
          <a:solidFill>
            <a:schemeClr val="tx1"/>
          </a:solidFill>
          <a:latin typeface="新宋体" pitchFamily="49" charset="-122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Þ"/>
        <a:defRPr kumimoji="0" sz="2800" kern="1200">
          <a:solidFill>
            <a:schemeClr val="tx1"/>
          </a:solidFill>
          <a:latin typeface="新宋体" pitchFamily="49" charset="-122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"/>
        <a:defRPr kumimoji="0" sz="2400" kern="1200">
          <a:solidFill>
            <a:schemeClr val="tx1"/>
          </a:solidFill>
          <a:latin typeface="新宋体" pitchFamily="49" charset="-122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"/>
        <a:defRPr kumimoji="0" sz="2000" kern="1200">
          <a:solidFill>
            <a:schemeClr val="tx1"/>
          </a:solidFill>
          <a:latin typeface="新宋体" pitchFamily="49" charset="-122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"/>
        <a:defRPr kumimoji="0" sz="2000" kern="1200">
          <a:solidFill>
            <a:schemeClr val="tx1"/>
          </a:solidFill>
          <a:latin typeface="新宋体" pitchFamily="49" charset="-122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6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8.tmp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18" Type="http://schemas.openxmlformats.org/officeDocument/2006/relationships/slideLayout" Target="../slideLayouts/slideLayout11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tags" Target="../tags/tag34.xml"/><Relationship Id="rId2" Type="http://schemas.openxmlformats.org/officeDocument/2006/relationships/tags" Target="../tags/tag19.xml"/><Relationship Id="rId16" Type="http://schemas.openxmlformats.org/officeDocument/2006/relationships/tags" Target="../tags/tag33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10" Type="http://schemas.openxmlformats.org/officeDocument/2006/relationships/tags" Target="../tags/tag27.xml"/><Relationship Id="rId19" Type="http://schemas.openxmlformats.org/officeDocument/2006/relationships/image" Target="../media/image8.tmp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tags" Target="../tags/tag47.xml"/><Relationship Id="rId18" Type="http://schemas.openxmlformats.org/officeDocument/2006/relationships/slideLayout" Target="../slideLayouts/slideLayout11.xml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17" Type="http://schemas.openxmlformats.org/officeDocument/2006/relationships/tags" Target="../tags/tag51.xml"/><Relationship Id="rId2" Type="http://schemas.openxmlformats.org/officeDocument/2006/relationships/tags" Target="../tags/tag36.xml"/><Relationship Id="rId16" Type="http://schemas.openxmlformats.org/officeDocument/2006/relationships/tags" Target="../tags/tag50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5" Type="http://schemas.openxmlformats.org/officeDocument/2006/relationships/tags" Target="../tags/tag39.xml"/><Relationship Id="rId15" Type="http://schemas.openxmlformats.org/officeDocument/2006/relationships/tags" Target="../tags/tag49.xml"/><Relationship Id="rId10" Type="http://schemas.openxmlformats.org/officeDocument/2006/relationships/tags" Target="../tags/tag44.xml"/><Relationship Id="rId19" Type="http://schemas.openxmlformats.org/officeDocument/2006/relationships/image" Target="../media/image8.tmp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tags" Target="../tags/tag48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tags" Target="../tags/tag59.xml"/><Relationship Id="rId13" Type="http://schemas.openxmlformats.org/officeDocument/2006/relationships/tags" Target="../tags/tag64.xml"/><Relationship Id="rId18" Type="http://schemas.openxmlformats.org/officeDocument/2006/relationships/slideLayout" Target="../slideLayouts/slideLayout11.xml"/><Relationship Id="rId3" Type="http://schemas.openxmlformats.org/officeDocument/2006/relationships/tags" Target="../tags/tag54.xml"/><Relationship Id="rId7" Type="http://schemas.openxmlformats.org/officeDocument/2006/relationships/tags" Target="../tags/tag58.xml"/><Relationship Id="rId12" Type="http://schemas.openxmlformats.org/officeDocument/2006/relationships/tags" Target="../tags/tag63.xml"/><Relationship Id="rId17" Type="http://schemas.openxmlformats.org/officeDocument/2006/relationships/tags" Target="../tags/tag68.xml"/><Relationship Id="rId2" Type="http://schemas.openxmlformats.org/officeDocument/2006/relationships/tags" Target="../tags/tag53.xml"/><Relationship Id="rId16" Type="http://schemas.openxmlformats.org/officeDocument/2006/relationships/tags" Target="../tags/tag67.xml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11" Type="http://schemas.openxmlformats.org/officeDocument/2006/relationships/tags" Target="../tags/tag62.xml"/><Relationship Id="rId5" Type="http://schemas.openxmlformats.org/officeDocument/2006/relationships/tags" Target="../tags/tag56.xml"/><Relationship Id="rId15" Type="http://schemas.openxmlformats.org/officeDocument/2006/relationships/tags" Target="../tags/tag66.xml"/><Relationship Id="rId10" Type="http://schemas.openxmlformats.org/officeDocument/2006/relationships/tags" Target="../tags/tag61.xml"/><Relationship Id="rId19" Type="http://schemas.openxmlformats.org/officeDocument/2006/relationships/image" Target="../media/image8.tmp"/><Relationship Id="rId4" Type="http://schemas.openxmlformats.org/officeDocument/2006/relationships/tags" Target="../tags/tag55.xml"/><Relationship Id="rId9" Type="http://schemas.openxmlformats.org/officeDocument/2006/relationships/tags" Target="../tags/tag60.xml"/><Relationship Id="rId14" Type="http://schemas.openxmlformats.org/officeDocument/2006/relationships/tags" Target="../tags/tag65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tags" Target="../tags/tag76.xml"/><Relationship Id="rId13" Type="http://schemas.openxmlformats.org/officeDocument/2006/relationships/tags" Target="../tags/tag81.xml"/><Relationship Id="rId18" Type="http://schemas.openxmlformats.org/officeDocument/2006/relationships/slideLayout" Target="../slideLayouts/slideLayout11.xml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12" Type="http://schemas.openxmlformats.org/officeDocument/2006/relationships/tags" Target="../tags/tag80.xml"/><Relationship Id="rId17" Type="http://schemas.openxmlformats.org/officeDocument/2006/relationships/tags" Target="../tags/tag85.xml"/><Relationship Id="rId2" Type="http://schemas.openxmlformats.org/officeDocument/2006/relationships/tags" Target="../tags/tag70.xml"/><Relationship Id="rId16" Type="http://schemas.openxmlformats.org/officeDocument/2006/relationships/tags" Target="../tags/tag84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11" Type="http://schemas.openxmlformats.org/officeDocument/2006/relationships/tags" Target="../tags/tag79.xml"/><Relationship Id="rId5" Type="http://schemas.openxmlformats.org/officeDocument/2006/relationships/tags" Target="../tags/tag73.xml"/><Relationship Id="rId15" Type="http://schemas.openxmlformats.org/officeDocument/2006/relationships/tags" Target="../tags/tag83.xml"/><Relationship Id="rId10" Type="http://schemas.openxmlformats.org/officeDocument/2006/relationships/tags" Target="../tags/tag78.xml"/><Relationship Id="rId19" Type="http://schemas.openxmlformats.org/officeDocument/2006/relationships/image" Target="../media/image8.tmp"/><Relationship Id="rId4" Type="http://schemas.openxmlformats.org/officeDocument/2006/relationships/tags" Target="../tags/tag72.xml"/><Relationship Id="rId9" Type="http://schemas.openxmlformats.org/officeDocument/2006/relationships/tags" Target="../tags/tag77.xml"/><Relationship Id="rId14" Type="http://schemas.openxmlformats.org/officeDocument/2006/relationships/tags" Target="../tags/tag8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tags" Target="../tags/tag93.xml"/><Relationship Id="rId13" Type="http://schemas.openxmlformats.org/officeDocument/2006/relationships/tags" Target="../tags/tag98.xml"/><Relationship Id="rId18" Type="http://schemas.openxmlformats.org/officeDocument/2006/relationships/slideLayout" Target="../slideLayouts/slideLayout11.xml"/><Relationship Id="rId3" Type="http://schemas.openxmlformats.org/officeDocument/2006/relationships/tags" Target="../tags/tag88.xml"/><Relationship Id="rId7" Type="http://schemas.openxmlformats.org/officeDocument/2006/relationships/tags" Target="../tags/tag92.xml"/><Relationship Id="rId12" Type="http://schemas.openxmlformats.org/officeDocument/2006/relationships/tags" Target="../tags/tag97.xml"/><Relationship Id="rId17" Type="http://schemas.openxmlformats.org/officeDocument/2006/relationships/tags" Target="../tags/tag102.xml"/><Relationship Id="rId2" Type="http://schemas.openxmlformats.org/officeDocument/2006/relationships/tags" Target="../tags/tag87.xml"/><Relationship Id="rId16" Type="http://schemas.openxmlformats.org/officeDocument/2006/relationships/tags" Target="../tags/tag101.xml"/><Relationship Id="rId1" Type="http://schemas.openxmlformats.org/officeDocument/2006/relationships/tags" Target="../tags/tag86.xml"/><Relationship Id="rId6" Type="http://schemas.openxmlformats.org/officeDocument/2006/relationships/tags" Target="../tags/tag91.xml"/><Relationship Id="rId11" Type="http://schemas.openxmlformats.org/officeDocument/2006/relationships/tags" Target="../tags/tag96.xml"/><Relationship Id="rId5" Type="http://schemas.openxmlformats.org/officeDocument/2006/relationships/tags" Target="../tags/tag90.xml"/><Relationship Id="rId15" Type="http://schemas.openxmlformats.org/officeDocument/2006/relationships/tags" Target="../tags/tag100.xml"/><Relationship Id="rId10" Type="http://schemas.openxmlformats.org/officeDocument/2006/relationships/tags" Target="../tags/tag95.xml"/><Relationship Id="rId19" Type="http://schemas.openxmlformats.org/officeDocument/2006/relationships/image" Target="../media/image8.tmp"/><Relationship Id="rId4" Type="http://schemas.openxmlformats.org/officeDocument/2006/relationships/tags" Target="../tags/tag89.xml"/><Relationship Id="rId9" Type="http://schemas.openxmlformats.org/officeDocument/2006/relationships/tags" Target="../tags/tag94.xml"/><Relationship Id="rId14" Type="http://schemas.openxmlformats.org/officeDocument/2006/relationships/tags" Target="../tags/tag99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tags" Target="../tags/tag110.xml"/><Relationship Id="rId13" Type="http://schemas.openxmlformats.org/officeDocument/2006/relationships/tags" Target="../tags/tag115.xml"/><Relationship Id="rId18" Type="http://schemas.openxmlformats.org/officeDocument/2006/relationships/slideLayout" Target="../slideLayouts/slideLayout11.xml"/><Relationship Id="rId3" Type="http://schemas.openxmlformats.org/officeDocument/2006/relationships/tags" Target="../tags/tag105.xml"/><Relationship Id="rId7" Type="http://schemas.openxmlformats.org/officeDocument/2006/relationships/tags" Target="../tags/tag109.xml"/><Relationship Id="rId12" Type="http://schemas.openxmlformats.org/officeDocument/2006/relationships/tags" Target="../tags/tag114.xml"/><Relationship Id="rId17" Type="http://schemas.openxmlformats.org/officeDocument/2006/relationships/tags" Target="../tags/tag119.xml"/><Relationship Id="rId2" Type="http://schemas.openxmlformats.org/officeDocument/2006/relationships/tags" Target="../tags/tag104.xml"/><Relationship Id="rId16" Type="http://schemas.openxmlformats.org/officeDocument/2006/relationships/tags" Target="../tags/tag118.xml"/><Relationship Id="rId1" Type="http://schemas.openxmlformats.org/officeDocument/2006/relationships/tags" Target="../tags/tag103.xml"/><Relationship Id="rId6" Type="http://schemas.openxmlformats.org/officeDocument/2006/relationships/tags" Target="../tags/tag108.xml"/><Relationship Id="rId11" Type="http://schemas.openxmlformats.org/officeDocument/2006/relationships/tags" Target="../tags/tag113.xml"/><Relationship Id="rId5" Type="http://schemas.openxmlformats.org/officeDocument/2006/relationships/tags" Target="../tags/tag107.xml"/><Relationship Id="rId15" Type="http://schemas.openxmlformats.org/officeDocument/2006/relationships/tags" Target="../tags/tag117.xml"/><Relationship Id="rId10" Type="http://schemas.openxmlformats.org/officeDocument/2006/relationships/tags" Target="../tags/tag112.xml"/><Relationship Id="rId19" Type="http://schemas.openxmlformats.org/officeDocument/2006/relationships/image" Target="../media/image8.tmp"/><Relationship Id="rId4" Type="http://schemas.openxmlformats.org/officeDocument/2006/relationships/tags" Target="../tags/tag106.xml"/><Relationship Id="rId9" Type="http://schemas.openxmlformats.org/officeDocument/2006/relationships/tags" Target="../tags/tag111.xml"/><Relationship Id="rId14" Type="http://schemas.openxmlformats.org/officeDocument/2006/relationships/tags" Target="../tags/tag116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tags" Target="../tags/tag127.xml"/><Relationship Id="rId13" Type="http://schemas.openxmlformats.org/officeDocument/2006/relationships/tags" Target="../tags/tag132.xml"/><Relationship Id="rId18" Type="http://schemas.openxmlformats.org/officeDocument/2006/relationships/slideLayout" Target="../slideLayouts/slideLayout11.xml"/><Relationship Id="rId3" Type="http://schemas.openxmlformats.org/officeDocument/2006/relationships/tags" Target="../tags/tag122.xml"/><Relationship Id="rId7" Type="http://schemas.openxmlformats.org/officeDocument/2006/relationships/tags" Target="../tags/tag126.xml"/><Relationship Id="rId12" Type="http://schemas.openxmlformats.org/officeDocument/2006/relationships/tags" Target="../tags/tag131.xml"/><Relationship Id="rId17" Type="http://schemas.openxmlformats.org/officeDocument/2006/relationships/tags" Target="../tags/tag136.xml"/><Relationship Id="rId2" Type="http://schemas.openxmlformats.org/officeDocument/2006/relationships/tags" Target="../tags/tag121.xml"/><Relationship Id="rId16" Type="http://schemas.openxmlformats.org/officeDocument/2006/relationships/tags" Target="../tags/tag135.xml"/><Relationship Id="rId1" Type="http://schemas.openxmlformats.org/officeDocument/2006/relationships/tags" Target="../tags/tag120.xml"/><Relationship Id="rId6" Type="http://schemas.openxmlformats.org/officeDocument/2006/relationships/tags" Target="../tags/tag125.xml"/><Relationship Id="rId11" Type="http://schemas.openxmlformats.org/officeDocument/2006/relationships/tags" Target="../tags/tag130.xml"/><Relationship Id="rId5" Type="http://schemas.openxmlformats.org/officeDocument/2006/relationships/tags" Target="../tags/tag124.xml"/><Relationship Id="rId15" Type="http://schemas.openxmlformats.org/officeDocument/2006/relationships/tags" Target="../tags/tag134.xml"/><Relationship Id="rId10" Type="http://schemas.openxmlformats.org/officeDocument/2006/relationships/tags" Target="../tags/tag129.xml"/><Relationship Id="rId19" Type="http://schemas.openxmlformats.org/officeDocument/2006/relationships/image" Target="../media/image8.tmp"/><Relationship Id="rId4" Type="http://schemas.openxmlformats.org/officeDocument/2006/relationships/tags" Target="../tags/tag123.xml"/><Relationship Id="rId9" Type="http://schemas.openxmlformats.org/officeDocument/2006/relationships/tags" Target="../tags/tag128.xml"/><Relationship Id="rId14" Type="http://schemas.openxmlformats.org/officeDocument/2006/relationships/tags" Target="../tags/tag133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tags" Target="../tags/tag144.xml"/><Relationship Id="rId3" Type="http://schemas.openxmlformats.org/officeDocument/2006/relationships/tags" Target="../tags/tag139.xml"/><Relationship Id="rId7" Type="http://schemas.openxmlformats.org/officeDocument/2006/relationships/tags" Target="../tags/tag143.xml"/><Relationship Id="rId12" Type="http://schemas.openxmlformats.org/officeDocument/2006/relationships/image" Target="../media/image8.tmp"/><Relationship Id="rId2" Type="http://schemas.openxmlformats.org/officeDocument/2006/relationships/tags" Target="../tags/tag138.xml"/><Relationship Id="rId1" Type="http://schemas.openxmlformats.org/officeDocument/2006/relationships/tags" Target="../tags/tag137.xml"/><Relationship Id="rId6" Type="http://schemas.openxmlformats.org/officeDocument/2006/relationships/tags" Target="../tags/tag142.xml"/><Relationship Id="rId11" Type="http://schemas.openxmlformats.org/officeDocument/2006/relationships/slideLayout" Target="../slideLayouts/slideLayout11.xml"/><Relationship Id="rId5" Type="http://schemas.openxmlformats.org/officeDocument/2006/relationships/tags" Target="../tags/tag141.xml"/><Relationship Id="rId10" Type="http://schemas.openxmlformats.org/officeDocument/2006/relationships/tags" Target="../tags/tag146.xml"/><Relationship Id="rId4" Type="http://schemas.openxmlformats.org/officeDocument/2006/relationships/tags" Target="../tags/tag140.xml"/><Relationship Id="rId9" Type="http://schemas.openxmlformats.org/officeDocument/2006/relationships/tags" Target="../tags/tag1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17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6</a:t>
            </a:r>
            <a:r>
              <a:rPr lang="zh-CN" altLang="en-US" dirty="0"/>
              <a:t>章  编译预处理</a:t>
            </a: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6A920-680B-4120-8F94-8D9392CB1EAF}" type="slidenum">
              <a:rPr lang="en-US" altLang="zh-CN"/>
              <a:pPr/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23888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2ECFBA-DF2D-40F0-B09B-DC7F306CA42D}" type="slidenum">
              <a:rPr lang="en-US" altLang="zh-CN"/>
              <a:pPr/>
              <a:t>2</a:t>
            </a:fld>
            <a:endParaRPr lang="en-US" altLang="zh-CN"/>
          </a:p>
        </p:txBody>
      </p:sp>
      <p:sp>
        <p:nvSpPr>
          <p:cNvPr id="1180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华文新魏" pitchFamily="2" charset="-122"/>
              </a:rPr>
              <a:t>简介</a:t>
            </a:r>
          </a:p>
        </p:txBody>
      </p:sp>
      <p:sp>
        <p:nvSpPr>
          <p:cNvPr id="1180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预处理</a:t>
            </a:r>
            <a:r>
              <a:rPr lang="zh-CN" altLang="en-US" sz="2000" dirty="0">
                <a:solidFill>
                  <a:srgbClr val="FF00FF"/>
                </a:solidFill>
                <a:latin typeface="Comic Sans MS" pitchFamily="66" charset="0"/>
              </a:rPr>
              <a:t>（</a:t>
            </a:r>
            <a:r>
              <a:rPr lang="en-US" altLang="zh-CN" sz="2000" dirty="0">
                <a:solidFill>
                  <a:srgbClr val="FF00FF"/>
                </a:solidFill>
                <a:latin typeface="Comic Sans MS" pitchFamily="66" charset="0"/>
              </a:rPr>
              <a:t>preprocessing</a:t>
            </a:r>
            <a:r>
              <a:rPr lang="zh-CN" altLang="en-US" sz="2000" dirty="0">
                <a:solidFill>
                  <a:srgbClr val="FF00FF"/>
                </a:solidFill>
                <a:latin typeface="Comic Sans MS" pitchFamily="66" charset="0"/>
              </a:rPr>
              <a:t>）</a:t>
            </a:r>
          </a:p>
          <a:p>
            <a:pPr lvl="1"/>
            <a:r>
              <a:rPr lang="zh-CN" altLang="en-US" dirty="0"/>
              <a:t>在实施代码转换（编译）之前进行。</a:t>
            </a:r>
          </a:p>
          <a:p>
            <a:pPr lvl="1"/>
            <a:r>
              <a:rPr lang="zh-CN" altLang="en-US" dirty="0"/>
              <a:t>包括：</a:t>
            </a:r>
          </a:p>
          <a:p>
            <a:pPr marL="1371600" lvl="2" indent="-457200">
              <a:buClr>
                <a:srgbClr val="FF0000"/>
              </a:buClr>
              <a:buSzPct val="100000"/>
              <a:buFont typeface="+mj-lt"/>
              <a:buAutoNum type="arabicPeriod"/>
            </a:pPr>
            <a:r>
              <a:rPr lang="zh-CN" altLang="en-US" b="1" dirty="0">
                <a:solidFill>
                  <a:srgbClr val="FF0000"/>
                </a:solidFill>
              </a:rPr>
              <a:t>包含其它文件</a:t>
            </a:r>
          </a:p>
          <a:p>
            <a:pPr marL="1371600" lvl="2" indent="-457200">
              <a:buClr>
                <a:srgbClr val="FF0000"/>
              </a:buClr>
              <a:buSzPct val="100000"/>
              <a:buFont typeface="+mj-lt"/>
              <a:buAutoNum type="arabicPeriod"/>
            </a:pPr>
            <a:r>
              <a:rPr lang="zh-CN" altLang="en-US" b="1" dirty="0">
                <a:solidFill>
                  <a:srgbClr val="FF0000"/>
                </a:solidFill>
              </a:rPr>
              <a:t>定义宏</a:t>
            </a:r>
          </a:p>
          <a:p>
            <a:pPr marL="1371600" lvl="2" indent="-457200">
              <a:buClr>
                <a:srgbClr val="FF0000"/>
              </a:buClr>
              <a:buSzPct val="100000"/>
              <a:buFont typeface="+mj-lt"/>
              <a:buAutoNum type="arabicPeriod"/>
            </a:pPr>
            <a:r>
              <a:rPr lang="zh-CN" altLang="en-US" b="1" dirty="0">
                <a:solidFill>
                  <a:srgbClr val="FF0000"/>
                </a:solidFill>
              </a:rPr>
              <a:t>有条件的编译程序代码</a:t>
            </a:r>
          </a:p>
          <a:p>
            <a:r>
              <a:rPr lang="zh-CN" altLang="en-US" dirty="0"/>
              <a:t>预处理命令</a:t>
            </a:r>
            <a:r>
              <a:rPr lang="zh-CN" altLang="en-US" sz="2000" dirty="0">
                <a:solidFill>
                  <a:srgbClr val="FF00FF"/>
                </a:solidFill>
                <a:latin typeface="Comic Sans MS" pitchFamily="66" charset="0"/>
              </a:rPr>
              <a:t>（</a:t>
            </a:r>
            <a:r>
              <a:rPr lang="en-US" altLang="zh-CN" sz="2000" dirty="0">
                <a:solidFill>
                  <a:srgbClr val="FF00FF"/>
                </a:solidFill>
                <a:latin typeface="Comic Sans MS" pitchFamily="66" charset="0"/>
              </a:rPr>
              <a:t>preprocessor directive</a:t>
            </a:r>
            <a:r>
              <a:rPr lang="zh-CN" altLang="en-US" sz="2000" dirty="0">
                <a:solidFill>
                  <a:srgbClr val="FF00FF"/>
                </a:solidFill>
                <a:latin typeface="Comic Sans MS" pitchFamily="66" charset="0"/>
              </a:rPr>
              <a:t>）</a:t>
            </a:r>
            <a:r>
              <a:rPr lang="zh-CN" altLang="en-US" dirty="0"/>
              <a:t>的格式</a:t>
            </a:r>
          </a:p>
          <a:p>
            <a:pPr lvl="1"/>
            <a:r>
              <a:rPr lang="zh-CN" altLang="en-US" dirty="0"/>
              <a:t>以</a:t>
            </a:r>
            <a:r>
              <a:rPr lang="en-US" altLang="zh-CN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#</a:t>
            </a:r>
            <a:r>
              <a:rPr lang="zh-CN" altLang="en-US" dirty="0"/>
              <a:t>开头的一行（可以占多</a:t>
            </a:r>
            <a:r>
              <a:rPr lang="zh-CN" altLang="en-US"/>
              <a:t>行）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17573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575871-8A4F-4F61-9DAF-2778FBC9EF0C}" type="slidenum">
              <a:rPr lang="en-US" altLang="zh-CN"/>
              <a:pPr/>
              <a:t>3</a:t>
            </a:fld>
            <a:endParaRPr lang="en-US" altLang="zh-CN"/>
          </a:p>
        </p:txBody>
      </p:sp>
      <p:sp>
        <p:nvSpPr>
          <p:cNvPr id="1182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华文新魏" pitchFamily="2" charset="-122"/>
              </a:rPr>
              <a:t>文件包含</a:t>
            </a:r>
          </a:p>
        </p:txBody>
      </p:sp>
      <p:sp>
        <p:nvSpPr>
          <p:cNvPr id="1182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#include</a:t>
            </a:r>
            <a:endParaRPr lang="en-US" altLang="zh-CN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</a:endParaRPr>
          </a:p>
          <a:p>
            <a:pPr lvl="1">
              <a:buFont typeface="Wingdings" pitchFamily="2" charset="2"/>
              <a:buChar char="Ø"/>
            </a:pPr>
            <a:r>
              <a:rPr lang="zh-CN" altLang="en-US" dirty="0"/>
              <a:t>把所包含的文件的内容放到指令所在的地方。</a:t>
            </a:r>
          </a:p>
          <a:p>
            <a:pPr lvl="1">
              <a:buFont typeface="Wingdings" pitchFamily="2" charset="2"/>
              <a:buChar char="Ø"/>
            </a:pPr>
            <a:r>
              <a:rPr lang="zh-CN" altLang="en-US" dirty="0"/>
              <a:t>两种形式：</a:t>
            </a:r>
          </a:p>
          <a:p>
            <a:pPr lvl="2"/>
            <a:r>
              <a:rPr lang="en-US" altLang="zh-CN" dirty="0"/>
              <a:t>#</a:t>
            </a:r>
            <a:r>
              <a:rPr lang="en-US" altLang="zh-CN" dirty="0">
                <a:solidFill>
                  <a:srgbClr val="FF0000"/>
                </a:solidFill>
              </a:rPr>
              <a:t>include &lt;filename&gt;</a:t>
            </a:r>
          </a:p>
          <a:p>
            <a:pPr lvl="3"/>
            <a:r>
              <a:rPr lang="zh-CN" altLang="en-US" dirty="0"/>
              <a:t>只在指定存放头文件的目录下（</a:t>
            </a:r>
            <a:r>
              <a:rPr lang="en-US" altLang="zh-CN" dirty="0"/>
              <a:t>IDE</a:t>
            </a:r>
            <a:r>
              <a:rPr lang="zh-CN" altLang="en-US" dirty="0"/>
              <a:t>的</a:t>
            </a:r>
            <a:r>
              <a:rPr lang="en-US" altLang="zh-CN" dirty="0"/>
              <a:t>include</a:t>
            </a:r>
            <a:r>
              <a:rPr lang="zh-CN" altLang="en-US" dirty="0"/>
              <a:t>子目录下）查找该文件。</a:t>
            </a:r>
          </a:p>
          <a:p>
            <a:pPr lvl="2"/>
            <a:r>
              <a:rPr lang="en-US" altLang="zh-CN" dirty="0">
                <a:solidFill>
                  <a:srgbClr val="FF0000"/>
                </a:solidFill>
              </a:rPr>
              <a:t>#include "filename“</a:t>
            </a:r>
          </a:p>
          <a:p>
            <a:pPr lvl="3"/>
            <a:r>
              <a:rPr lang="zh-CN" altLang="en-US" b="1" dirty="0">
                <a:solidFill>
                  <a:srgbClr val="FF0000"/>
                </a:solidFill>
              </a:rPr>
              <a:t>首先在源文件所在目录下查找该文件；</a:t>
            </a:r>
          </a:p>
          <a:p>
            <a:pPr lvl="3"/>
            <a:r>
              <a:rPr lang="zh-CN" altLang="en-US" b="1" dirty="0">
                <a:solidFill>
                  <a:srgbClr val="FF0000"/>
                </a:solidFill>
              </a:rPr>
              <a:t>若未找到，再到指定存放头文件的目录下去查找（</a:t>
            </a:r>
            <a:r>
              <a:rPr lang="en-US" altLang="zh-CN" b="1" dirty="0">
                <a:solidFill>
                  <a:srgbClr val="FF0000"/>
                </a:solidFill>
              </a:rPr>
              <a:t>IDE</a:t>
            </a:r>
            <a:r>
              <a:rPr lang="zh-CN" altLang="en-US" b="1" dirty="0">
                <a:solidFill>
                  <a:srgbClr val="FF0000"/>
                </a:solidFill>
              </a:rPr>
              <a:t>的</a:t>
            </a:r>
            <a:r>
              <a:rPr lang="en-US" altLang="zh-CN" b="1" dirty="0">
                <a:solidFill>
                  <a:srgbClr val="FF0000"/>
                </a:solidFill>
              </a:rPr>
              <a:t>include</a:t>
            </a:r>
            <a:r>
              <a:rPr lang="zh-CN" altLang="en-US" b="1" dirty="0">
                <a:solidFill>
                  <a:srgbClr val="FF0000"/>
                </a:solidFill>
              </a:rPr>
              <a:t>子目录下）。</a:t>
            </a:r>
          </a:p>
        </p:txBody>
      </p:sp>
    </p:spTree>
    <p:extLst>
      <p:ext uri="{BB962C8B-B14F-4D97-AF65-F5344CB8AC3E}">
        <p14:creationId xmlns:p14="http://schemas.microsoft.com/office/powerpoint/2010/main" val="176716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575871-8A4F-4F61-9DAF-2778FBC9EF0C}" type="slidenum">
              <a:rPr lang="en-US" altLang="zh-CN"/>
              <a:pPr/>
              <a:t>4</a:t>
            </a:fld>
            <a:endParaRPr lang="en-US" altLang="zh-CN"/>
          </a:p>
        </p:txBody>
      </p:sp>
      <p:sp>
        <p:nvSpPr>
          <p:cNvPr id="1182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华文新魏" pitchFamily="2" charset="-122"/>
              </a:rPr>
              <a:t>文件包含</a:t>
            </a:r>
          </a:p>
        </p:txBody>
      </p:sp>
      <p:sp>
        <p:nvSpPr>
          <p:cNvPr id="1182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1"/>
            <a:r>
              <a:rPr lang="zh-CN" altLang="en-US" sz="4000" dirty="0"/>
              <a:t>优点：</a:t>
            </a:r>
          </a:p>
          <a:p>
            <a:pPr lvl="2"/>
            <a:r>
              <a:rPr lang="zh-CN" altLang="en-US" sz="3600" dirty="0"/>
              <a:t>当许多程序中需要用到一些共同的常量、数据等资料时，可以把这些共同的东西单独建立一个文件</a:t>
            </a:r>
            <a:r>
              <a:rPr lang="en-US" altLang="zh-CN" sz="3600" dirty="0"/>
              <a:t>(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一般以</a:t>
            </a: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.h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作为扩展名的头文件中</a:t>
            </a: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也可以是</a:t>
            </a: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.c</a:t>
            </a:r>
            <a:r>
              <a:rPr lang="en-US" altLang="zh-CN" sz="3600" dirty="0"/>
              <a:t>)</a:t>
            </a:r>
            <a:r>
              <a:rPr lang="zh-CN" altLang="en-US" sz="3600" dirty="0"/>
              <a:t>；</a:t>
            </a:r>
          </a:p>
          <a:p>
            <a:pPr lvl="2"/>
            <a:r>
              <a:rPr lang="zh-CN" altLang="en-US" sz="3600" dirty="0"/>
              <a:t>如果哪个程序需要用时，就可用文件包含命令把它们包含进来，省去了重复定义的麻烦。</a:t>
            </a:r>
          </a:p>
        </p:txBody>
      </p:sp>
    </p:spTree>
    <p:extLst>
      <p:ext uri="{BB962C8B-B14F-4D97-AF65-F5344CB8AC3E}">
        <p14:creationId xmlns:p14="http://schemas.microsoft.com/office/powerpoint/2010/main" val="4188916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575871-8A4F-4F61-9DAF-2778FBC9EF0C}" type="slidenum">
              <a:rPr lang="en-US" altLang="zh-CN"/>
              <a:pPr/>
              <a:t>5</a:t>
            </a:fld>
            <a:endParaRPr lang="en-US" altLang="zh-CN"/>
          </a:p>
        </p:txBody>
      </p:sp>
      <p:sp>
        <p:nvSpPr>
          <p:cNvPr id="1182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华文新魏" pitchFamily="2" charset="-122"/>
              </a:rPr>
              <a:t>文件包含</a:t>
            </a:r>
          </a:p>
        </p:txBody>
      </p:sp>
      <p:sp>
        <p:nvSpPr>
          <p:cNvPr id="1182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/*</a:t>
            </a:r>
            <a:r>
              <a:rPr lang="en-US" altLang="zh-CN" sz="2400" b="1" dirty="0" err="1">
                <a:solidFill>
                  <a:srgbClr val="FF0000"/>
                </a:solidFill>
              </a:rPr>
              <a:t>struct.c</a:t>
            </a:r>
            <a:r>
              <a:rPr lang="en-US" altLang="zh-CN" sz="2400" b="1" dirty="0">
                <a:solidFill>
                  <a:srgbClr val="FF0000"/>
                </a:solidFill>
              </a:rPr>
              <a:t>*/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400" dirty="0"/>
              <a:t>struct </a:t>
            </a:r>
            <a:r>
              <a:rPr lang="en-US" altLang="zh-CN" sz="2400" dirty="0" err="1"/>
              <a:t>stu</a:t>
            </a:r>
            <a:endParaRPr lang="en-US" altLang="zh-CN" sz="2400" dirty="0"/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400" dirty="0"/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400" dirty="0"/>
              <a:t>	int id;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400" dirty="0"/>
              <a:t>	char name[10];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400" dirty="0"/>
              <a:t>	float score;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400" dirty="0"/>
              <a:t>};</a:t>
            </a:r>
          </a:p>
          <a:p>
            <a:pPr marL="0" indent="0">
              <a:buNone/>
            </a:pPr>
            <a:r>
              <a:rPr lang="en-US" altLang="zh-CN" dirty="0"/>
              <a:t>/*1.c*/</a:t>
            </a:r>
          </a:p>
          <a:p>
            <a:pPr marL="0" indent="0"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#include "</a:t>
            </a:r>
            <a:r>
              <a:rPr lang="en-US" altLang="zh-CN" b="1" dirty="0" err="1">
                <a:solidFill>
                  <a:srgbClr val="FF0000"/>
                </a:solidFill>
              </a:rPr>
              <a:t>struct.c</a:t>
            </a:r>
            <a:r>
              <a:rPr lang="en-US" altLang="zh-CN" b="1" dirty="0">
                <a:solidFill>
                  <a:srgbClr val="FF0000"/>
                </a:solidFill>
              </a:rPr>
              <a:t> "</a:t>
            </a:r>
          </a:p>
          <a:p>
            <a:pPr marL="0" indent="0">
              <a:buNone/>
            </a:pPr>
            <a:r>
              <a:rPr lang="en-US" altLang="zh-CN" dirty="0"/>
              <a:t>…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55055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4160C5-B791-4A01-B881-C3B9A6AAA315}" type="slidenum">
              <a:rPr lang="en-US" altLang="zh-CN"/>
              <a:pPr/>
              <a:t>6</a:t>
            </a:fld>
            <a:endParaRPr lang="en-US" altLang="zh-CN"/>
          </a:p>
        </p:txBody>
      </p:sp>
      <p:sp>
        <p:nvSpPr>
          <p:cNvPr id="1184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华文新魏" pitchFamily="2" charset="-122"/>
              </a:rPr>
              <a:t>文件包含</a:t>
            </a:r>
          </a:p>
        </p:txBody>
      </p:sp>
      <p:sp>
        <p:nvSpPr>
          <p:cNvPr id="1184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使用说明：</a:t>
            </a:r>
          </a:p>
          <a:p>
            <a:pPr lvl="1">
              <a:buFont typeface="Wingdings" pitchFamily="2" charset="2"/>
              <a:buChar char="Ø"/>
            </a:pPr>
            <a:r>
              <a:rPr lang="zh-CN" altLang="en-US" dirty="0">
                <a:solidFill>
                  <a:srgbClr val="FF0000"/>
                </a:solidFill>
              </a:rPr>
              <a:t>一个</a:t>
            </a:r>
            <a:r>
              <a:rPr lang="en-US" altLang="zh-CN" dirty="0">
                <a:solidFill>
                  <a:srgbClr val="FF0000"/>
                </a:solidFill>
              </a:rPr>
              <a:t>#include</a:t>
            </a:r>
            <a:r>
              <a:rPr lang="zh-CN" altLang="en-US" dirty="0">
                <a:solidFill>
                  <a:srgbClr val="FF0000"/>
                </a:solidFill>
              </a:rPr>
              <a:t>命令只能指定一个被包含文件，</a:t>
            </a:r>
            <a:r>
              <a:rPr lang="zh-CN" altLang="en-US" dirty="0"/>
              <a:t>若有多个文件要包含，则需要用多个</a:t>
            </a:r>
            <a:r>
              <a:rPr lang="en-US" altLang="zh-CN" dirty="0"/>
              <a:t>#include</a:t>
            </a:r>
            <a:r>
              <a:rPr lang="zh-CN" altLang="en-US" dirty="0"/>
              <a:t>命令。</a:t>
            </a:r>
          </a:p>
          <a:p>
            <a:pPr lvl="1">
              <a:buFont typeface="Wingdings" pitchFamily="2" charset="2"/>
              <a:buChar char="Ø"/>
            </a:pPr>
            <a:r>
              <a:rPr lang="zh-CN" altLang="en-US" dirty="0"/>
              <a:t>文件包含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允许嵌套</a:t>
            </a:r>
            <a:r>
              <a:rPr lang="zh-CN" altLang="en-US" dirty="0"/>
              <a:t>，即在一个被包含文件中又可以包含另一个文件。</a:t>
            </a:r>
            <a:endParaRPr lang="en-US" altLang="zh-CN" dirty="0"/>
          </a:p>
          <a:p>
            <a:pPr lvl="1">
              <a:buFont typeface="Wingdings" pitchFamily="2" charset="2"/>
              <a:buChar char="Ø"/>
            </a:pPr>
            <a:r>
              <a:rPr lang="zh-CN" altLang="en-US" dirty="0">
                <a:solidFill>
                  <a:srgbClr val="FF0000"/>
                </a:solidFill>
              </a:rPr>
              <a:t>使用文件包含命令可使多个源文件</a:t>
            </a:r>
            <a:r>
              <a:rPr lang="zh-CN" altLang="en-US" sz="3600" dirty="0">
                <a:solidFill>
                  <a:srgbClr val="C00000"/>
                </a:solidFill>
              </a:rPr>
              <a:t>合并</a:t>
            </a:r>
            <a:r>
              <a:rPr lang="zh-CN" altLang="en-US" dirty="0">
                <a:solidFill>
                  <a:srgbClr val="FF0000"/>
                </a:solidFill>
              </a:rPr>
              <a:t>成一个源程序后进行编译和运行。</a:t>
            </a:r>
          </a:p>
          <a:p>
            <a:pPr lvl="1">
              <a:buFont typeface="Wingdings" pitchFamily="2" charset="2"/>
              <a:buChar char="Ø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62830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华文新魏" pitchFamily="2" charset="-122"/>
              </a:rPr>
              <a:t>宏定义</a:t>
            </a:r>
          </a:p>
        </p:txBody>
      </p:sp>
      <p:sp>
        <p:nvSpPr>
          <p:cNvPr id="1186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#define</a:t>
            </a:r>
            <a:endParaRPr lang="en-US" altLang="zh-CN" sz="2000" dirty="0">
              <a:solidFill>
                <a:srgbClr val="FF0000"/>
              </a:solidFill>
              <a:latin typeface="Comic Sans MS" pitchFamily="66" charset="0"/>
            </a:endParaRPr>
          </a:p>
          <a:p>
            <a:pPr lvl="1">
              <a:spcAft>
                <a:spcPts val="1800"/>
              </a:spcAft>
              <a:buFont typeface="Wingdings" pitchFamily="2" charset="2"/>
              <a:buChar char="Ø"/>
            </a:pPr>
            <a:r>
              <a:rPr lang="zh-CN" altLang="en-US" dirty="0"/>
              <a:t>用一个</a:t>
            </a:r>
            <a:r>
              <a:rPr lang="zh-CN" altLang="en-US" b="1" dirty="0">
                <a:solidFill>
                  <a:srgbClr val="FF0000"/>
                </a:solidFill>
              </a:rPr>
              <a:t>标识符</a:t>
            </a:r>
            <a:r>
              <a:rPr lang="zh-CN" altLang="en-US" dirty="0"/>
              <a:t>来表示一个</a:t>
            </a:r>
            <a:r>
              <a:rPr lang="zh-CN" altLang="en-US" b="1" dirty="0">
                <a:solidFill>
                  <a:srgbClr val="FF0000"/>
                </a:solidFill>
              </a:rPr>
              <a:t>字符串</a:t>
            </a:r>
            <a:r>
              <a:rPr lang="zh-CN" altLang="en-US" dirty="0"/>
              <a:t>，称为“宏”</a:t>
            </a:r>
            <a:r>
              <a:rPr lang="en-US" altLang="zh-CN" dirty="0"/>
              <a:t>(</a:t>
            </a:r>
            <a:r>
              <a:rPr lang="zh-CN" altLang="en-US" dirty="0"/>
              <a:t>常量</a:t>
            </a:r>
            <a:r>
              <a:rPr lang="en-US" altLang="zh-CN" dirty="0"/>
              <a:t>)</a:t>
            </a:r>
            <a:endParaRPr lang="zh-CN" altLang="en-US" dirty="0"/>
          </a:p>
          <a:p>
            <a:pPr lvl="1">
              <a:spcAft>
                <a:spcPts val="1800"/>
              </a:spcAft>
              <a:buFont typeface="Wingdings" pitchFamily="2" charset="2"/>
              <a:buChar char="Ø"/>
            </a:pPr>
            <a:r>
              <a:rPr lang="zh-CN" altLang="en-US" dirty="0"/>
              <a:t>被定义为“宏”的标识符称为“</a:t>
            </a:r>
            <a:r>
              <a:rPr lang="zh-CN" altLang="en-US" b="1" dirty="0">
                <a:solidFill>
                  <a:srgbClr val="FF0000"/>
                </a:solidFill>
              </a:rPr>
              <a:t>宏名</a:t>
            </a:r>
            <a:r>
              <a:rPr lang="zh-CN" altLang="en-US" dirty="0"/>
              <a:t>”。</a:t>
            </a:r>
          </a:p>
          <a:p>
            <a:pPr lvl="1">
              <a:spcAft>
                <a:spcPts val="1800"/>
              </a:spcAft>
              <a:buFont typeface="Wingdings" pitchFamily="2" charset="2"/>
              <a:buChar char="Ø"/>
            </a:pPr>
            <a:r>
              <a:rPr lang="zh-CN" altLang="en-US" dirty="0"/>
              <a:t>在编译预处理时</a:t>
            </a:r>
            <a:r>
              <a:rPr lang="en-US" altLang="zh-CN" dirty="0"/>
              <a:t>(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编译之前</a:t>
            </a:r>
            <a:r>
              <a:rPr lang="en-US" altLang="zh-CN" dirty="0"/>
              <a:t>)</a:t>
            </a:r>
            <a:r>
              <a:rPr lang="zh-CN" altLang="en-US" dirty="0"/>
              <a:t>，对程序中所有出现的“宏名”（双引号里面的宏名不替换），都用</a:t>
            </a:r>
            <a:r>
              <a:rPr lang="zh-CN" altLang="en-US" b="1" dirty="0">
                <a:solidFill>
                  <a:srgbClr val="FF0000"/>
                </a:solidFill>
              </a:rPr>
              <a:t>宏定义中的字符串去代换，这称为</a:t>
            </a:r>
            <a:r>
              <a:rPr lang="en-US" altLang="zh-CN" b="1" dirty="0">
                <a:solidFill>
                  <a:srgbClr val="FF0000"/>
                </a:solidFill>
              </a:rPr>
              <a:t>:</a:t>
            </a:r>
          </a:p>
          <a:p>
            <a:pPr lvl="2">
              <a:spcAft>
                <a:spcPts val="1800"/>
              </a:spcAft>
              <a:buFont typeface="Wingdings" panose="05000000000000000000" pitchFamily="2" charset="2"/>
              <a:buChar char="u"/>
            </a:pPr>
            <a:r>
              <a:rPr lang="zh-CN" altLang="en-US" sz="3000" b="1" dirty="0">
                <a:solidFill>
                  <a:srgbClr val="FF0000"/>
                </a:solidFill>
              </a:rPr>
              <a:t>“宏替换”</a:t>
            </a:r>
            <a:endParaRPr lang="en-US" altLang="zh-CN" sz="3000" b="1" dirty="0">
              <a:solidFill>
                <a:srgbClr val="FF0000"/>
              </a:solidFill>
            </a:endParaRPr>
          </a:p>
          <a:p>
            <a:pPr lvl="2">
              <a:spcAft>
                <a:spcPts val="1800"/>
              </a:spcAft>
              <a:buFont typeface="Wingdings" panose="05000000000000000000" pitchFamily="2" charset="2"/>
              <a:buChar char="u"/>
            </a:pPr>
            <a:r>
              <a:rPr lang="zh-CN" altLang="en-US" sz="3000" b="1" dirty="0">
                <a:solidFill>
                  <a:srgbClr val="FF0000"/>
                </a:solidFill>
              </a:rPr>
              <a:t>“宏代换”</a:t>
            </a:r>
            <a:endParaRPr lang="en-US" altLang="zh-CN" sz="3000" b="1" dirty="0">
              <a:solidFill>
                <a:srgbClr val="FF0000"/>
              </a:solidFill>
            </a:endParaRPr>
          </a:p>
          <a:p>
            <a:pPr lvl="2">
              <a:spcAft>
                <a:spcPts val="1800"/>
              </a:spcAft>
              <a:buFont typeface="Wingdings" panose="05000000000000000000" pitchFamily="2" charset="2"/>
              <a:buChar char="u"/>
            </a:pPr>
            <a:r>
              <a:rPr lang="zh-CN" altLang="en-US" sz="3000" b="1" dirty="0">
                <a:solidFill>
                  <a:srgbClr val="FF0000"/>
                </a:solidFill>
              </a:rPr>
              <a:t>“宏展开”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065807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华文新魏" pitchFamily="2" charset="-122"/>
              </a:rPr>
              <a:t>宏定义</a:t>
            </a:r>
          </a:p>
        </p:txBody>
      </p:sp>
      <p:sp>
        <p:nvSpPr>
          <p:cNvPr id="1186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2400"/>
              </a:spcAft>
            </a:pPr>
            <a:r>
              <a:rPr lang="zh-CN" altLang="en-US" dirty="0"/>
              <a:t>宏的种类</a:t>
            </a:r>
            <a:r>
              <a:rPr lang="en-US" altLang="zh-CN" dirty="0"/>
              <a:t>:</a:t>
            </a:r>
          </a:p>
          <a:p>
            <a:pPr>
              <a:spcAft>
                <a:spcPts val="2400"/>
              </a:spcAft>
            </a:pPr>
            <a:r>
              <a:rPr lang="zh-CN" altLang="en-US" dirty="0"/>
              <a:t>包括：</a:t>
            </a:r>
          </a:p>
          <a:p>
            <a:pPr lvl="1">
              <a:spcAft>
                <a:spcPts val="2400"/>
              </a:spcAft>
              <a:buFont typeface="Wingdings" pitchFamily="2" charset="2"/>
              <a:buChar char="Ø"/>
            </a:pPr>
            <a:r>
              <a:rPr lang="zh-CN" altLang="en-US" dirty="0">
                <a:solidFill>
                  <a:srgbClr val="FF0000"/>
                </a:solidFill>
              </a:rPr>
              <a:t>不带参数的宏定义（无参宏）</a:t>
            </a:r>
          </a:p>
          <a:p>
            <a:pPr lvl="1">
              <a:spcAft>
                <a:spcPts val="2400"/>
              </a:spcAft>
              <a:buFont typeface="Wingdings" pitchFamily="2" charset="2"/>
              <a:buChar char="Ø"/>
            </a:pPr>
            <a:r>
              <a:rPr lang="zh-CN" altLang="en-US" dirty="0">
                <a:solidFill>
                  <a:srgbClr val="FF0000"/>
                </a:solidFill>
              </a:rPr>
              <a:t>带参数的宏定义（有参宏）</a:t>
            </a:r>
          </a:p>
        </p:txBody>
      </p:sp>
    </p:spTree>
    <p:extLst>
      <p:ext uri="{BB962C8B-B14F-4D97-AF65-F5344CB8AC3E}">
        <p14:creationId xmlns:p14="http://schemas.microsoft.com/office/powerpoint/2010/main" val="2565209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华文新魏" pitchFamily="2" charset="-122"/>
              </a:rPr>
              <a:t>宏定义</a:t>
            </a:r>
          </a:p>
        </p:txBody>
      </p:sp>
      <p:sp>
        <p:nvSpPr>
          <p:cNvPr id="1188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451318"/>
            <a:ext cx="8229600" cy="5290050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无参数的宏定义</a:t>
            </a:r>
            <a:endParaRPr lang="zh-CN" altLang="en-US" sz="2000" dirty="0">
              <a:solidFill>
                <a:srgbClr val="FF00FF"/>
              </a:solidFill>
              <a:latin typeface="Comic Sans MS" pitchFamily="66" charset="0"/>
            </a:endParaRPr>
          </a:p>
          <a:p>
            <a:pPr lvl="1"/>
            <a:r>
              <a:rPr lang="zh-CN" altLang="en-US" dirty="0"/>
              <a:t>格式：</a:t>
            </a:r>
          </a:p>
          <a:p>
            <a:pPr lvl="2">
              <a:buFont typeface="Wingdings" pitchFamily="2" charset="2"/>
              <a:buNone/>
            </a:pPr>
            <a:r>
              <a:rPr lang="en-US" altLang="zh-CN" dirty="0">
                <a:solidFill>
                  <a:srgbClr val="FF0000"/>
                </a:solidFill>
              </a:rPr>
              <a:t>#define &lt;</a:t>
            </a:r>
            <a:r>
              <a:rPr lang="zh-CN" altLang="en-US" dirty="0">
                <a:solidFill>
                  <a:srgbClr val="FF0000"/>
                </a:solidFill>
              </a:rPr>
              <a:t>宏名</a:t>
            </a:r>
            <a:r>
              <a:rPr lang="en-US" altLang="zh-CN" dirty="0">
                <a:solidFill>
                  <a:srgbClr val="FF0000"/>
                </a:solidFill>
              </a:rPr>
              <a:t>&gt; &lt;</a:t>
            </a:r>
            <a:r>
              <a:rPr lang="zh-CN" altLang="en-US" dirty="0">
                <a:solidFill>
                  <a:srgbClr val="FF0000"/>
                </a:solidFill>
              </a:rPr>
              <a:t>字符串</a:t>
            </a:r>
            <a:r>
              <a:rPr lang="en-US" altLang="zh-CN" dirty="0">
                <a:solidFill>
                  <a:srgbClr val="FF0000"/>
                </a:solidFill>
              </a:rPr>
              <a:t>&gt;</a:t>
            </a:r>
          </a:p>
          <a:p>
            <a:pPr lvl="1"/>
            <a:r>
              <a:rPr lang="zh-CN" altLang="en-US" dirty="0"/>
              <a:t>举例：</a:t>
            </a:r>
          </a:p>
          <a:p>
            <a:pPr lvl="1"/>
            <a:endParaRPr lang="zh-CN" altLang="en-US" dirty="0"/>
          </a:p>
          <a:p>
            <a:pPr lvl="1"/>
            <a:r>
              <a:rPr lang="zh-CN" altLang="en-US" dirty="0"/>
              <a:t>说明：</a:t>
            </a:r>
          </a:p>
          <a:p>
            <a:pPr lvl="2"/>
            <a:r>
              <a:rPr lang="zh-CN" altLang="en-US" dirty="0"/>
              <a:t>宏定义一般写在程序的开头。</a:t>
            </a:r>
          </a:p>
          <a:p>
            <a:pPr lvl="2"/>
            <a:r>
              <a:rPr lang="zh-CN" altLang="en-US" dirty="0"/>
              <a:t>宏名的命名规则同变量名，一般习惯用</a:t>
            </a:r>
            <a:r>
              <a:rPr lang="zh-CN" altLang="en-US" sz="2600" b="1" dirty="0">
                <a:solidFill>
                  <a:srgbClr val="FF0000"/>
                </a:solidFill>
              </a:rPr>
              <a:t>大写字母</a:t>
            </a:r>
            <a:r>
              <a:rPr lang="zh-CN" altLang="en-US" dirty="0"/>
              <a:t>，以便与变量区别，但也允许用小写字母。</a:t>
            </a:r>
          </a:p>
          <a:p>
            <a:pPr lvl="2"/>
            <a:r>
              <a:rPr lang="zh-CN" altLang="en-US" dirty="0">
                <a:solidFill>
                  <a:srgbClr val="FF0000"/>
                </a:solidFill>
              </a:rPr>
              <a:t>宏名的有效范围是从宏定义开始到本源程序文件结束，或遇到预处理命令</a:t>
            </a:r>
            <a:r>
              <a:rPr lang="en-US" altLang="zh-CN" sz="35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#undef </a:t>
            </a:r>
            <a:r>
              <a:rPr lang="zh-CN" altLang="en-US" sz="35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宏名</a:t>
            </a:r>
            <a:r>
              <a:rPr lang="zh-CN" altLang="en-US" dirty="0">
                <a:solidFill>
                  <a:srgbClr val="FF0000"/>
                </a:solidFill>
              </a:rPr>
              <a:t>时止。</a:t>
            </a:r>
          </a:p>
        </p:txBody>
      </p:sp>
      <p:sp>
        <p:nvSpPr>
          <p:cNvPr id="1188869" name="Text Box 5"/>
          <p:cNvSpPr txBox="1">
            <a:spLocks noChangeArrowheads="1"/>
          </p:cNvSpPr>
          <p:nvPr/>
        </p:nvSpPr>
        <p:spPr bwMode="auto">
          <a:xfrm>
            <a:off x="4441329" y="3035105"/>
            <a:ext cx="2973387" cy="42319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hlink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zh-CN" sz="2000" b="1">
                <a:latin typeface="Courier New" pitchFamily="49" charset="0"/>
              </a:rPr>
              <a:t>#define PI 3.14</a:t>
            </a:r>
          </a:p>
        </p:txBody>
      </p:sp>
    </p:spTree>
    <p:extLst>
      <p:ext uri="{BB962C8B-B14F-4D97-AF65-F5344CB8AC3E}">
        <p14:creationId xmlns:p14="http://schemas.microsoft.com/office/powerpoint/2010/main" val="456509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2B6FED-B7B1-43C2-849B-4D0944EF8228}" type="slidenum">
              <a:rPr lang="en-US" altLang="zh-CN"/>
              <a:pPr/>
              <a:t>10</a:t>
            </a:fld>
            <a:endParaRPr lang="en-US" altLang="zh-CN"/>
          </a:p>
        </p:txBody>
      </p:sp>
      <p:sp>
        <p:nvSpPr>
          <p:cNvPr id="1190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华文新魏" pitchFamily="2" charset="-122"/>
              </a:rPr>
              <a:t>宏定义</a:t>
            </a:r>
          </a:p>
        </p:txBody>
      </p:sp>
      <p:sp>
        <p:nvSpPr>
          <p:cNvPr id="1190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olidFill>
                  <a:srgbClr val="FF0000"/>
                </a:solidFill>
              </a:rPr>
              <a:t>宏替换</a:t>
            </a:r>
            <a:r>
              <a:rPr lang="zh-CN" altLang="en-US" dirty="0">
                <a:solidFill>
                  <a:srgbClr val="FF0000"/>
                </a:solidFill>
              </a:rPr>
              <a:t>只是用指定字符串替换宏名的简单替换</a:t>
            </a:r>
            <a:r>
              <a:rPr lang="zh-CN" altLang="en-US" dirty="0"/>
              <a:t>，不做任何语法检查。如有错误，只能</a:t>
            </a:r>
            <a:r>
              <a:rPr lang="zh-CN" altLang="en-US"/>
              <a:t>在编译时已</a:t>
            </a:r>
            <a:r>
              <a:rPr lang="zh-CN" altLang="en-US" dirty="0"/>
              <a:t>被宏展开后的源程序时发现。</a:t>
            </a:r>
            <a:endParaRPr lang="en-US" altLang="zh-CN" dirty="0"/>
          </a:p>
          <a:p>
            <a:pPr lvl="1"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FF0000"/>
                </a:solidFill>
              </a:rPr>
              <a:t>注意：字符串中</a:t>
            </a:r>
            <a:r>
              <a:rPr lang="zh-CN" altLang="en-US" b="1">
                <a:solidFill>
                  <a:srgbClr val="FF0000"/>
                </a:solidFill>
              </a:rPr>
              <a:t>的宏名是</a:t>
            </a:r>
            <a:r>
              <a:rPr lang="zh-CN" altLang="en-US" b="1" dirty="0">
                <a:solidFill>
                  <a:srgbClr val="FF0000"/>
                </a:solidFill>
              </a:rPr>
              <a:t>不被替换的</a:t>
            </a:r>
            <a:endParaRPr lang="en-US" altLang="zh-CN" b="1" dirty="0">
              <a:solidFill>
                <a:srgbClr val="FF0000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FF0000"/>
                </a:solidFill>
              </a:rPr>
              <a:t>宏定义不是变量定义或语句，在行末不能</a:t>
            </a:r>
            <a:r>
              <a:rPr lang="zh-CN" altLang="en-US" b="1">
                <a:solidFill>
                  <a:srgbClr val="FF0000"/>
                </a:solidFill>
              </a:rPr>
              <a:t>加分号</a:t>
            </a:r>
            <a:endParaRPr lang="en-US" altLang="zh-CN" b="1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CN" altLang="en-US" b="1">
                <a:solidFill>
                  <a:srgbClr val="FF0000"/>
                </a:solidFill>
              </a:rPr>
              <a:t>（如果</a:t>
            </a:r>
            <a:r>
              <a:rPr lang="zh-CN" altLang="en-US" b="1" dirty="0">
                <a:solidFill>
                  <a:srgbClr val="FF0000"/>
                </a:solidFill>
              </a:rPr>
              <a:t>加上分号则分号</a:t>
            </a:r>
            <a:r>
              <a:rPr lang="zh-CN" altLang="en-US" b="1">
                <a:solidFill>
                  <a:srgbClr val="FF0000"/>
                </a:solidFill>
              </a:rPr>
              <a:t>也成为被替换的字符串一部分）</a:t>
            </a:r>
            <a:endParaRPr lang="en-US" altLang="zh-C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71336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89150-5368-4AE3-9478-6324601429CF}" type="slidenum">
              <a:rPr lang="zh-CN" altLang="en-US"/>
              <a:pPr/>
              <a:t>11</a:t>
            </a:fld>
            <a:endParaRPr lang="en-US" altLang="zh-CN"/>
          </a:p>
        </p:txBody>
      </p:sp>
      <p:sp>
        <p:nvSpPr>
          <p:cNvPr id="336900" name="Text Box 4"/>
          <p:cNvSpPr txBox="1">
            <a:spLocks noChangeArrowheads="1"/>
          </p:cNvSpPr>
          <p:nvPr/>
        </p:nvSpPr>
        <p:spPr bwMode="auto">
          <a:xfrm>
            <a:off x="2639616" y="1484784"/>
            <a:ext cx="5977304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3200" dirty="0">
                <a:solidFill>
                  <a:srgbClr val="000000"/>
                </a:solidFill>
              </a:rPr>
              <a:t>#include &lt;stdio.h&gt;</a:t>
            </a:r>
          </a:p>
          <a:p>
            <a:r>
              <a:rPr lang="en-US" altLang="zh-CN" sz="3200" dirty="0">
                <a:solidFill>
                  <a:srgbClr val="000000"/>
                </a:solidFill>
              </a:rPr>
              <a:t>#define  R  3.0</a:t>
            </a:r>
          </a:p>
          <a:p>
            <a:r>
              <a:rPr lang="en-US" altLang="zh-CN" sz="3200" dirty="0">
                <a:solidFill>
                  <a:srgbClr val="000000"/>
                </a:solidFill>
              </a:rPr>
              <a:t>#define  PI  3.1415926</a:t>
            </a:r>
          </a:p>
          <a:p>
            <a:r>
              <a:rPr lang="en-US" altLang="zh-CN" sz="3200" dirty="0">
                <a:solidFill>
                  <a:srgbClr val="000000"/>
                </a:solidFill>
              </a:rPr>
              <a:t>#define  L  2*PI*R</a:t>
            </a:r>
          </a:p>
          <a:p>
            <a:r>
              <a:rPr lang="en-US" altLang="zh-CN" sz="3200" dirty="0">
                <a:solidFill>
                  <a:srgbClr val="000000"/>
                </a:solidFill>
              </a:rPr>
              <a:t>#define  N  10</a:t>
            </a:r>
          </a:p>
          <a:p>
            <a:r>
              <a:rPr lang="en-US" altLang="zh-CN" sz="3200" dirty="0">
                <a:solidFill>
                  <a:srgbClr val="000000"/>
                </a:solidFill>
              </a:rPr>
              <a:t>main( )</a:t>
            </a:r>
          </a:p>
          <a:p>
            <a:r>
              <a:rPr lang="en-US" altLang="zh-CN" sz="3200" dirty="0">
                <a:solidFill>
                  <a:srgbClr val="000000"/>
                </a:solidFill>
              </a:rPr>
              <a:t>{ </a:t>
            </a:r>
          </a:p>
          <a:p>
            <a:r>
              <a:rPr lang="en-US" altLang="zh-CN" sz="3200" dirty="0">
                <a:solidFill>
                  <a:srgbClr val="000000"/>
                </a:solidFill>
              </a:rPr>
              <a:t>	float  score[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</a:t>
            </a:r>
            <a:r>
              <a:rPr lang="en-US" altLang="zh-CN" sz="3200" dirty="0">
                <a:solidFill>
                  <a:srgbClr val="000000"/>
                </a:solidFill>
              </a:rPr>
              <a:t>]; </a:t>
            </a:r>
          </a:p>
          <a:p>
            <a:r>
              <a:rPr lang="en-US" altLang="zh-CN" sz="3200" dirty="0">
                <a:solidFill>
                  <a:srgbClr val="000000"/>
                </a:solidFill>
              </a:rPr>
              <a:t>	printf("</a:t>
            </a:r>
            <a:r>
              <a:rPr lang="en-US" altLang="zh-CN" sz="3200" dirty="0">
                <a:solidFill>
                  <a:srgbClr val="FFC000"/>
                </a:solidFill>
              </a:rPr>
              <a:t>L</a:t>
            </a:r>
            <a:r>
              <a:rPr lang="en-US" altLang="zh-CN" sz="3200" dirty="0">
                <a:solidFill>
                  <a:srgbClr val="000000"/>
                </a:solidFill>
              </a:rPr>
              <a:t>=%f\</a:t>
            </a:r>
            <a:r>
              <a:rPr lang="en-US" altLang="zh-CN" sz="3200" dirty="0" err="1">
                <a:solidFill>
                  <a:srgbClr val="000000"/>
                </a:solidFill>
              </a:rPr>
              <a:t>n",</a:t>
            </a:r>
            <a:r>
              <a:rPr lang="en-US" altLang="zh-CN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</a:t>
            </a:r>
            <a:r>
              <a:rPr lang="en-US" altLang="zh-CN" sz="3200" dirty="0">
                <a:solidFill>
                  <a:srgbClr val="000000"/>
                </a:solidFill>
              </a:rPr>
              <a:t>);</a:t>
            </a:r>
          </a:p>
          <a:p>
            <a:r>
              <a:rPr lang="en-US" altLang="zh-CN" sz="3200" dirty="0">
                <a:solidFill>
                  <a:srgbClr val="000000"/>
                </a:solidFill>
              </a:rPr>
              <a:t>}</a:t>
            </a:r>
          </a:p>
        </p:txBody>
      </p:sp>
      <p:sp>
        <p:nvSpPr>
          <p:cNvPr id="336901" name="Rectangle 5"/>
          <p:cNvSpPr>
            <a:spLocks noChangeArrowheads="1"/>
          </p:cNvSpPr>
          <p:nvPr/>
        </p:nvSpPr>
        <p:spPr bwMode="auto">
          <a:xfrm>
            <a:off x="1974483" y="658815"/>
            <a:ext cx="104067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3200" dirty="0">
                <a:solidFill>
                  <a:srgbClr val="000000"/>
                </a:solidFill>
              </a:rPr>
              <a:t>例1</a:t>
            </a:r>
            <a:r>
              <a:rPr lang="zh-CN" altLang="en-US" sz="3200" dirty="0"/>
              <a:t>  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3F384B2-726D-5613-C55B-C475209A8CC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7684"/>
          <a:stretch/>
        </p:blipFill>
        <p:spPr>
          <a:xfrm>
            <a:off x="7176120" y="1988840"/>
            <a:ext cx="4416105" cy="260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239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2B6FED-B7B1-43C2-849B-4D0944EF8228}" type="slidenum">
              <a:rPr lang="en-US" altLang="zh-CN"/>
              <a:pPr/>
              <a:t>12</a:t>
            </a:fld>
            <a:endParaRPr lang="en-US" altLang="zh-CN"/>
          </a:p>
        </p:txBody>
      </p:sp>
      <p:sp>
        <p:nvSpPr>
          <p:cNvPr id="1190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华文新魏" pitchFamily="2" charset="-122"/>
              </a:rPr>
              <a:t>宏定义</a:t>
            </a:r>
          </a:p>
        </p:txBody>
      </p:sp>
      <p:sp>
        <p:nvSpPr>
          <p:cNvPr id="1190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  <a:p>
            <a:pPr lvl="1"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宏定义</a:t>
            </a:r>
            <a:r>
              <a:rPr lang="zh-CN" altLang="en-US" dirty="0"/>
              <a:t>是专门用于预处理命令的一个专用名词，只作字符替换，不分配内存空间。</a:t>
            </a:r>
          </a:p>
          <a:p>
            <a:pPr lvl="1">
              <a:buFont typeface="Wingdings" pitchFamily="2" charset="2"/>
              <a:buChar char="Ø"/>
            </a:pPr>
            <a:r>
              <a:rPr lang="zh-CN" altLang="en-US" dirty="0"/>
              <a:t>当宏定义在一行中写不下，需要在下一行继续时，只需在最后一个字符后紧接着加一个反斜杠“</a:t>
            </a:r>
            <a:r>
              <a:rPr lang="en-US" altLang="zh-CN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\</a:t>
            </a:r>
            <a:r>
              <a:rPr lang="en-US" altLang="zh-CN" dirty="0"/>
              <a:t>”</a:t>
            </a:r>
            <a:r>
              <a:rPr lang="zh-CN" altLang="en-US" dirty="0"/>
              <a:t>。</a:t>
            </a:r>
          </a:p>
          <a:p>
            <a:pPr lvl="1">
              <a:buFont typeface="Wingdings" pitchFamily="2" charset="2"/>
              <a:buChar char="Ø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67492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89150-5368-4AE3-9478-6324601429CF}" type="slidenum">
              <a:rPr lang="zh-CN" altLang="en-US"/>
              <a:pPr/>
              <a:t>13</a:t>
            </a:fld>
            <a:endParaRPr lang="en-US" altLang="zh-CN"/>
          </a:p>
        </p:txBody>
      </p:sp>
      <p:sp>
        <p:nvSpPr>
          <p:cNvPr id="336900" name="Text Box 4"/>
          <p:cNvSpPr txBox="1">
            <a:spLocks noChangeArrowheads="1"/>
          </p:cNvSpPr>
          <p:nvPr/>
        </p:nvSpPr>
        <p:spPr bwMode="auto">
          <a:xfrm>
            <a:off x="2639616" y="1484785"/>
            <a:ext cx="5977304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3200" dirty="0">
                <a:solidFill>
                  <a:srgbClr val="000000"/>
                </a:solidFill>
              </a:rPr>
              <a:t>#include &lt;stdio.h&gt;</a:t>
            </a:r>
          </a:p>
          <a:p>
            <a:r>
              <a:rPr lang="en-US" altLang="zh-CN" sz="3200" dirty="0">
                <a:solidFill>
                  <a:srgbClr val="000000"/>
                </a:solidFill>
              </a:rPr>
              <a:t>#define  TEST "ABC</a:t>
            </a: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\</a:t>
            </a:r>
            <a:endParaRPr lang="en-US" altLang="zh-CN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CN" sz="3200" dirty="0">
                <a:solidFill>
                  <a:srgbClr val="000000"/>
                </a:solidFill>
              </a:rPr>
              <a:t>DEF\n"</a:t>
            </a:r>
          </a:p>
          <a:p>
            <a:endParaRPr lang="en-US" altLang="zh-CN" sz="3200" dirty="0">
              <a:solidFill>
                <a:srgbClr val="000000"/>
              </a:solidFill>
            </a:endParaRPr>
          </a:p>
          <a:p>
            <a:r>
              <a:rPr lang="en-US" altLang="zh-CN" sz="3200" dirty="0">
                <a:solidFill>
                  <a:srgbClr val="000000"/>
                </a:solidFill>
              </a:rPr>
              <a:t>main( )</a:t>
            </a:r>
          </a:p>
          <a:p>
            <a:r>
              <a:rPr lang="en-US" altLang="zh-CN" sz="3200" dirty="0">
                <a:solidFill>
                  <a:srgbClr val="000000"/>
                </a:solidFill>
              </a:rPr>
              <a:t>{ </a:t>
            </a:r>
          </a:p>
          <a:p>
            <a:r>
              <a:rPr lang="en-US" altLang="zh-CN" sz="3200" dirty="0">
                <a:solidFill>
                  <a:srgbClr val="000000"/>
                </a:solidFill>
              </a:rPr>
              <a:t>	printf(TEST);</a:t>
            </a:r>
          </a:p>
          <a:p>
            <a:r>
              <a:rPr lang="en-US" altLang="zh-CN" sz="3200" dirty="0">
                <a:solidFill>
                  <a:srgbClr val="000000"/>
                </a:solidFill>
              </a:rPr>
              <a:t>}</a:t>
            </a:r>
          </a:p>
        </p:txBody>
      </p:sp>
      <p:sp>
        <p:nvSpPr>
          <p:cNvPr id="336901" name="Rectangle 5"/>
          <p:cNvSpPr>
            <a:spLocks noChangeArrowheads="1"/>
          </p:cNvSpPr>
          <p:nvPr/>
        </p:nvSpPr>
        <p:spPr bwMode="auto">
          <a:xfrm>
            <a:off x="1974483" y="658815"/>
            <a:ext cx="104067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3200" dirty="0">
                <a:solidFill>
                  <a:srgbClr val="000000"/>
                </a:solidFill>
              </a:rPr>
              <a:t>例</a:t>
            </a:r>
            <a:r>
              <a:rPr lang="en-US" altLang="zh-CN" sz="3200" dirty="0">
                <a:solidFill>
                  <a:srgbClr val="000000"/>
                </a:solidFill>
              </a:rPr>
              <a:t>2</a:t>
            </a:r>
            <a:r>
              <a:rPr lang="zh-CN" altLang="en-US" sz="3200" dirty="0"/>
              <a:t>  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683E9E9-A204-4398-9F7B-AF34D7C3B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7928" y="2697653"/>
            <a:ext cx="4824536" cy="1606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039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7BCD32-0489-4397-9CF4-19B7099E5B7B}" type="slidenum">
              <a:rPr lang="en-US" altLang="zh-CN"/>
              <a:pPr/>
              <a:t>14</a:t>
            </a:fld>
            <a:endParaRPr lang="en-US" altLang="zh-CN" dirty="0"/>
          </a:p>
        </p:txBody>
      </p:sp>
      <p:sp>
        <p:nvSpPr>
          <p:cNvPr id="1192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华文新魏" pitchFamily="2" charset="-122"/>
              </a:rPr>
              <a:t>宏定义</a:t>
            </a:r>
          </a:p>
        </p:txBody>
      </p:sp>
      <p:sp>
        <p:nvSpPr>
          <p:cNvPr id="1192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有参数的宏定义</a:t>
            </a:r>
            <a:endParaRPr lang="zh-CN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</a:endParaRPr>
          </a:p>
          <a:p>
            <a:pPr lvl="1"/>
            <a:r>
              <a:rPr lang="zh-CN" altLang="en-US" dirty="0"/>
              <a:t>格式：</a:t>
            </a:r>
          </a:p>
          <a:p>
            <a:pPr lvl="2">
              <a:buFont typeface="Wingdings" pitchFamily="2" charset="2"/>
              <a:buNone/>
            </a:pPr>
            <a:r>
              <a:rPr lang="en-US" altLang="zh-CN" sz="3600" dirty="0">
                <a:solidFill>
                  <a:srgbClr val="FF0000"/>
                </a:solidFill>
              </a:rPr>
              <a:t>#define </a:t>
            </a:r>
            <a:r>
              <a:rPr lang="zh-CN" altLang="en-US" sz="3600" dirty="0">
                <a:solidFill>
                  <a:srgbClr val="FF0000"/>
                </a:solidFill>
              </a:rPr>
              <a:t>宏名</a:t>
            </a:r>
            <a:r>
              <a:rPr lang="en-US" altLang="zh-CN" sz="3600" dirty="0">
                <a:solidFill>
                  <a:srgbClr val="FF0000"/>
                </a:solidFill>
              </a:rPr>
              <a:t>(</a:t>
            </a:r>
            <a:r>
              <a:rPr lang="zh-CN" altLang="en-US" sz="3600" dirty="0">
                <a:solidFill>
                  <a:srgbClr val="FF0000"/>
                </a:solidFill>
              </a:rPr>
              <a:t>形参表</a:t>
            </a:r>
            <a:r>
              <a:rPr lang="en-US" altLang="zh-CN" sz="3600" dirty="0">
                <a:solidFill>
                  <a:srgbClr val="FF0000"/>
                </a:solidFill>
              </a:rPr>
              <a:t>) </a:t>
            </a:r>
            <a:r>
              <a:rPr lang="zh-CN" altLang="en-US" sz="3600" dirty="0">
                <a:solidFill>
                  <a:srgbClr val="FF0000"/>
                </a:solidFill>
              </a:rPr>
              <a:t>字符串</a:t>
            </a:r>
          </a:p>
          <a:p>
            <a:pPr lvl="1"/>
            <a:r>
              <a:rPr lang="zh-CN" altLang="en-US" dirty="0"/>
              <a:t>举例：</a:t>
            </a:r>
          </a:p>
          <a:p>
            <a:pPr lvl="1"/>
            <a:endParaRPr lang="zh-CN" altLang="en-US" dirty="0"/>
          </a:p>
          <a:p>
            <a:pPr lvl="1"/>
            <a:r>
              <a:rPr lang="zh-CN" altLang="en-US" dirty="0"/>
              <a:t>说明：</a:t>
            </a:r>
          </a:p>
          <a:p>
            <a:pPr lvl="2"/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实参个数与形参个数相同，但没有类型要求。</a:t>
            </a:r>
          </a:p>
          <a:p>
            <a:pPr lvl="2"/>
            <a:endParaRPr lang="zh-CN" altLang="en-US" dirty="0"/>
          </a:p>
        </p:txBody>
      </p:sp>
      <p:sp>
        <p:nvSpPr>
          <p:cNvPr id="1192965" name="Text Box 5"/>
          <p:cNvSpPr txBox="1">
            <a:spLocks noChangeArrowheads="1"/>
          </p:cNvSpPr>
          <p:nvPr/>
        </p:nvSpPr>
        <p:spPr bwMode="auto">
          <a:xfrm>
            <a:off x="3287688" y="3698677"/>
            <a:ext cx="4104456" cy="48936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hlink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zh-CN" sz="2400" b="1">
                <a:latin typeface="Courier New" pitchFamily="49" charset="0"/>
              </a:rPr>
              <a:t>#define M(a,b) a*b</a:t>
            </a:r>
          </a:p>
        </p:txBody>
      </p:sp>
    </p:spTree>
    <p:extLst>
      <p:ext uri="{BB962C8B-B14F-4D97-AF65-F5344CB8AC3E}">
        <p14:creationId xmlns:p14="http://schemas.microsoft.com/office/powerpoint/2010/main" val="15039098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89150-5368-4AE3-9478-6324601429CF}" type="slidenum">
              <a:rPr lang="zh-CN" altLang="en-US"/>
              <a:pPr/>
              <a:t>15</a:t>
            </a:fld>
            <a:endParaRPr lang="en-US" altLang="zh-CN"/>
          </a:p>
        </p:txBody>
      </p:sp>
      <p:sp>
        <p:nvSpPr>
          <p:cNvPr id="336900" name="Text Box 4"/>
          <p:cNvSpPr txBox="1">
            <a:spLocks noChangeArrowheads="1"/>
          </p:cNvSpPr>
          <p:nvPr/>
        </p:nvSpPr>
        <p:spPr bwMode="auto">
          <a:xfrm>
            <a:off x="1631504" y="1412776"/>
            <a:ext cx="6336704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s-ES" altLang="zh-CN" sz="3200" dirty="0">
                <a:solidFill>
                  <a:srgbClr val="000000"/>
                </a:solidFill>
              </a:rPr>
              <a:t>#include &lt;stdio.h&gt;</a:t>
            </a:r>
          </a:p>
          <a:p>
            <a:r>
              <a:rPr lang="es-ES" altLang="zh-CN" sz="3200" dirty="0">
                <a:solidFill>
                  <a:srgbClr val="000000"/>
                </a:solidFill>
              </a:rPr>
              <a:t>#define  M(a,b)  a*b</a:t>
            </a:r>
          </a:p>
          <a:p>
            <a:r>
              <a:rPr lang="es-ES" altLang="zh-CN" sz="3200" dirty="0">
                <a:solidFill>
                  <a:srgbClr val="000000"/>
                </a:solidFill>
              </a:rPr>
              <a:t>#define  N(a,b) (a)*(b)</a:t>
            </a:r>
          </a:p>
          <a:p>
            <a:r>
              <a:rPr lang="es-ES" altLang="zh-CN" sz="3200" dirty="0">
                <a:solidFill>
                  <a:srgbClr val="000000"/>
                </a:solidFill>
              </a:rPr>
              <a:t>main( )</a:t>
            </a:r>
          </a:p>
          <a:p>
            <a:r>
              <a:rPr lang="es-ES" altLang="zh-CN" sz="3200" dirty="0">
                <a:solidFill>
                  <a:srgbClr val="000000"/>
                </a:solidFill>
              </a:rPr>
              <a:t>{ </a:t>
            </a:r>
          </a:p>
          <a:p>
            <a:r>
              <a:rPr lang="es-ES" altLang="zh-CN" sz="3200" dirty="0">
                <a:solidFill>
                  <a:srgbClr val="000000"/>
                </a:solidFill>
              </a:rPr>
              <a:t>	int x,y;</a:t>
            </a:r>
          </a:p>
          <a:p>
            <a:r>
              <a:rPr lang="es-ES" altLang="zh-CN" sz="3200" dirty="0">
                <a:solidFill>
                  <a:srgbClr val="000000"/>
                </a:solidFill>
              </a:rPr>
              <a:t>	x=M(1+1,2+2);</a:t>
            </a:r>
            <a:r>
              <a:rPr lang="en-US" altLang="zh-CN" sz="3200" dirty="0">
                <a:solidFill>
                  <a:srgbClr val="000000"/>
                </a:solidFill>
              </a:rPr>
              <a:t>//</a:t>
            </a:r>
            <a:r>
              <a:rPr lang="en-US" altLang="zh-CN" sz="3200" dirty="0">
                <a:solidFill>
                  <a:srgbClr val="00B050"/>
                </a:solidFill>
              </a:rPr>
              <a:t>1+1*2+2</a:t>
            </a:r>
            <a:endParaRPr lang="es-ES" altLang="zh-CN" sz="3200" dirty="0">
              <a:solidFill>
                <a:srgbClr val="00B050"/>
              </a:solidFill>
            </a:endParaRPr>
          </a:p>
          <a:p>
            <a:r>
              <a:rPr lang="es-ES" altLang="zh-CN" sz="3200" dirty="0">
                <a:solidFill>
                  <a:srgbClr val="000000"/>
                </a:solidFill>
              </a:rPr>
              <a:t>	y=N(1+1,2+2);//(</a:t>
            </a:r>
            <a:r>
              <a:rPr lang="es-ES" altLang="zh-CN" sz="3200" dirty="0">
                <a:solidFill>
                  <a:srgbClr val="00B050"/>
                </a:solidFill>
              </a:rPr>
              <a:t>1+1)*(2+2)</a:t>
            </a:r>
          </a:p>
          <a:p>
            <a:r>
              <a:rPr lang="es-ES" altLang="zh-CN" sz="3200" dirty="0">
                <a:solidFill>
                  <a:srgbClr val="000000"/>
                </a:solidFill>
              </a:rPr>
              <a:t>	printf("x=%d,y=%d\n",x,y);</a:t>
            </a:r>
          </a:p>
          <a:p>
            <a:r>
              <a:rPr lang="es-ES" altLang="zh-CN" sz="3200" dirty="0">
                <a:solidFill>
                  <a:srgbClr val="000000"/>
                </a:solidFill>
              </a:rPr>
              <a:t>}</a:t>
            </a:r>
          </a:p>
        </p:txBody>
      </p:sp>
      <p:sp>
        <p:nvSpPr>
          <p:cNvPr id="336901" name="Rectangle 5"/>
          <p:cNvSpPr>
            <a:spLocks noChangeArrowheads="1"/>
          </p:cNvSpPr>
          <p:nvPr/>
        </p:nvSpPr>
        <p:spPr bwMode="auto">
          <a:xfrm>
            <a:off x="1974483" y="658815"/>
            <a:ext cx="104067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3200" dirty="0">
                <a:solidFill>
                  <a:srgbClr val="000000"/>
                </a:solidFill>
              </a:rPr>
              <a:t>例</a:t>
            </a:r>
            <a:r>
              <a:rPr lang="en-US" altLang="zh-CN" sz="3200" dirty="0">
                <a:solidFill>
                  <a:srgbClr val="000000"/>
                </a:solidFill>
              </a:rPr>
              <a:t>3</a:t>
            </a:r>
            <a:r>
              <a:rPr lang="zh-CN" altLang="en-US" sz="3200" dirty="0"/>
              <a:t>  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5EF5999-1DE6-47B3-A01D-EA29B53C1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5960" y="1484785"/>
            <a:ext cx="4587602" cy="1703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820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4E3129-808A-487D-A6CF-D9747BFC8D51}" type="slidenum">
              <a:rPr lang="en-US" altLang="zh-CN"/>
              <a:pPr/>
              <a:t>16</a:t>
            </a:fld>
            <a:endParaRPr lang="en-US" altLang="zh-CN"/>
          </a:p>
        </p:txBody>
      </p:sp>
      <p:sp>
        <p:nvSpPr>
          <p:cNvPr id="1195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华文新魏" pitchFamily="2" charset="-122"/>
              </a:rPr>
              <a:t>条件编译</a:t>
            </a:r>
          </a:p>
        </p:txBody>
      </p:sp>
      <p:sp>
        <p:nvSpPr>
          <p:cNvPr id="1195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566059"/>
            <a:ext cx="8229600" cy="4686320"/>
          </a:xfrm>
        </p:spPr>
        <p:txBody>
          <a:bodyPr>
            <a:normAutofit/>
          </a:bodyPr>
          <a:lstStyle/>
          <a:p>
            <a:r>
              <a:rPr lang="zh-CN" altLang="en-US" dirty="0"/>
              <a:t>条件编译</a:t>
            </a:r>
          </a:p>
          <a:p>
            <a:pPr lvl="1"/>
            <a:r>
              <a:rPr lang="zh-CN" altLang="en-US" dirty="0"/>
              <a:t>目的和作用</a:t>
            </a:r>
            <a:endParaRPr lang="zh-CN" altLang="en-US" sz="1800" dirty="0">
              <a:solidFill>
                <a:srgbClr val="FF00FF"/>
              </a:solidFill>
              <a:latin typeface="Comic Sans MS" pitchFamily="66" charset="0"/>
            </a:endParaRPr>
          </a:p>
          <a:p>
            <a:pPr lvl="2">
              <a:buFont typeface="Wingdings" pitchFamily="2" charset="2"/>
              <a:buChar char="Ø"/>
            </a:pPr>
            <a:r>
              <a:rPr lang="zh-CN" altLang="en-US" dirty="0"/>
              <a:t>条件编译是指对源程序中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某段程序通过条件来控制是否参加编译</a:t>
            </a:r>
            <a:r>
              <a:rPr lang="zh-CN" altLang="en-US" dirty="0"/>
              <a:t>。</a:t>
            </a:r>
          </a:p>
          <a:p>
            <a:pPr lvl="2">
              <a:buFont typeface="Wingdings" pitchFamily="2" charset="2"/>
              <a:buChar char="Ø"/>
            </a:pPr>
            <a:r>
              <a:rPr lang="zh-CN" altLang="en-US" dirty="0"/>
              <a:t>根据条件来选取需要的代码进行编译，以便生成不同的应用程序，供不同用户使用</a:t>
            </a:r>
            <a:r>
              <a:rPr lang="en-US" altLang="zh-CN" dirty="0"/>
              <a:t>(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不同的软硬件平台</a:t>
            </a:r>
            <a:r>
              <a:rPr lang="zh-CN" altLang="en-US" dirty="0"/>
              <a:t>）。</a:t>
            </a:r>
          </a:p>
          <a:p>
            <a:pPr lvl="2">
              <a:buFont typeface="Wingdings" pitchFamily="2" charset="2"/>
              <a:buChar char="Ø"/>
            </a:pPr>
            <a:r>
              <a:rPr lang="zh-CN" altLang="en-US" dirty="0"/>
              <a:t>此外，条件编译还可以方便程序的逐段调试，简化程序调试工作。</a:t>
            </a:r>
          </a:p>
        </p:txBody>
      </p:sp>
    </p:spTree>
    <p:extLst>
      <p:ext uri="{BB962C8B-B14F-4D97-AF65-F5344CB8AC3E}">
        <p14:creationId xmlns:p14="http://schemas.microsoft.com/office/powerpoint/2010/main" val="3515642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4E3129-808A-487D-A6CF-D9747BFC8D51}" type="slidenum">
              <a:rPr lang="en-US" altLang="zh-CN"/>
              <a:pPr/>
              <a:t>17</a:t>
            </a:fld>
            <a:endParaRPr lang="en-US" altLang="zh-CN"/>
          </a:p>
        </p:txBody>
      </p:sp>
      <p:sp>
        <p:nvSpPr>
          <p:cNvPr id="1195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华文新魏" pitchFamily="2" charset="-122"/>
              </a:rPr>
              <a:t>条件编译</a:t>
            </a:r>
          </a:p>
        </p:txBody>
      </p:sp>
      <p:sp>
        <p:nvSpPr>
          <p:cNvPr id="1195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条件编译</a:t>
            </a:r>
          </a:p>
          <a:p>
            <a:r>
              <a:rPr lang="zh-CN" altLang="en-US" dirty="0"/>
              <a:t>指令：</a:t>
            </a:r>
          </a:p>
          <a:p>
            <a:pPr lvl="1">
              <a:buFont typeface="Wingdings" pitchFamily="2" charset="2"/>
              <a:buChar char="Ø"/>
            </a:pPr>
            <a:r>
              <a:rPr lang="en-US" altLang="zh-CN" dirty="0"/>
              <a:t>#if</a:t>
            </a:r>
          </a:p>
          <a:p>
            <a:pPr lvl="1">
              <a:buFont typeface="Wingdings" pitchFamily="2" charset="2"/>
              <a:buChar char="Ø"/>
            </a:pPr>
            <a:r>
              <a:rPr lang="en-US" altLang="zh-CN" dirty="0"/>
              <a:t>#</a:t>
            </a:r>
            <a:r>
              <a:rPr lang="en-US" altLang="zh-CN" dirty="0" err="1"/>
              <a:t>ifdef</a:t>
            </a:r>
            <a:endParaRPr lang="en-US" altLang="zh-CN" dirty="0"/>
          </a:p>
          <a:p>
            <a:pPr lvl="1">
              <a:buFont typeface="Wingdings" pitchFamily="2" charset="2"/>
              <a:buChar char="Ø"/>
            </a:pPr>
            <a:r>
              <a:rPr lang="en-US" altLang="zh-CN" dirty="0"/>
              <a:t>#</a:t>
            </a:r>
            <a:r>
              <a:rPr lang="en-US" altLang="zh-CN" dirty="0" err="1"/>
              <a:t>ifndef</a:t>
            </a:r>
            <a:endParaRPr lang="en-US" altLang="zh-CN" dirty="0"/>
          </a:p>
          <a:p>
            <a:pPr lvl="1">
              <a:buFont typeface="Wingdings" pitchFamily="2" charset="2"/>
              <a:buChar char="Ø"/>
            </a:pPr>
            <a:r>
              <a:rPr lang="en-US" altLang="zh-CN" dirty="0"/>
              <a:t>#else</a:t>
            </a:r>
          </a:p>
          <a:p>
            <a:pPr lvl="1">
              <a:buFont typeface="Wingdings" pitchFamily="2" charset="2"/>
              <a:buChar char="Ø"/>
            </a:pPr>
            <a:r>
              <a:rPr lang="en-US" altLang="zh-CN" dirty="0"/>
              <a:t>#</a:t>
            </a:r>
            <a:r>
              <a:rPr lang="en-US" altLang="zh-CN" dirty="0" err="1"/>
              <a:t>endif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9787698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   #</a:t>
            </a:r>
            <a:r>
              <a:rPr lang="en-US" altLang="zh-CN" dirty="0" err="1"/>
              <a:t>ifdef</a:t>
            </a:r>
            <a:r>
              <a:rPr lang="en-US" altLang="zh-CN" dirty="0"/>
              <a:t> 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35560" y="1484784"/>
            <a:ext cx="8640960" cy="468632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#</a:t>
            </a:r>
            <a:r>
              <a:rPr lang="en-US" altLang="zh-CN" dirty="0" err="1">
                <a:solidFill>
                  <a:srgbClr val="FF0000"/>
                </a:solidFill>
              </a:rPr>
              <a:t>ifdef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zh-CN" altLang="en-US" dirty="0">
                <a:solidFill>
                  <a:srgbClr val="FF0000"/>
                </a:solidFill>
              </a:rPr>
              <a:t>标识符 </a:t>
            </a:r>
          </a:p>
          <a:p>
            <a:pPr marL="0" indent="0">
              <a:buNone/>
            </a:pPr>
            <a:r>
              <a:rPr lang="zh-CN" altLang="en-US" dirty="0">
                <a:solidFill>
                  <a:srgbClr val="FF0000"/>
                </a:solidFill>
              </a:rPr>
              <a:t>  程序段</a:t>
            </a:r>
            <a:r>
              <a:rPr lang="en-US" altLang="zh-CN" dirty="0">
                <a:solidFill>
                  <a:srgbClr val="FF0000"/>
                </a:solidFill>
              </a:rPr>
              <a:t>1 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#else 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  </a:t>
            </a:r>
            <a:r>
              <a:rPr lang="zh-CN" altLang="en-US" dirty="0">
                <a:solidFill>
                  <a:srgbClr val="FF0000"/>
                </a:solidFill>
              </a:rPr>
              <a:t>程序段</a:t>
            </a:r>
            <a:r>
              <a:rPr lang="en-US" altLang="zh-CN" dirty="0">
                <a:solidFill>
                  <a:srgbClr val="FF0000"/>
                </a:solidFill>
              </a:rPr>
              <a:t>2 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#</a:t>
            </a:r>
            <a:r>
              <a:rPr lang="en-US" altLang="zh-CN" dirty="0" err="1">
                <a:solidFill>
                  <a:srgbClr val="FF0000"/>
                </a:solidFill>
              </a:rPr>
              <a:t>endif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</a:p>
          <a:p>
            <a:pPr marL="0" indent="0">
              <a:buNone/>
            </a:pPr>
            <a:r>
              <a:rPr lang="zh-CN" altLang="en-US" dirty="0"/>
              <a:t>功能：</a:t>
            </a:r>
            <a:r>
              <a:rPr lang="zh-CN" altLang="en-US" dirty="0">
                <a:solidFill>
                  <a:srgbClr val="FF0000"/>
                </a:solidFill>
              </a:rPr>
              <a:t>如果标识符已被</a:t>
            </a:r>
            <a:r>
              <a:rPr lang="en-US" altLang="zh-CN" dirty="0">
                <a:solidFill>
                  <a:srgbClr val="FF0000"/>
                </a:solidFill>
              </a:rPr>
              <a:t>#define</a:t>
            </a:r>
            <a:r>
              <a:rPr lang="zh-CN" altLang="en-US" dirty="0">
                <a:solidFill>
                  <a:srgbClr val="FF0000"/>
                </a:solidFill>
              </a:rPr>
              <a:t>定义过，则对程序段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进行编译，否则对程序段</a:t>
            </a:r>
            <a:r>
              <a:rPr lang="en-US" altLang="zh-CN" dirty="0">
                <a:solidFill>
                  <a:srgbClr val="FF0000"/>
                </a:solidFill>
              </a:rPr>
              <a:t>2</a:t>
            </a:r>
            <a:r>
              <a:rPr lang="zh-CN" altLang="en-US" dirty="0">
                <a:solidFill>
                  <a:srgbClr val="FF0000"/>
                </a:solidFill>
              </a:rPr>
              <a:t>进行编译。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格式中的</a:t>
            </a:r>
            <a:r>
              <a:rPr lang="en-US" altLang="zh-CN" dirty="0"/>
              <a:t>#else</a:t>
            </a:r>
            <a:r>
              <a:rPr lang="zh-CN" altLang="en-US" dirty="0"/>
              <a:t>部分可以没有，即：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#</a:t>
            </a:r>
            <a:r>
              <a:rPr lang="en-US" altLang="zh-CN" dirty="0" err="1">
                <a:solidFill>
                  <a:srgbClr val="FF0000"/>
                </a:solidFill>
              </a:rPr>
              <a:t>ifdef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zh-CN" altLang="en-US" dirty="0">
                <a:solidFill>
                  <a:srgbClr val="FF0000"/>
                </a:solidFill>
              </a:rPr>
              <a:t>标识符       </a:t>
            </a:r>
          </a:p>
          <a:p>
            <a:pPr marL="0" indent="0">
              <a:buNone/>
            </a:pPr>
            <a:r>
              <a:rPr lang="zh-CN" altLang="en-US" dirty="0">
                <a:solidFill>
                  <a:srgbClr val="FF0000"/>
                </a:solidFill>
              </a:rPr>
              <a:t>  程序段 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#</a:t>
            </a:r>
            <a:r>
              <a:rPr lang="en-US" altLang="zh-CN" dirty="0" err="1">
                <a:solidFill>
                  <a:srgbClr val="FF0000"/>
                </a:solidFill>
              </a:rPr>
              <a:t>endif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46081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#</a:t>
            </a:r>
            <a:r>
              <a:rPr lang="en-US" altLang="zh-CN" dirty="0" err="1"/>
              <a:t>ifndef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63552" y="1600200"/>
            <a:ext cx="8856984" cy="4686320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#</a:t>
            </a:r>
            <a:r>
              <a:rPr lang="en-US" altLang="zh-CN" dirty="0" err="1">
                <a:solidFill>
                  <a:srgbClr val="FF0000"/>
                </a:solidFill>
              </a:rPr>
              <a:t>ifndef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zh-CN" altLang="en-US" dirty="0">
                <a:solidFill>
                  <a:srgbClr val="FF0000"/>
                </a:solidFill>
              </a:rPr>
              <a:t>标识符 </a:t>
            </a:r>
          </a:p>
          <a:p>
            <a:pPr marL="0" indent="0">
              <a:buNone/>
            </a:pPr>
            <a:r>
              <a:rPr lang="zh-CN" altLang="en-US" dirty="0">
                <a:solidFill>
                  <a:srgbClr val="FF0000"/>
                </a:solidFill>
              </a:rPr>
              <a:t>  程序段</a:t>
            </a:r>
            <a:r>
              <a:rPr lang="en-US" altLang="zh-CN" dirty="0">
                <a:solidFill>
                  <a:srgbClr val="FF0000"/>
                </a:solidFill>
              </a:rPr>
              <a:t>1 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#else 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  </a:t>
            </a:r>
            <a:r>
              <a:rPr lang="zh-CN" altLang="en-US" dirty="0">
                <a:solidFill>
                  <a:srgbClr val="FF0000"/>
                </a:solidFill>
              </a:rPr>
              <a:t>程序段</a:t>
            </a:r>
            <a:r>
              <a:rPr lang="en-US" altLang="zh-CN" dirty="0">
                <a:solidFill>
                  <a:srgbClr val="FF0000"/>
                </a:solidFill>
              </a:rPr>
              <a:t>2 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#</a:t>
            </a:r>
            <a:r>
              <a:rPr lang="en-US" altLang="zh-CN" dirty="0" err="1">
                <a:solidFill>
                  <a:srgbClr val="FF0000"/>
                </a:solidFill>
              </a:rPr>
              <a:t>endif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</a:p>
          <a:p>
            <a:pPr marL="0" indent="0">
              <a:buNone/>
            </a:pPr>
            <a:r>
              <a:rPr lang="zh-CN" altLang="en-US" dirty="0"/>
              <a:t>功能与</a:t>
            </a:r>
            <a:r>
              <a:rPr lang="en-US" altLang="zh-CN" dirty="0" err="1"/>
              <a:t>ifdef</a:t>
            </a:r>
            <a:r>
              <a:rPr lang="zh-CN" altLang="en-US" dirty="0"/>
              <a:t>形式的功能正好相反</a:t>
            </a:r>
          </a:p>
        </p:txBody>
      </p:sp>
    </p:spTree>
    <p:extLst>
      <p:ext uri="{BB962C8B-B14F-4D97-AF65-F5344CB8AC3E}">
        <p14:creationId xmlns:p14="http://schemas.microsoft.com/office/powerpoint/2010/main" val="20103980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</a:t>
            </a:r>
            <a:r>
              <a:rPr lang="zh-CN" altLang="en-US" dirty="0"/>
              <a:t>、</a:t>
            </a:r>
            <a:r>
              <a:rPr lang="en-US" altLang="zh-CN" dirty="0"/>
              <a:t>#if </a:t>
            </a:r>
            <a:r>
              <a:rPr lang="zh-CN" altLang="en-US" dirty="0"/>
              <a:t>常量表达式 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11624" y="1600200"/>
            <a:ext cx="8208912" cy="468632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#if </a:t>
            </a:r>
            <a:r>
              <a:rPr lang="zh-CN" altLang="en-US" dirty="0">
                <a:solidFill>
                  <a:srgbClr val="FF0000"/>
                </a:solidFill>
              </a:rPr>
              <a:t>常量表达式 </a:t>
            </a:r>
          </a:p>
          <a:p>
            <a:pPr marL="0" indent="0">
              <a:buNone/>
            </a:pPr>
            <a:r>
              <a:rPr lang="zh-CN" altLang="en-US" dirty="0">
                <a:solidFill>
                  <a:srgbClr val="FF0000"/>
                </a:solidFill>
              </a:rPr>
              <a:t>  程序段</a:t>
            </a:r>
            <a:r>
              <a:rPr lang="en-US" altLang="zh-CN" dirty="0">
                <a:solidFill>
                  <a:srgbClr val="FF0000"/>
                </a:solidFill>
              </a:rPr>
              <a:t>1 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#else 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  </a:t>
            </a:r>
            <a:r>
              <a:rPr lang="zh-CN" altLang="en-US" dirty="0">
                <a:solidFill>
                  <a:srgbClr val="FF0000"/>
                </a:solidFill>
              </a:rPr>
              <a:t>程序段</a:t>
            </a:r>
            <a:r>
              <a:rPr lang="en-US" altLang="zh-CN" dirty="0">
                <a:solidFill>
                  <a:srgbClr val="FF0000"/>
                </a:solidFill>
              </a:rPr>
              <a:t>2 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#</a:t>
            </a:r>
            <a:r>
              <a:rPr lang="en-US" altLang="zh-CN" dirty="0" err="1">
                <a:solidFill>
                  <a:srgbClr val="FF0000"/>
                </a:solidFill>
              </a:rPr>
              <a:t>endif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</a:p>
          <a:p>
            <a:pPr marL="0" indent="0">
              <a:buNone/>
            </a:pPr>
            <a:r>
              <a:rPr lang="zh-CN" altLang="en-US" dirty="0"/>
              <a:t>功能：如果常量表达式的值为真（非</a:t>
            </a:r>
            <a:r>
              <a:rPr lang="en-US" altLang="zh-CN" dirty="0"/>
              <a:t>0</a:t>
            </a:r>
            <a:r>
              <a:rPr lang="zh-CN" altLang="en-US" dirty="0"/>
              <a:t>），则对程序段</a:t>
            </a:r>
            <a:r>
              <a:rPr lang="en-US" altLang="zh-CN" dirty="0"/>
              <a:t>1</a:t>
            </a:r>
            <a:r>
              <a:rPr lang="zh-CN" altLang="en-US" dirty="0"/>
              <a:t>进行编译，否则对程序段</a:t>
            </a:r>
            <a:r>
              <a:rPr lang="en-US" altLang="zh-CN" dirty="0"/>
              <a:t>2</a:t>
            </a:r>
            <a:r>
              <a:rPr lang="zh-CN" altLang="en-US" dirty="0"/>
              <a:t>进行编译，因此可以使程序在不同条件下，完成不同的功能。 </a:t>
            </a:r>
          </a:p>
        </p:txBody>
      </p:sp>
    </p:spTree>
    <p:extLst>
      <p:ext uri="{BB962C8B-B14F-4D97-AF65-F5344CB8AC3E}">
        <p14:creationId xmlns:p14="http://schemas.microsoft.com/office/powerpoint/2010/main" val="14456167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9379FF8-F2B6-44C8-AA37-BF110F5FDE88}"/>
              </a:ext>
            </a:extLst>
          </p:cNvPr>
          <p:cNvSpPr txBox="1"/>
          <p:nvPr/>
        </p:nvSpPr>
        <p:spPr>
          <a:xfrm>
            <a:off x="551384" y="181957"/>
            <a:ext cx="6336704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#include</a:t>
            </a:r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3200">
                <a:solidFill>
                  <a:srgbClr val="A315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&lt;stdio.h&gt;</a:t>
            </a:r>
            <a:endParaRPr lang="en-US" altLang="zh-CN" sz="320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32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#define</a:t>
            </a:r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M </a:t>
            </a:r>
          </a:p>
          <a:p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main()</a:t>
            </a:r>
          </a:p>
          <a:p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{ </a:t>
            </a:r>
          </a:p>
          <a:p>
            <a:r>
              <a:rPr lang="en-US" altLang="zh-CN" sz="32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int</a:t>
            </a:r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a,b;</a:t>
            </a:r>
          </a:p>
          <a:p>
            <a:r>
              <a:rPr lang="en-US" altLang="zh-CN" sz="32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#ifdef</a:t>
            </a:r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M</a:t>
            </a:r>
          </a:p>
          <a:p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a=10,b=20;</a:t>
            </a:r>
          </a:p>
          <a:p>
            <a:r>
              <a:rPr lang="en-US" altLang="zh-CN" sz="32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#else</a:t>
            </a:r>
            <a:endParaRPr lang="en-US" altLang="zh-CN" sz="320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a=100,b=200;</a:t>
            </a:r>
          </a:p>
          <a:p>
            <a:r>
              <a:rPr lang="en-US" altLang="zh-CN" sz="32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#endif</a:t>
            </a:r>
            <a:r>
              <a:rPr lang="pt-BR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printf(</a:t>
            </a:r>
            <a:r>
              <a:rPr lang="pt-BR" altLang="zh-CN" sz="3200">
                <a:solidFill>
                  <a:srgbClr val="A315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"a=%d,b=%d\n"</a:t>
            </a:r>
            <a:r>
              <a:rPr lang="pt-BR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,a,b);</a:t>
            </a:r>
          </a:p>
          <a:p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}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3DDFF61-8DA8-43A4-9484-EDCD282C8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5877" y="1628800"/>
            <a:ext cx="5424739" cy="208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4050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9379FF8-F2B6-44C8-AA37-BF110F5FDE88}"/>
              </a:ext>
            </a:extLst>
          </p:cNvPr>
          <p:cNvSpPr txBox="1"/>
          <p:nvPr/>
        </p:nvSpPr>
        <p:spPr>
          <a:xfrm>
            <a:off x="551384" y="181957"/>
            <a:ext cx="6336704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#include</a:t>
            </a:r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3200">
                <a:solidFill>
                  <a:srgbClr val="A315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&lt;stdio.h&gt;</a:t>
            </a:r>
            <a:endParaRPr lang="en-US" altLang="zh-CN" sz="320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32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#define</a:t>
            </a:r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M </a:t>
            </a:r>
          </a:p>
          <a:p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main()</a:t>
            </a:r>
          </a:p>
          <a:p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{ </a:t>
            </a:r>
          </a:p>
          <a:p>
            <a:r>
              <a:rPr lang="en-US" altLang="zh-CN" sz="32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int</a:t>
            </a:r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a,b;</a:t>
            </a:r>
          </a:p>
          <a:p>
            <a:r>
              <a:rPr lang="en-US" altLang="zh-CN" sz="32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#if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en-US" altLang="zh-CN" sz="32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def</a:t>
            </a:r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M</a:t>
            </a:r>
          </a:p>
          <a:p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a=10,b=20;</a:t>
            </a:r>
          </a:p>
          <a:p>
            <a:r>
              <a:rPr lang="en-US" altLang="zh-CN" sz="32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#else</a:t>
            </a:r>
            <a:endParaRPr lang="en-US" altLang="zh-CN" sz="320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a=100,b=200;</a:t>
            </a:r>
          </a:p>
          <a:p>
            <a:r>
              <a:rPr lang="en-US" altLang="zh-CN" sz="32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#endif</a:t>
            </a:r>
            <a:endParaRPr lang="en-US" altLang="zh-CN" sz="320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pt-BR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printf(</a:t>
            </a:r>
            <a:r>
              <a:rPr lang="pt-BR" altLang="zh-CN" sz="3200">
                <a:solidFill>
                  <a:srgbClr val="A315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"a=%d,b=%d\n"</a:t>
            </a:r>
            <a:r>
              <a:rPr lang="pt-BR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,a,b);</a:t>
            </a:r>
          </a:p>
          <a:p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}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37B1451-C758-420C-BD1B-F714183EBD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056" y="1412776"/>
            <a:ext cx="5265487" cy="208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7248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9379FF8-F2B6-44C8-AA37-BF110F5FDE88}"/>
              </a:ext>
            </a:extLst>
          </p:cNvPr>
          <p:cNvSpPr txBox="1"/>
          <p:nvPr/>
        </p:nvSpPr>
        <p:spPr>
          <a:xfrm>
            <a:off x="551384" y="181957"/>
            <a:ext cx="6336704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#include</a:t>
            </a:r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3200">
                <a:solidFill>
                  <a:srgbClr val="A315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&lt;stdio.h&gt;</a:t>
            </a:r>
            <a:endParaRPr lang="en-US" altLang="zh-CN" sz="320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32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#define</a:t>
            </a:r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M 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  <a:p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main()</a:t>
            </a:r>
          </a:p>
          <a:p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{ </a:t>
            </a:r>
          </a:p>
          <a:p>
            <a:r>
              <a:rPr lang="en-US" altLang="zh-CN" sz="32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int</a:t>
            </a:r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a,b;</a:t>
            </a:r>
          </a:p>
          <a:p>
            <a:r>
              <a:rPr lang="en-US" altLang="zh-CN" sz="32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#if</a:t>
            </a:r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M</a:t>
            </a:r>
          </a:p>
          <a:p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a=10,b=20;</a:t>
            </a:r>
          </a:p>
          <a:p>
            <a:r>
              <a:rPr lang="en-US" altLang="zh-CN" sz="32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#else</a:t>
            </a:r>
            <a:endParaRPr lang="en-US" altLang="zh-CN" sz="320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a=100,b=200;</a:t>
            </a:r>
          </a:p>
          <a:p>
            <a:r>
              <a:rPr lang="en-US" altLang="zh-CN" sz="32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#endif</a:t>
            </a:r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#define MIC</a:t>
            </a:r>
          </a:p>
          <a:p>
            <a:r>
              <a:rPr lang="pt-BR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printf(</a:t>
            </a:r>
            <a:r>
              <a:rPr lang="pt-BR" altLang="zh-CN" sz="3200">
                <a:solidFill>
                  <a:srgbClr val="A315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"a=%d,b=%d\n"</a:t>
            </a:r>
            <a:r>
              <a:rPr lang="pt-BR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,a,b);</a:t>
            </a:r>
          </a:p>
          <a:p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}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6B23B78-8D58-4F8A-9423-FC97BD055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0088" y="1772816"/>
            <a:ext cx="5424739" cy="208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5106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9379FF8-F2B6-44C8-AA37-BF110F5FDE88}"/>
              </a:ext>
            </a:extLst>
          </p:cNvPr>
          <p:cNvSpPr txBox="1"/>
          <p:nvPr/>
        </p:nvSpPr>
        <p:spPr>
          <a:xfrm>
            <a:off x="551384" y="181957"/>
            <a:ext cx="6336704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#include</a:t>
            </a:r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3200">
                <a:solidFill>
                  <a:srgbClr val="A315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&lt;stdio.h&gt;</a:t>
            </a:r>
            <a:endParaRPr lang="en-US" altLang="zh-CN" sz="320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32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#define</a:t>
            </a:r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M  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</a:p>
          <a:p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main()</a:t>
            </a:r>
          </a:p>
          <a:p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{ </a:t>
            </a:r>
          </a:p>
          <a:p>
            <a:r>
              <a:rPr lang="en-US" altLang="zh-CN" sz="32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int</a:t>
            </a:r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a,b;</a:t>
            </a:r>
          </a:p>
          <a:p>
            <a:r>
              <a:rPr lang="en-US" altLang="zh-CN" sz="32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#if</a:t>
            </a:r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M</a:t>
            </a:r>
          </a:p>
          <a:p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a=10,b=20;</a:t>
            </a:r>
          </a:p>
          <a:p>
            <a:r>
              <a:rPr lang="en-US" altLang="zh-CN" sz="32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#else</a:t>
            </a:r>
            <a:endParaRPr lang="en-US" altLang="zh-CN" sz="320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a=100,b=200;</a:t>
            </a:r>
          </a:p>
          <a:p>
            <a:r>
              <a:rPr lang="en-US" altLang="zh-CN" sz="32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#endif</a:t>
            </a:r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#define MIC</a:t>
            </a:r>
          </a:p>
          <a:p>
            <a:r>
              <a:rPr lang="pt-BR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printf(</a:t>
            </a:r>
            <a:r>
              <a:rPr lang="pt-BR" altLang="zh-CN" sz="3200">
                <a:solidFill>
                  <a:srgbClr val="A315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"a=%d,b=%d\n"</a:t>
            </a:r>
            <a:r>
              <a:rPr lang="pt-BR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,a,b);</a:t>
            </a:r>
          </a:p>
          <a:p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}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37B1451-C758-420C-BD1B-F714183EBD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056" y="1412776"/>
            <a:ext cx="5265487" cy="208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2598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说明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03512" y="1600200"/>
            <a:ext cx="8352928" cy="4686320"/>
          </a:xfrm>
        </p:spPr>
        <p:txBody>
          <a:bodyPr/>
          <a:lstStyle/>
          <a:p>
            <a:r>
              <a:rPr lang="zh-CN" altLang="en-US" dirty="0"/>
              <a:t>上面介绍的条件编译实现的逻辑也可以用条件语句来实现，但是用条件语句将会对整个源程序进行编译，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生成的目标代码程序较长，运行时间也较长</a:t>
            </a:r>
            <a:endParaRPr lang="en-US" altLang="zh-CN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CN" altLang="en-US" dirty="0"/>
              <a:t>采用条件编译则根据条件只编译其中的程序段</a:t>
            </a:r>
            <a:r>
              <a:rPr lang="en-US" altLang="zh-CN" dirty="0"/>
              <a:t>1</a:t>
            </a:r>
            <a:r>
              <a:rPr lang="zh-CN" altLang="en-US" dirty="0"/>
              <a:t>或程序段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生成的目标程序较短。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833547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以下关于文件包含的说法中错误的是</a:t>
            </a:r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3223592" y="2492896"/>
            <a:ext cx="683284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文件包含是指一个源文件可以将另一个源文件的全部内容包含进来。</a:t>
            </a: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3223592" y="3350146"/>
            <a:ext cx="683284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文件包含处理命令的格式为＃</a:t>
            </a:r>
            <a:r>
              <a:rPr lang="en-US" altLang="zh-CN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include“</a:t>
            </a:r>
            <a:r>
              <a:rPr lang="zh-CN" altLang="en-US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包含文件名”或＃</a:t>
            </a:r>
            <a:r>
              <a:rPr lang="en-US" altLang="zh-CN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include &lt;</a:t>
            </a:r>
            <a:r>
              <a:rPr lang="zh-CN" altLang="en-US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包含文件名</a:t>
            </a:r>
            <a:r>
              <a:rPr lang="en-US" altLang="zh-CN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&gt;</a:t>
            </a: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3223592" y="4207396"/>
            <a:ext cx="683284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一条包含命令可以指定多个被包含文件</a:t>
            </a:r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3223592" y="5064646"/>
            <a:ext cx="683284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文件包含可以嵌套，即被包含文件中又包含另一个文件。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509217" y="2557189"/>
            <a:ext cx="549068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4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4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509217" y="3414439"/>
            <a:ext cx="549068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4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4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509217" y="4271689"/>
            <a:ext cx="549068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4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4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509217" y="5128939"/>
            <a:ext cx="549068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4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4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60101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在文件包含预处理语句的中，被包含文件名用“</a:t>
            </a:r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&lt; &gt;”</a:t>
            </a:r>
            <a:r>
              <a:rPr lang="zh-CN" altLang="en-US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括起时，寻找被包含文件的方式是（    ）</a:t>
            </a:r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3223592" y="2492896"/>
            <a:ext cx="683284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直接按系统设定的标准方式</a:t>
            </a:r>
            <a:r>
              <a:rPr lang="zh-CN" altLang="en-US" sz="24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搜索目录，即</a:t>
            </a:r>
            <a:r>
              <a:rPr lang="zh-CN" altLang="en-US"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  <a:ea typeface="Microsoft Yahei"/>
                <a:sym typeface="Microsoft Yahei"/>
              </a:rPr>
              <a:t>安装文件夹的子文件</a:t>
            </a:r>
            <a:r>
              <a:rPr lang="en-US" altLang="zh-CN"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  <a:ea typeface="Microsoft Yahei"/>
                <a:sym typeface="Microsoft Yahei"/>
              </a:rPr>
              <a:t>include</a:t>
            </a:r>
            <a:r>
              <a:rPr lang="zh-CN" altLang="en-US"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  <a:ea typeface="Microsoft Yahei"/>
                <a:sym typeface="Microsoft Yahei"/>
              </a:rPr>
              <a:t>里搜</a:t>
            </a:r>
            <a:r>
              <a:rPr lang="zh-CN" altLang="en-US" sz="24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。</a:t>
            </a:r>
            <a:endParaRPr lang="zh-CN" altLang="en-US" sz="24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3223592" y="3350146"/>
            <a:ext cx="683284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先在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  <a:ea typeface="Microsoft Yahei"/>
                <a:sym typeface="Microsoft Yahei"/>
              </a:rPr>
              <a:t>源程序所在目录</a:t>
            </a:r>
            <a:r>
              <a:rPr lang="zh-CN" altLang="en-US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搜索，再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  <a:ea typeface="Microsoft Yahei"/>
                <a:sym typeface="Microsoft Yahei"/>
              </a:rPr>
              <a:t>按系统设定的标准方式搜索</a:t>
            </a:r>
            <a:endParaRPr lang="en-US" altLang="zh-CN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3223592" y="4207396"/>
            <a:ext cx="683284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仅仅在源程序所在目录搜索</a:t>
            </a:r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3223592" y="5064646"/>
            <a:ext cx="683284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仅仅搜索当前目录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509217" y="2557189"/>
            <a:ext cx="549068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4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4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509217" y="3414439"/>
            <a:ext cx="549068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4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4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509217" y="4271689"/>
            <a:ext cx="549068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4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4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509217" y="5128939"/>
            <a:ext cx="549068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4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4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569239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在宏定义 </a:t>
            </a:r>
            <a:r>
              <a:rPr lang="en-US" altLang="zh-CN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  <a:ea typeface="Microsoft Yahei"/>
                <a:sym typeface="Microsoft Yahei"/>
              </a:rPr>
              <a:t>#define  A  xxx </a:t>
            </a:r>
            <a:r>
              <a:rPr lang="zh-CN" altLang="en-US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中，宏名</a:t>
            </a:r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A</a:t>
            </a:r>
            <a:r>
              <a:rPr lang="zh-CN" altLang="en-US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代替一个（    ）。</a:t>
            </a:r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单精度数</a:t>
            </a: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双精度数</a:t>
            </a: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常量</a:t>
            </a:r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3352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字符串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2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2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2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2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2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2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54221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2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2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471763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以下叙述正确的是</a:t>
            </a:r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可以把</a:t>
            </a:r>
            <a:r>
              <a:rPr lang="en-US" altLang="zh-CN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define</a:t>
            </a:r>
            <a:r>
              <a:rPr lang="zh-CN" altLang="en-US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和</a:t>
            </a:r>
            <a:r>
              <a:rPr lang="en-US" altLang="zh-CN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if</a:t>
            </a:r>
            <a:r>
              <a:rPr lang="zh-CN" altLang="en-US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定义为用户标识符。</a:t>
            </a: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可以把</a:t>
            </a:r>
            <a:r>
              <a:rPr lang="en-US" altLang="zh-CN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define</a:t>
            </a:r>
            <a:r>
              <a:rPr lang="zh-CN" altLang="en-US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定义为用户标识符，但不能把</a:t>
            </a:r>
            <a:r>
              <a:rPr lang="en-US" altLang="zh-CN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if</a:t>
            </a:r>
            <a:r>
              <a:rPr lang="zh-CN" altLang="en-US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定义为用户标识符</a:t>
            </a: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可以把</a:t>
            </a:r>
            <a:r>
              <a:rPr lang="en-US" altLang="zh-CN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if</a:t>
            </a:r>
            <a:r>
              <a:rPr lang="zh-CN" altLang="en-US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定义为用户标识符，但不能把</a:t>
            </a:r>
            <a:r>
              <a:rPr lang="en-US" altLang="zh-CN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define</a:t>
            </a:r>
            <a:r>
              <a:rPr lang="zh-CN" altLang="en-US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定义不用户标识符</a:t>
            </a:r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3352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define</a:t>
            </a:r>
            <a:r>
              <a:rPr lang="zh-CN" altLang="en-US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和</a:t>
            </a:r>
            <a:r>
              <a:rPr lang="en-US" altLang="zh-CN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if</a:t>
            </a:r>
            <a:r>
              <a:rPr lang="zh-CN" altLang="en-US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都不能定义为用户标识符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2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2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2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2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2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2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2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2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724687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>
            <p:custDataLst>
              <p:tags r:id="rId2"/>
            </p:custDataLst>
          </p:nvPr>
        </p:nvSpPr>
        <p:spPr>
          <a:xfrm>
            <a:off x="2438400" y="635000"/>
            <a:ext cx="7315200" cy="3658096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以下程序的输出结果是 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#define M(</a:t>
            </a:r>
            <a:r>
              <a:rPr lang="en-US" altLang="zh-CN" sz="2600" dirty="0" err="1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x,y,z</a:t>
            </a:r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) x*y+z 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main() </a:t>
            </a:r>
          </a:p>
          <a:p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{ </a:t>
            </a:r>
          </a:p>
          <a:p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  int </a:t>
            </a:r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a=1,b=2, c=3; 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  printf(“%d\n”, M(</a:t>
            </a:r>
            <a:r>
              <a:rPr lang="en-US" altLang="zh-CN" sz="2600" dirty="0" err="1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a+b,b+c</a:t>
            </a:r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, </a:t>
            </a:r>
            <a:r>
              <a:rPr lang="en-US" altLang="zh-CN" sz="2600" dirty="0" err="1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c+a</a:t>
            </a:r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)); </a:t>
            </a:r>
          </a:p>
          <a:p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} </a:t>
            </a:r>
            <a:endParaRPr lang="en-US" altLang="zh-CN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5" name="TextBox 4"/>
          <p:cNvSpPr txBox="1"/>
          <p:nvPr>
            <p:custDataLst>
              <p:tags r:id="rId3"/>
            </p:custDataLst>
          </p:nvPr>
        </p:nvSpPr>
        <p:spPr>
          <a:xfrm>
            <a:off x="2895600" y="4475885"/>
            <a:ext cx="281520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19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6" name="TextBox 5"/>
          <p:cNvSpPr txBox="1"/>
          <p:nvPr>
            <p:custDataLst>
              <p:tags r:id="rId4"/>
            </p:custDataLst>
          </p:nvPr>
        </p:nvSpPr>
        <p:spPr>
          <a:xfrm>
            <a:off x="2895600" y="5333135"/>
            <a:ext cx="281520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15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7" name="TextBox 6"/>
          <p:cNvSpPr txBox="1"/>
          <p:nvPr>
            <p:custDataLst>
              <p:tags r:id="rId5"/>
            </p:custDataLst>
          </p:nvPr>
        </p:nvSpPr>
        <p:spPr>
          <a:xfrm>
            <a:off x="7448183" y="4465959"/>
            <a:ext cx="281520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17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8" name="TextBox 7"/>
          <p:cNvSpPr txBox="1"/>
          <p:nvPr>
            <p:custDataLst>
              <p:tags r:id="rId6"/>
            </p:custDataLst>
          </p:nvPr>
        </p:nvSpPr>
        <p:spPr>
          <a:xfrm>
            <a:off x="7448183" y="5323209"/>
            <a:ext cx="281520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12</a:t>
            </a: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181225" y="4540178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6733808" y="4540179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181225" y="5397429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6733808" y="5387502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圆角矩形 12"/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18" name="组合 17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4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/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</a:p>
          </p:txBody>
        </p:sp>
        <p:sp>
          <p:nvSpPr>
            <p:cNvPr id="17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3" name="图片 2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753522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>
            <p:custDataLst>
              <p:tags r:id="rId2"/>
            </p:custDataLst>
          </p:nvPr>
        </p:nvSpPr>
        <p:spPr>
          <a:xfrm>
            <a:off x="2438400" y="635000"/>
            <a:ext cx="7315200" cy="3658096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有以下程序 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# define f(x) (x*x)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main() 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{ int i1, i2; 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  i1=f(8)/f(4) ; 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  i2=f(4+4)/f(2+2) ; 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  printf("%d, %d\n",i1,i2</a:t>
            </a:r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); </a:t>
            </a:r>
          </a:p>
          <a:p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} </a:t>
            </a:r>
            <a:endParaRPr lang="en-US" altLang="zh-CN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  <a:p>
            <a:r>
              <a:rPr lang="zh-CN" altLang="en-US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程序运行后的输出结果是</a:t>
            </a:r>
            <a:endParaRPr lang="en-US" altLang="zh-CN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5" name="TextBox 4"/>
          <p:cNvSpPr txBox="1"/>
          <p:nvPr>
            <p:custDataLst>
              <p:tags r:id="rId3"/>
            </p:custDataLst>
          </p:nvPr>
        </p:nvSpPr>
        <p:spPr>
          <a:xfrm>
            <a:off x="2895600" y="4475885"/>
            <a:ext cx="281520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64, 28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6" name="TextBox 5"/>
          <p:cNvSpPr txBox="1"/>
          <p:nvPr>
            <p:custDataLst>
              <p:tags r:id="rId4"/>
            </p:custDataLst>
          </p:nvPr>
        </p:nvSpPr>
        <p:spPr>
          <a:xfrm>
            <a:off x="2895600" y="5333135"/>
            <a:ext cx="281520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4, 3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7" name="TextBox 6"/>
          <p:cNvSpPr txBox="1"/>
          <p:nvPr>
            <p:custDataLst>
              <p:tags r:id="rId5"/>
            </p:custDataLst>
          </p:nvPr>
        </p:nvSpPr>
        <p:spPr>
          <a:xfrm>
            <a:off x="7448183" y="4465959"/>
            <a:ext cx="281520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4, 4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8" name="TextBox 7"/>
          <p:cNvSpPr txBox="1"/>
          <p:nvPr>
            <p:custDataLst>
              <p:tags r:id="rId6"/>
            </p:custDataLst>
          </p:nvPr>
        </p:nvSpPr>
        <p:spPr>
          <a:xfrm>
            <a:off x="7448183" y="5323209"/>
            <a:ext cx="281520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64, 64</a:t>
            </a: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181225" y="4540178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6733808" y="4540179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181225" y="5397429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6733808" y="5387502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圆角矩形 12"/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18" name="组合 17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4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/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</a:p>
          </p:txBody>
        </p:sp>
        <p:sp>
          <p:nvSpPr>
            <p:cNvPr id="17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3" name="图片 2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461625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2895600" y="4475885"/>
            <a:ext cx="281520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5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2895600" y="5333135"/>
            <a:ext cx="281520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7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7448183" y="4465959"/>
            <a:ext cx="281520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6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7448183" y="5323209"/>
            <a:ext cx="281520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8</a:t>
            </a: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2181225" y="4540178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6733808" y="4540179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181225" y="5397429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6733808" y="5387502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圆角矩形 12"/>
          <p:cNvSpPr/>
          <p:nvPr>
            <p:custDataLst>
              <p:tags r:id="rId10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sp>
        <p:nvSpPr>
          <p:cNvPr id="4" name="TextBox 3"/>
          <p:cNvSpPr txBox="1"/>
          <p:nvPr>
            <p:custDataLst>
              <p:tags r:id="rId11"/>
            </p:custDataLst>
          </p:nvPr>
        </p:nvSpPr>
        <p:spPr>
          <a:xfrm>
            <a:off x="2438400" y="231457"/>
            <a:ext cx="7315200" cy="4061639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有如下程序 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#define N 2 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#define M N+1 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#define NUM 2*M+1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main() 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{ int i; 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  for(i=1;i&lt;=</a:t>
            </a:r>
            <a:r>
              <a:rPr lang="en-US" altLang="zh-CN" sz="2600" dirty="0" err="1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NUM;i</a:t>
            </a:r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++)</a:t>
            </a:r>
          </a:p>
          <a:p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       </a:t>
            </a:r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printf(“%d\</a:t>
            </a:r>
            <a:r>
              <a:rPr lang="en-US" altLang="zh-CN" sz="2600" dirty="0" err="1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n”,i</a:t>
            </a:r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); </a:t>
            </a:r>
          </a:p>
          <a:p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} </a:t>
            </a:r>
            <a:endParaRPr lang="en-US" altLang="zh-CN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  <a:p>
            <a:r>
              <a:rPr lang="zh-CN" altLang="en-US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该程序中的</a:t>
            </a:r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for</a:t>
            </a:r>
            <a:r>
              <a:rPr lang="zh-CN" altLang="en-US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循环执行的次数是</a:t>
            </a:r>
            <a:endParaRPr lang="en-US" altLang="zh-CN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grpSp>
        <p:nvGrpSpPr>
          <p:cNvPr id="18" name="组合 17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4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/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</a:p>
          </p:txBody>
        </p:sp>
        <p:sp>
          <p:nvSpPr>
            <p:cNvPr id="17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3" name="图片 2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238045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>
            <p:custDataLst>
              <p:tags r:id="rId2"/>
            </p:custDataLst>
          </p:nvPr>
        </p:nvSpPr>
        <p:spPr>
          <a:xfrm>
            <a:off x="2438400" y="635000"/>
            <a:ext cx="7315200" cy="3658096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#define MAX(x,y) (x)&gt;(y)?(x):(y)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main()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{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  int a=5,b=2,c=3,d=5,t;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  t=MAX(</a:t>
            </a:r>
            <a:r>
              <a:rPr lang="en-US" altLang="zh-CN" sz="2600" dirty="0" err="1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a+b,c+d</a:t>
            </a:r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)*10;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  printf(“%d\</a:t>
            </a:r>
            <a:r>
              <a:rPr lang="en-US" altLang="zh-CN" sz="2600" dirty="0" err="1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n”,t</a:t>
            </a:r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);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}</a:t>
            </a:r>
          </a:p>
        </p:txBody>
      </p:sp>
      <p:sp>
        <p:nvSpPr>
          <p:cNvPr id="5" name="TextBox 4"/>
          <p:cNvSpPr txBox="1"/>
          <p:nvPr>
            <p:custDataLst>
              <p:tags r:id="rId3"/>
            </p:custDataLst>
          </p:nvPr>
        </p:nvSpPr>
        <p:spPr>
          <a:xfrm>
            <a:off x="2895600" y="4475885"/>
            <a:ext cx="281520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70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6" name="TextBox 5"/>
          <p:cNvSpPr txBox="1"/>
          <p:nvPr>
            <p:custDataLst>
              <p:tags r:id="rId4"/>
            </p:custDataLst>
          </p:nvPr>
        </p:nvSpPr>
        <p:spPr>
          <a:xfrm>
            <a:off x="2895600" y="5333135"/>
            <a:ext cx="281520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7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7" name="TextBox 6"/>
          <p:cNvSpPr txBox="1"/>
          <p:nvPr>
            <p:custDataLst>
              <p:tags r:id="rId5"/>
            </p:custDataLst>
          </p:nvPr>
        </p:nvSpPr>
        <p:spPr>
          <a:xfrm>
            <a:off x="7448183" y="4465959"/>
            <a:ext cx="281520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80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8" name="TextBox 7"/>
          <p:cNvSpPr txBox="1"/>
          <p:nvPr>
            <p:custDataLst>
              <p:tags r:id="rId6"/>
            </p:custDataLst>
          </p:nvPr>
        </p:nvSpPr>
        <p:spPr>
          <a:xfrm>
            <a:off x="7448183" y="5323209"/>
            <a:ext cx="281520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8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181225" y="4540178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6733808" y="4540179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181225" y="5397429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6733808" y="5387502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圆角矩形 12"/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18" name="组合 17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4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/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</a:p>
          </p:txBody>
        </p:sp>
        <p:sp>
          <p:nvSpPr>
            <p:cNvPr id="17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3" name="图片 2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23044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5580063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下列程序的输出结果</a:t>
            </a:r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 </a:t>
            </a:r>
            <a:r>
              <a:rPr lang="zh-CN" altLang="en-US" sz="2600" dirty="0">
                <a:solidFill>
                  <a:srgbClr val="639EF4"/>
                </a:solidFill>
                <a:latin typeface="Microsoft Yahei"/>
                <a:ea typeface="Microsoft Yahei"/>
                <a:sym typeface="Microsoft Yahei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Microsoft Yahei"/>
                <a:ea typeface="Microsoft Yahei"/>
                <a:sym typeface="Microsoft Yahei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Microsoft Yahei"/>
                <a:ea typeface="Microsoft Yahei"/>
                <a:sym typeface="Microsoft Yahei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Microsoft Yahei"/>
                <a:ea typeface="Microsoft Yahei"/>
                <a:sym typeface="Microsoft Yahei"/>
              </a:rPr>
              <a:t>1]</a:t>
            </a:r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     </a:t>
            </a:r>
            <a:r>
              <a:rPr lang="zh-CN" altLang="en-US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。 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#define TEST 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main( ) 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{  </a:t>
            </a:r>
          </a:p>
          <a:p>
            <a:pPr lvl="1"/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int x,y;   </a:t>
            </a:r>
            <a:endParaRPr lang="en-US" altLang="zh-CN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  <a:p>
            <a:pPr lvl="1"/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#</a:t>
            </a:r>
            <a:r>
              <a:rPr lang="en-US" altLang="zh-CN" sz="2600" dirty="0" err="1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ifdef</a:t>
            </a:r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 TEST </a:t>
            </a:r>
          </a:p>
          <a:p>
            <a:pPr lvl="1"/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   x=5,y=10;   </a:t>
            </a:r>
          </a:p>
          <a:p>
            <a:pPr lvl="1"/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#else</a:t>
            </a:r>
          </a:p>
          <a:p>
            <a:pPr lvl="1"/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   x=15,y=20; </a:t>
            </a:r>
            <a:endParaRPr lang="en-US" altLang="zh-CN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  <a:p>
            <a:pPr lvl="1"/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#</a:t>
            </a:r>
            <a:r>
              <a:rPr lang="en-US" altLang="zh-CN" sz="2600" dirty="0" err="1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endif</a:t>
            </a:r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 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    </a:t>
            </a:r>
            <a:r>
              <a:rPr lang="en-US" altLang="zh-CN" sz="2600" dirty="0" err="1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printf</a:t>
            </a:r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(“%d,%d\n”,x,y); </a:t>
            </a:r>
            <a:endParaRPr lang="en-US" altLang="zh-CN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}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6" name="圆角矩形 5"/>
          <p:cNvSpPr/>
          <p:nvPr>
            <p:custDataLst>
              <p:tags r:id="rId3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作答</a:t>
            </a:r>
          </a:p>
        </p:txBody>
      </p:sp>
      <p:sp>
        <p:nvSpPr>
          <p:cNvPr id="12" name="矩形 11"/>
          <p:cNvSpPr/>
          <p:nvPr>
            <p:custDataLst>
              <p:tags r:id="rId4"/>
            </p:custDataLst>
          </p:nvPr>
        </p:nvSpPr>
        <p:spPr>
          <a:xfrm>
            <a:off x="1524000" y="5849303"/>
            <a:ext cx="9144000" cy="365760"/>
          </a:xfrm>
          <a:prstGeom prst="rect">
            <a:avLst/>
          </a:prstGeom>
          <a:solidFill>
            <a:srgbClr val="FBFAE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200">
                <a:solidFill>
                  <a:srgbClr val="F84F41"/>
                </a:solidFill>
                <a:latin typeface="Microsoft Yahei"/>
                <a:ea typeface="Microsoft Yahei"/>
                <a:sym typeface="Microsoft Yahei"/>
              </a:rPr>
              <a:t>正常使用填空题需</a:t>
            </a:r>
            <a:r>
              <a:rPr lang="en-US" altLang="zh-CN" sz="1200">
                <a:solidFill>
                  <a:srgbClr val="F84F41"/>
                </a:solidFill>
                <a:latin typeface="Microsoft Yahei"/>
                <a:ea typeface="Microsoft Yahei"/>
                <a:sym typeface="Microsoft Yahei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/>
                <a:ea typeface="Microsoft Yahei"/>
                <a:sym typeface="Microsoft Yahei"/>
              </a:rPr>
              <a:t>以上版本雨课堂</a:t>
            </a: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7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ColorBlock"/>
            <p:cNvSpPr/>
            <p:nvPr>
              <p:custDataLst>
                <p:tags r:id="rId8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填空题</a:t>
              </a:r>
            </a:p>
          </p:txBody>
        </p:sp>
        <p:sp>
          <p:nvSpPr>
            <p:cNvPr id="10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46027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1.0"/>
  <p:tag name="PROBLEMBLANK" val="[{&quot;num&quot;:1,&quot;caseSensitive&quot;:false,&quot;fuzzyMatch&quot;:false,&quot;Score&quot;:1.0,&quot;answers&quot;:[&quot;5,10&quot;]}]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暗香扑面">
  <a:themeElements>
    <a:clrScheme name="暗香扑面">
      <a:dk1>
        <a:sysClr val="windowText" lastClr="000000"/>
      </a:dk1>
      <a:lt1>
        <a:sysClr val="window" lastClr="FFFFFF"/>
      </a:lt1>
      <a:dk2>
        <a:srgbClr val="2F2F2F"/>
      </a:dk2>
      <a:lt2>
        <a:srgbClr val="FFFFF4"/>
      </a:lt2>
      <a:accent1>
        <a:srgbClr val="918415"/>
      </a:accent1>
      <a:accent2>
        <a:srgbClr val="C47546"/>
      </a:accent2>
      <a:accent3>
        <a:srgbClr val="AFB591"/>
      </a:accent3>
      <a:accent4>
        <a:srgbClr val="B9945B"/>
      </a:accent4>
      <a:accent5>
        <a:srgbClr val="85ADBC"/>
      </a:accent5>
      <a:accent6>
        <a:srgbClr val="E5B440"/>
      </a:accent6>
      <a:hlink>
        <a:srgbClr val="00D5D5"/>
      </a:hlink>
      <a:folHlink>
        <a:srgbClr val="DD00DD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0000"/>
                <a:satMod val="1000000"/>
              </a:schemeClr>
            </a:gs>
            <a:gs pos="31000">
              <a:schemeClr val="phClr">
                <a:shade val="85000"/>
                <a:satMod val="450000"/>
              </a:schemeClr>
            </a:gs>
            <a:gs pos="100000">
              <a:schemeClr val="phClr">
                <a:tint val="70000"/>
                <a:satMod val="300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2">
            <a:duotone>
              <a:schemeClr val="phClr">
                <a:tint val="100000"/>
                <a:shade val="70000"/>
                <a:hueMod val="100000"/>
                <a:satMod val="100000"/>
              </a:schemeClr>
              <a:schemeClr val="phClr">
                <a:tint val="90000"/>
                <a:shade val="100000"/>
                <a:hueMod val="100000"/>
                <a:satMod val="10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Fan</Template>
  <TotalTime>2754</TotalTime>
  <Words>2056</Words>
  <Application>Microsoft Office PowerPoint</Application>
  <PresentationFormat>宽屏</PresentationFormat>
  <Paragraphs>371</Paragraphs>
  <Slides>34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7" baseType="lpstr">
      <vt:lpstr>黑体</vt:lpstr>
      <vt:lpstr>华文新魏</vt:lpstr>
      <vt:lpstr>Microsoft Yahei</vt:lpstr>
      <vt:lpstr>新宋体</vt:lpstr>
      <vt:lpstr>Arial</vt:lpstr>
      <vt:lpstr>Calibri</vt:lpstr>
      <vt:lpstr>Comic Sans MS</vt:lpstr>
      <vt:lpstr>Courier New</vt:lpstr>
      <vt:lpstr>Franklin Gothic Book</vt:lpstr>
      <vt:lpstr>Franklin Gothic Medium</vt:lpstr>
      <vt:lpstr>Wingdings</vt:lpstr>
      <vt:lpstr>Wingdings 2</vt:lpstr>
      <vt:lpstr>暗香扑面</vt:lpstr>
      <vt:lpstr>第6章  编译预处理</vt:lpstr>
      <vt:lpstr>简介</vt:lpstr>
      <vt:lpstr>文件包含</vt:lpstr>
      <vt:lpstr>文件包含</vt:lpstr>
      <vt:lpstr>文件包含</vt:lpstr>
      <vt:lpstr>文件包含</vt:lpstr>
      <vt:lpstr>宏定义</vt:lpstr>
      <vt:lpstr>宏定义</vt:lpstr>
      <vt:lpstr>宏定义</vt:lpstr>
      <vt:lpstr>宏定义</vt:lpstr>
      <vt:lpstr>PowerPoint 演示文稿</vt:lpstr>
      <vt:lpstr>宏定义</vt:lpstr>
      <vt:lpstr>PowerPoint 演示文稿</vt:lpstr>
      <vt:lpstr>宏定义</vt:lpstr>
      <vt:lpstr>PowerPoint 演示文稿</vt:lpstr>
      <vt:lpstr>条件编译</vt:lpstr>
      <vt:lpstr>条件编译</vt:lpstr>
      <vt:lpstr>1   #ifdef </vt:lpstr>
      <vt:lpstr>2、#ifndef </vt:lpstr>
      <vt:lpstr>3、#if 常量表达式 </vt:lpstr>
      <vt:lpstr>PowerPoint 演示文稿</vt:lpstr>
      <vt:lpstr>PowerPoint 演示文稿</vt:lpstr>
      <vt:lpstr>PowerPoint 演示文稿</vt:lpstr>
      <vt:lpstr>PowerPoint 演示文稿</vt:lpstr>
      <vt:lpstr>说明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Sky123.Org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第十章 文件</dc:title>
  <dc:creator>wwb</dc:creator>
  <cp:lastModifiedBy>Administrator</cp:lastModifiedBy>
  <cp:revision>74</cp:revision>
  <dcterms:created xsi:type="dcterms:W3CDTF">2019-05-08T21:38:13Z</dcterms:created>
  <dcterms:modified xsi:type="dcterms:W3CDTF">2025-07-22T03:36:27Z</dcterms:modified>
</cp:coreProperties>
</file>