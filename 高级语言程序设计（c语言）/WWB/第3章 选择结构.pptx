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98" r:id="rId2"/>
    <p:sldMasterId id="2147483810" r:id="rId3"/>
    <p:sldMasterId id="2147483999" r:id="rId4"/>
    <p:sldMasterId id="2147484226" r:id="rId5"/>
  </p:sldMasterIdLst>
  <p:notesMasterIdLst>
    <p:notesMasterId r:id="rId59"/>
  </p:notesMasterIdLst>
  <p:sldIdLst>
    <p:sldId id="391" r:id="rId6"/>
    <p:sldId id="365" r:id="rId7"/>
    <p:sldId id="392" r:id="rId8"/>
    <p:sldId id="333" r:id="rId9"/>
    <p:sldId id="393" r:id="rId10"/>
    <p:sldId id="380" r:id="rId11"/>
    <p:sldId id="379" r:id="rId12"/>
    <p:sldId id="361" r:id="rId13"/>
    <p:sldId id="364" r:id="rId14"/>
    <p:sldId id="336" r:id="rId15"/>
    <p:sldId id="337" r:id="rId16"/>
    <p:sldId id="352" r:id="rId17"/>
    <p:sldId id="353" r:id="rId18"/>
    <p:sldId id="397" r:id="rId19"/>
    <p:sldId id="382" r:id="rId20"/>
    <p:sldId id="384" r:id="rId21"/>
    <p:sldId id="385" r:id="rId22"/>
    <p:sldId id="386" r:id="rId23"/>
    <p:sldId id="354" r:id="rId24"/>
    <p:sldId id="338" r:id="rId25"/>
    <p:sldId id="339" r:id="rId26"/>
    <p:sldId id="395" r:id="rId27"/>
    <p:sldId id="396" r:id="rId28"/>
    <p:sldId id="388" r:id="rId29"/>
    <p:sldId id="340" r:id="rId30"/>
    <p:sldId id="398" r:id="rId31"/>
    <p:sldId id="341" r:id="rId32"/>
    <p:sldId id="343" r:id="rId33"/>
    <p:sldId id="344" r:id="rId34"/>
    <p:sldId id="381" r:id="rId35"/>
    <p:sldId id="347" r:id="rId36"/>
    <p:sldId id="389" r:id="rId37"/>
    <p:sldId id="390" r:id="rId38"/>
    <p:sldId id="376" r:id="rId39"/>
    <p:sldId id="394" r:id="rId40"/>
    <p:sldId id="409" r:id="rId41"/>
    <p:sldId id="401" r:id="rId42"/>
    <p:sldId id="400" r:id="rId43"/>
    <p:sldId id="297" r:id="rId44"/>
    <p:sldId id="402" r:id="rId45"/>
    <p:sldId id="298" r:id="rId46"/>
    <p:sldId id="359" r:id="rId47"/>
    <p:sldId id="303" r:id="rId48"/>
    <p:sldId id="406" r:id="rId49"/>
    <p:sldId id="356" r:id="rId50"/>
    <p:sldId id="357" r:id="rId51"/>
    <p:sldId id="350" r:id="rId52"/>
    <p:sldId id="351" r:id="rId53"/>
    <p:sldId id="403" r:id="rId54"/>
    <p:sldId id="404" r:id="rId55"/>
    <p:sldId id="405" r:id="rId56"/>
    <p:sldId id="407" r:id="rId57"/>
    <p:sldId id="408" r:id="rId58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5613" indent="15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2813" indent="15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0013" indent="15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7213" indent="15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00FF"/>
    <a:srgbClr val="FFFF00"/>
    <a:srgbClr val="00FF00"/>
    <a:srgbClr val="000000"/>
    <a:srgbClr val="3399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8" autoAdjust="0"/>
    <p:restoredTop sz="86475" autoAdjust="0"/>
  </p:normalViewPr>
  <p:slideViewPr>
    <p:cSldViewPr>
      <p:cViewPr varScale="1">
        <p:scale>
          <a:sx n="88" d="100"/>
          <a:sy n="88" d="100"/>
        </p:scale>
        <p:origin x="608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33" cy="72033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2" Type="http://schemas.openxmlformats.org/officeDocument/2006/relationships/slide" Target="slides/slide5.xml"/><Relationship Id="rId1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DBF02C16-B32A-4846-8486-AD296ABE5348}" type="datetime1">
              <a:rPr lang="zh-CN" altLang="en-US"/>
              <a:pPr>
                <a:defRPr/>
              </a:pPr>
              <a:t>2025/1/5 Sunday</a:t>
            </a:fld>
            <a:endParaRPr lang="zh-CN" altLang="en-US"/>
          </a:p>
        </p:txBody>
      </p:sp>
      <p:sp>
        <p:nvSpPr>
          <p:cNvPr id="14029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30000"/>
              </a:spcBef>
              <a:defRPr/>
            </a:pPr>
            <a:r>
              <a:rPr lang="zh-CN" altLang="en-US" sz="1200"/>
              <a:t>单击此处编辑母版文本样式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/>
              <a:t>第二级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/>
              <a:t>第三级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/>
              <a:t>第四级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/>
              <a:t>第五级</a:t>
            </a:r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6B26BC95-FB55-49BC-93F8-9A0E345AEF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3374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5613" indent="1588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2813" indent="1588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0013" indent="1588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7213" indent="1588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4219" algn="l" defTabSz="9136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063" algn="l" defTabSz="9136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907" algn="l" defTabSz="9136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751" algn="l" defTabSz="9136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EC4D4BA6-EACA-4A80-AC89-97F7C4114E6E}" type="slidenum">
              <a:rPr lang="en-US" altLang="zh-CN" smtClean="0">
                <a:solidFill>
                  <a:srgbClr val="000000"/>
                </a:solidFill>
              </a:rPr>
              <a:pPr eaLnBrk="1" hangingPunct="1"/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EC4D4BA6-EACA-4A80-AC89-97F7C4114E6E}" type="slidenum">
              <a:rPr lang="en-US" altLang="zh-CN" smtClean="0">
                <a:solidFill>
                  <a:srgbClr val="000000"/>
                </a:solidFill>
              </a:rPr>
              <a:pPr eaLnBrk="1" hangingPunct="1"/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56487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55FCDE10-245A-46EF-8B5D-FE57194C18DF}" type="slidenum">
              <a:rPr lang="en-US" altLang="zh-CN" smtClean="0">
                <a:solidFill>
                  <a:srgbClr val="000000"/>
                </a:solidFill>
              </a:rPr>
              <a:pPr eaLnBrk="1" hangingPunct="1"/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87537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402693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80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843" indent="0">
              <a:buNone/>
              <a:defRPr sz="1800"/>
            </a:lvl2pPr>
            <a:lvl3pPr marL="913689" indent="0">
              <a:buNone/>
              <a:defRPr sz="1600"/>
            </a:lvl3pPr>
            <a:lvl4pPr marL="1370534" indent="0">
              <a:buNone/>
              <a:defRPr sz="1400"/>
            </a:lvl4pPr>
            <a:lvl5pPr marL="1827376" indent="0">
              <a:buNone/>
              <a:defRPr sz="1400"/>
            </a:lvl5pPr>
            <a:lvl6pPr marL="2284219" indent="0">
              <a:buNone/>
              <a:defRPr sz="1400"/>
            </a:lvl6pPr>
            <a:lvl7pPr marL="2741063" indent="0">
              <a:buNone/>
              <a:defRPr sz="1400"/>
            </a:lvl7pPr>
            <a:lvl8pPr marL="3197907" indent="0">
              <a:buNone/>
              <a:defRPr sz="1400"/>
            </a:lvl8pPr>
            <a:lvl9pPr marL="3654751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20257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5" y="735807"/>
            <a:ext cx="4027487" cy="403026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735807"/>
            <a:ext cx="4027488" cy="403026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2870218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43" indent="0">
              <a:buNone/>
              <a:defRPr sz="2000" b="1"/>
            </a:lvl2pPr>
            <a:lvl3pPr marL="913689" indent="0">
              <a:buNone/>
              <a:defRPr sz="1800" b="1"/>
            </a:lvl3pPr>
            <a:lvl4pPr marL="1370534" indent="0">
              <a:buNone/>
              <a:defRPr sz="1600" b="1"/>
            </a:lvl4pPr>
            <a:lvl5pPr marL="1827376" indent="0">
              <a:buNone/>
              <a:defRPr sz="1600" b="1"/>
            </a:lvl5pPr>
            <a:lvl6pPr marL="2284219" indent="0">
              <a:buNone/>
              <a:defRPr sz="1600" b="1"/>
            </a:lvl6pPr>
            <a:lvl7pPr marL="2741063" indent="0">
              <a:buNone/>
              <a:defRPr sz="1600" b="1"/>
            </a:lvl7pPr>
            <a:lvl8pPr marL="3197907" indent="0">
              <a:buNone/>
              <a:defRPr sz="1600" b="1"/>
            </a:lvl8pPr>
            <a:lvl9pPr marL="3654751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43" indent="0">
              <a:buNone/>
              <a:defRPr sz="2000" b="1"/>
            </a:lvl2pPr>
            <a:lvl3pPr marL="913689" indent="0">
              <a:buNone/>
              <a:defRPr sz="1800" b="1"/>
            </a:lvl3pPr>
            <a:lvl4pPr marL="1370534" indent="0">
              <a:buNone/>
              <a:defRPr sz="1600" b="1"/>
            </a:lvl4pPr>
            <a:lvl5pPr marL="1827376" indent="0">
              <a:buNone/>
              <a:defRPr sz="1600" b="1"/>
            </a:lvl5pPr>
            <a:lvl6pPr marL="2284219" indent="0">
              <a:buNone/>
              <a:defRPr sz="1600" b="1"/>
            </a:lvl6pPr>
            <a:lvl7pPr marL="2741063" indent="0">
              <a:buNone/>
              <a:defRPr sz="1600" b="1"/>
            </a:lvl7pPr>
            <a:lvl8pPr marL="3197907" indent="0">
              <a:buNone/>
              <a:defRPr sz="1600" b="1"/>
            </a:lvl8pPr>
            <a:lvl9pPr marL="3654751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894676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96234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5613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04790"/>
            <a:ext cx="3008312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3" y="20479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2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6843" indent="0">
              <a:buNone/>
              <a:defRPr sz="1200"/>
            </a:lvl2pPr>
            <a:lvl3pPr marL="913689" indent="0">
              <a:buNone/>
              <a:defRPr sz="1000"/>
            </a:lvl3pPr>
            <a:lvl4pPr marL="1370534" indent="0">
              <a:buNone/>
              <a:defRPr sz="900"/>
            </a:lvl4pPr>
            <a:lvl5pPr marL="1827376" indent="0">
              <a:buNone/>
              <a:defRPr sz="900"/>
            </a:lvl5pPr>
            <a:lvl6pPr marL="2284219" indent="0">
              <a:buNone/>
              <a:defRPr sz="900"/>
            </a:lvl6pPr>
            <a:lvl7pPr marL="2741063" indent="0">
              <a:buNone/>
              <a:defRPr sz="900"/>
            </a:lvl7pPr>
            <a:lvl8pPr marL="3197907" indent="0">
              <a:buNone/>
              <a:defRPr sz="900"/>
            </a:lvl8pPr>
            <a:lvl9pPr marL="3654751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065784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6843" indent="0">
              <a:buNone/>
              <a:defRPr sz="2800"/>
            </a:lvl2pPr>
            <a:lvl3pPr marL="913689" indent="0">
              <a:buNone/>
              <a:defRPr sz="2400"/>
            </a:lvl3pPr>
            <a:lvl4pPr marL="1370534" indent="0">
              <a:buNone/>
              <a:defRPr sz="2000"/>
            </a:lvl4pPr>
            <a:lvl5pPr marL="1827376" indent="0">
              <a:buNone/>
              <a:defRPr sz="2000"/>
            </a:lvl5pPr>
            <a:lvl6pPr marL="2284219" indent="0">
              <a:buNone/>
              <a:defRPr sz="2000"/>
            </a:lvl6pPr>
            <a:lvl7pPr marL="2741063" indent="0">
              <a:buNone/>
              <a:defRPr sz="2000"/>
            </a:lvl7pPr>
            <a:lvl8pPr marL="3197907" indent="0">
              <a:buNone/>
              <a:defRPr sz="2000"/>
            </a:lvl8pPr>
            <a:lvl9pPr marL="3654751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1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6843" indent="0">
              <a:buNone/>
              <a:defRPr sz="1200"/>
            </a:lvl2pPr>
            <a:lvl3pPr marL="913689" indent="0">
              <a:buNone/>
              <a:defRPr sz="1000"/>
            </a:lvl3pPr>
            <a:lvl4pPr marL="1370534" indent="0">
              <a:buNone/>
              <a:defRPr sz="900"/>
            </a:lvl4pPr>
            <a:lvl5pPr marL="1827376" indent="0">
              <a:buNone/>
              <a:defRPr sz="900"/>
            </a:lvl5pPr>
            <a:lvl6pPr marL="2284219" indent="0">
              <a:buNone/>
              <a:defRPr sz="900"/>
            </a:lvl6pPr>
            <a:lvl7pPr marL="2741063" indent="0">
              <a:buNone/>
              <a:defRPr sz="900"/>
            </a:lvl7pPr>
            <a:lvl8pPr marL="3197907" indent="0">
              <a:buNone/>
              <a:defRPr sz="900"/>
            </a:lvl8pPr>
            <a:lvl9pPr marL="3654751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7074548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6062180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8" y="86921"/>
            <a:ext cx="2051050" cy="46791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26" y="86921"/>
            <a:ext cx="6003925" cy="46791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1181179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0" y="3565528"/>
            <a:ext cx="9144000" cy="15779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WordArt 4"/>
          <p:cNvSpPr>
            <a:spLocks noChangeArrowheads="1" noChangeShapeType="1" noTextEdit="1"/>
          </p:cNvSpPr>
          <p:nvPr userDrawn="1"/>
        </p:nvSpPr>
        <p:spPr bwMode="auto">
          <a:xfrm>
            <a:off x="2441588" y="1196580"/>
            <a:ext cx="4257675" cy="47863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spcFirstLastPara="1" wrap="none" lIns="91370" tIns="45685" rIns="91370" bIns="45685" numCol="1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>
              <a:defRPr/>
            </a:pPr>
            <a:r>
              <a:rPr lang="en-US" altLang="zh-CN" sz="4800" b="1" kern="10">
                <a:solidFill>
                  <a:srgbClr val="FF6600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华文行楷"/>
                <a:ea typeface="华文行楷"/>
              </a:rPr>
              <a:t>C </a:t>
            </a:r>
            <a:r>
              <a:rPr lang="zh-CN" altLang="en-US" sz="4800" b="1" kern="10">
                <a:solidFill>
                  <a:srgbClr val="FF6600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华文行楷"/>
                <a:ea typeface="华文行楷"/>
              </a:rPr>
              <a:t>语言程序设计</a:t>
            </a: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3"/>
            <a:ext cx="9144000" cy="195263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0" y="195263"/>
            <a:ext cx="9144000" cy="195262"/>
          </a:xfrm>
          <a:prstGeom prst="rect">
            <a:avLst/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auto">
          <a:xfrm>
            <a:off x="0" y="392113"/>
            <a:ext cx="9144000" cy="19526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Text Box 8"/>
          <p:cNvSpPr txBox="1">
            <a:spLocks noChangeArrowheads="1"/>
          </p:cNvSpPr>
          <p:nvPr userDrawn="1"/>
        </p:nvSpPr>
        <p:spPr bwMode="auto">
          <a:xfrm>
            <a:off x="2673048" y="4300540"/>
            <a:ext cx="3844270" cy="64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70" tIns="45685" rIns="91370" bIns="456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>
                <a:solidFill>
                  <a:srgbClr val="33CC33"/>
                </a:solidFill>
                <a:latin typeface="幼圆" pitchFamily="49" charset="-122"/>
                <a:ea typeface="幼圆" pitchFamily="49" charset="-122"/>
              </a:rPr>
              <a:t>《C</a:t>
            </a:r>
            <a:r>
              <a:rPr lang="zh-CN" altLang="en-US" b="1">
                <a:solidFill>
                  <a:srgbClr val="33CC33"/>
                </a:solidFill>
                <a:latin typeface="幼圆" pitchFamily="49" charset="-122"/>
                <a:ea typeface="幼圆" pitchFamily="49" charset="-122"/>
              </a:rPr>
              <a:t>语言程序设计教程</a:t>
            </a:r>
            <a:r>
              <a:rPr lang="en-US" altLang="zh-CN" b="1">
                <a:solidFill>
                  <a:srgbClr val="33CC33"/>
                </a:solidFill>
                <a:latin typeface="幼圆" pitchFamily="49" charset="-122"/>
                <a:ea typeface="幼圆" pitchFamily="49" charset="-122"/>
              </a:rPr>
              <a:t>》</a:t>
            </a:r>
            <a:r>
              <a:rPr lang="zh-CN" altLang="en-US" b="1">
                <a:solidFill>
                  <a:srgbClr val="33CC33"/>
                </a:solidFill>
                <a:latin typeface="幼圆" pitchFamily="49" charset="-122"/>
                <a:ea typeface="幼圆" pitchFamily="49" charset="-122"/>
              </a:rPr>
              <a:t>编写组</a:t>
            </a:r>
          </a:p>
          <a:p>
            <a:pPr algn="ctr" eaLnBrk="1" hangingPunct="1">
              <a:defRPr/>
            </a:pPr>
            <a:r>
              <a:rPr lang="en-US" altLang="zh-CN" b="1">
                <a:solidFill>
                  <a:srgbClr val="33CC33"/>
                </a:solidFill>
                <a:latin typeface="幼圆" pitchFamily="49" charset="-122"/>
                <a:ea typeface="幼圆" pitchFamily="49" charset="-122"/>
              </a:rPr>
              <a:t>2007</a:t>
            </a:r>
            <a:r>
              <a:rPr lang="zh-CN" altLang="en-US" b="1">
                <a:solidFill>
                  <a:srgbClr val="33CC33"/>
                </a:solidFill>
                <a:latin typeface="幼圆" pitchFamily="49" charset="-122"/>
                <a:ea typeface="幼圆" pitchFamily="49" charset="-122"/>
              </a:rPr>
              <a:t>年</a:t>
            </a:r>
            <a:r>
              <a:rPr lang="en-US" altLang="zh-CN" b="1">
                <a:solidFill>
                  <a:srgbClr val="33CC33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b="1">
                <a:solidFill>
                  <a:srgbClr val="33CC33"/>
                </a:solidFill>
                <a:latin typeface="幼圆" pitchFamily="49" charset="-122"/>
                <a:ea typeface="幼圆" pitchFamily="49" charset="-122"/>
              </a:rPr>
              <a:t>月</a:t>
            </a:r>
            <a:endParaRPr lang="zh-CN" altLang="en-US" b="1">
              <a:solidFill>
                <a:srgbClr val="000000"/>
              </a:solidFill>
            </a:endParaRPr>
          </a:p>
        </p:txBody>
      </p:sp>
      <p:pic>
        <p:nvPicPr>
          <p:cNvPr id="9" name="Picture 9" descr="C语言教程封面"/>
          <p:cNvPicPr>
            <a:picLocks noChangeAspect="1" noChangeArrowheads="1"/>
          </p:cNvPicPr>
          <p:nvPr userDrawn="1"/>
        </p:nvPicPr>
        <p:blipFill>
          <a:blip r:embed="rId2">
            <a:lum brigh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668" y="2540000"/>
            <a:ext cx="1554239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6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1" y="1733555"/>
            <a:ext cx="7772400" cy="809625"/>
          </a:xfrm>
        </p:spPr>
        <p:txBody>
          <a:bodyPr/>
          <a:lstStyle>
            <a:lvl1pPr algn="ctr">
              <a:defRPr sz="4800">
                <a:solidFill>
                  <a:srgbClr val="FF66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34845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B360448B-CA5C-4D55-A79B-E4D101DE32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4185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843" indent="0">
              <a:buNone/>
              <a:defRPr sz="1800"/>
            </a:lvl2pPr>
            <a:lvl3pPr marL="913689" indent="0">
              <a:buNone/>
              <a:defRPr sz="1600"/>
            </a:lvl3pPr>
            <a:lvl4pPr marL="1370534" indent="0">
              <a:buNone/>
              <a:defRPr sz="1400"/>
            </a:lvl4pPr>
            <a:lvl5pPr marL="1827376" indent="0">
              <a:buNone/>
              <a:defRPr sz="1400"/>
            </a:lvl5pPr>
            <a:lvl6pPr marL="2284219" indent="0">
              <a:buNone/>
              <a:defRPr sz="1400"/>
            </a:lvl6pPr>
            <a:lvl7pPr marL="2741063" indent="0">
              <a:buNone/>
              <a:defRPr sz="1400"/>
            </a:lvl7pPr>
            <a:lvl8pPr marL="3197907" indent="0">
              <a:buNone/>
              <a:defRPr sz="1400"/>
            </a:lvl8pPr>
            <a:lvl9pPr marL="3654751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AF52103-AD69-47D8-82F8-C67452B375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444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76312"/>
            <a:ext cx="4316411" cy="3786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13" y="976312"/>
            <a:ext cx="4316413" cy="3786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B60CB76-5A65-41D6-B41E-04DC9AA790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0573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43" indent="0">
              <a:buNone/>
              <a:defRPr sz="2000" b="1"/>
            </a:lvl2pPr>
            <a:lvl3pPr marL="913689" indent="0">
              <a:buNone/>
              <a:defRPr sz="1800" b="1"/>
            </a:lvl3pPr>
            <a:lvl4pPr marL="1370534" indent="0">
              <a:buNone/>
              <a:defRPr sz="1600" b="1"/>
            </a:lvl4pPr>
            <a:lvl5pPr marL="1827376" indent="0">
              <a:buNone/>
              <a:defRPr sz="1600" b="1"/>
            </a:lvl5pPr>
            <a:lvl6pPr marL="2284219" indent="0">
              <a:buNone/>
              <a:defRPr sz="1600" b="1"/>
            </a:lvl6pPr>
            <a:lvl7pPr marL="2741063" indent="0">
              <a:buNone/>
              <a:defRPr sz="1600" b="1"/>
            </a:lvl7pPr>
            <a:lvl8pPr marL="3197907" indent="0">
              <a:buNone/>
              <a:defRPr sz="1600" b="1"/>
            </a:lvl8pPr>
            <a:lvl9pPr marL="3654751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43" indent="0">
              <a:buNone/>
              <a:defRPr sz="2000" b="1"/>
            </a:lvl2pPr>
            <a:lvl3pPr marL="913689" indent="0">
              <a:buNone/>
              <a:defRPr sz="1800" b="1"/>
            </a:lvl3pPr>
            <a:lvl4pPr marL="1370534" indent="0">
              <a:buNone/>
              <a:defRPr sz="1600" b="1"/>
            </a:lvl4pPr>
            <a:lvl5pPr marL="1827376" indent="0">
              <a:buNone/>
              <a:defRPr sz="1600" b="1"/>
            </a:lvl5pPr>
            <a:lvl6pPr marL="2284219" indent="0">
              <a:buNone/>
              <a:defRPr sz="1600" b="1"/>
            </a:lvl6pPr>
            <a:lvl7pPr marL="2741063" indent="0">
              <a:buNone/>
              <a:defRPr sz="1600" b="1"/>
            </a:lvl7pPr>
            <a:lvl8pPr marL="3197907" indent="0">
              <a:buNone/>
              <a:defRPr sz="1600" b="1"/>
            </a:lvl8pPr>
            <a:lvl9pPr marL="3654751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B46117D-8C57-4E4A-80E5-9D37C71B88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3288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5421847-5079-4C0D-BFEB-1DE8D5FC42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2408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7608CE3-C2ED-45F4-A055-ACE14D708B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1350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2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3" y="20479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8"/>
            <a:ext cx="3008312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6843" indent="0">
              <a:buNone/>
              <a:defRPr sz="1200"/>
            </a:lvl2pPr>
            <a:lvl3pPr marL="913689" indent="0">
              <a:buNone/>
              <a:defRPr sz="1000"/>
            </a:lvl3pPr>
            <a:lvl4pPr marL="1370534" indent="0">
              <a:buNone/>
              <a:defRPr sz="900"/>
            </a:lvl4pPr>
            <a:lvl5pPr marL="1827376" indent="0">
              <a:buNone/>
              <a:defRPr sz="900"/>
            </a:lvl5pPr>
            <a:lvl6pPr marL="2284219" indent="0">
              <a:buNone/>
              <a:defRPr sz="900"/>
            </a:lvl6pPr>
            <a:lvl7pPr marL="2741063" indent="0">
              <a:buNone/>
              <a:defRPr sz="900"/>
            </a:lvl7pPr>
            <a:lvl8pPr marL="3197907" indent="0">
              <a:buNone/>
              <a:defRPr sz="900"/>
            </a:lvl8pPr>
            <a:lvl9pPr marL="3654751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EB02B12-302F-4749-B676-EC255BBED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88879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6843" indent="0">
              <a:buNone/>
              <a:defRPr sz="2800"/>
            </a:lvl2pPr>
            <a:lvl3pPr marL="913689" indent="0">
              <a:buNone/>
              <a:defRPr sz="2400"/>
            </a:lvl3pPr>
            <a:lvl4pPr marL="1370534" indent="0">
              <a:buNone/>
              <a:defRPr sz="2000"/>
            </a:lvl4pPr>
            <a:lvl5pPr marL="1827376" indent="0">
              <a:buNone/>
              <a:defRPr sz="2000"/>
            </a:lvl5pPr>
            <a:lvl6pPr marL="2284219" indent="0">
              <a:buNone/>
              <a:defRPr sz="2000"/>
            </a:lvl6pPr>
            <a:lvl7pPr marL="2741063" indent="0">
              <a:buNone/>
              <a:defRPr sz="2000"/>
            </a:lvl7pPr>
            <a:lvl8pPr marL="3197907" indent="0">
              <a:buNone/>
              <a:defRPr sz="2000"/>
            </a:lvl8pPr>
            <a:lvl9pPr marL="3654751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1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6843" indent="0">
              <a:buNone/>
              <a:defRPr sz="1200"/>
            </a:lvl2pPr>
            <a:lvl3pPr marL="913689" indent="0">
              <a:buNone/>
              <a:defRPr sz="1000"/>
            </a:lvl3pPr>
            <a:lvl4pPr marL="1370534" indent="0">
              <a:buNone/>
              <a:defRPr sz="900"/>
            </a:lvl4pPr>
            <a:lvl5pPr marL="1827376" indent="0">
              <a:buNone/>
              <a:defRPr sz="900"/>
            </a:lvl5pPr>
            <a:lvl6pPr marL="2284219" indent="0">
              <a:buNone/>
              <a:defRPr sz="900"/>
            </a:lvl6pPr>
            <a:lvl7pPr marL="2741063" indent="0">
              <a:buNone/>
              <a:defRPr sz="900"/>
            </a:lvl7pPr>
            <a:lvl8pPr marL="3197907" indent="0">
              <a:buNone/>
              <a:defRPr sz="900"/>
            </a:lvl8pPr>
            <a:lvl9pPr marL="3654751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E5CCDF85-1786-4643-98BF-DCC9B47A25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007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B810B51D-56C7-443B-B7F2-56C4A2734E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3927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2" y="250043"/>
            <a:ext cx="2195512" cy="451246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250043"/>
            <a:ext cx="6437312" cy="451246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8B18B6C-7DD0-43C5-8BC5-FB78AC5CB7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45445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3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6843" indent="0" algn="ctr">
              <a:buNone/>
              <a:defRPr/>
            </a:lvl2pPr>
            <a:lvl3pPr marL="913689" indent="0" algn="ctr">
              <a:buNone/>
              <a:defRPr/>
            </a:lvl3pPr>
            <a:lvl4pPr marL="1370534" indent="0" algn="ctr">
              <a:buNone/>
              <a:defRPr/>
            </a:lvl4pPr>
            <a:lvl5pPr marL="1827376" indent="0" algn="ctr">
              <a:buNone/>
              <a:defRPr/>
            </a:lvl5pPr>
            <a:lvl6pPr marL="2284219" indent="0" algn="ctr">
              <a:buNone/>
              <a:defRPr/>
            </a:lvl6pPr>
            <a:lvl7pPr marL="2741063" indent="0" algn="ctr">
              <a:buNone/>
              <a:defRPr/>
            </a:lvl7pPr>
            <a:lvl8pPr marL="3197907" indent="0" algn="ctr">
              <a:buNone/>
              <a:defRPr/>
            </a:lvl8pPr>
            <a:lvl9pPr marL="3654751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27EF26C3-F787-4CFA-BB0A-C2F2EC099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62151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226B4ACC-5178-423F-8566-F2E73151F2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7984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843" indent="0">
              <a:buNone/>
              <a:defRPr sz="1800"/>
            </a:lvl2pPr>
            <a:lvl3pPr marL="913689" indent="0">
              <a:buNone/>
              <a:defRPr sz="1600"/>
            </a:lvl3pPr>
            <a:lvl4pPr marL="1370534" indent="0">
              <a:buNone/>
              <a:defRPr sz="1400"/>
            </a:lvl4pPr>
            <a:lvl5pPr marL="1827376" indent="0">
              <a:buNone/>
              <a:defRPr sz="1400"/>
            </a:lvl5pPr>
            <a:lvl6pPr marL="2284219" indent="0">
              <a:buNone/>
              <a:defRPr sz="1400"/>
            </a:lvl6pPr>
            <a:lvl7pPr marL="2741063" indent="0">
              <a:buNone/>
              <a:defRPr sz="1400"/>
            </a:lvl7pPr>
            <a:lvl8pPr marL="3197907" indent="0">
              <a:buNone/>
              <a:defRPr sz="1400"/>
            </a:lvl8pPr>
            <a:lvl9pPr marL="3654751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29858AFD-F5D6-4562-B588-F2C26888D3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746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1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D96AFAF9-7674-4253-8AD3-2A31710CF6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7404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43" indent="0">
              <a:buNone/>
              <a:defRPr sz="2000" b="1"/>
            </a:lvl2pPr>
            <a:lvl3pPr marL="913689" indent="0">
              <a:buNone/>
              <a:defRPr sz="1800" b="1"/>
            </a:lvl3pPr>
            <a:lvl4pPr marL="1370534" indent="0">
              <a:buNone/>
              <a:defRPr sz="1600" b="1"/>
            </a:lvl4pPr>
            <a:lvl5pPr marL="1827376" indent="0">
              <a:buNone/>
              <a:defRPr sz="1600" b="1"/>
            </a:lvl5pPr>
            <a:lvl6pPr marL="2284219" indent="0">
              <a:buNone/>
              <a:defRPr sz="1600" b="1"/>
            </a:lvl6pPr>
            <a:lvl7pPr marL="2741063" indent="0">
              <a:buNone/>
              <a:defRPr sz="1600" b="1"/>
            </a:lvl7pPr>
            <a:lvl8pPr marL="3197907" indent="0">
              <a:buNone/>
              <a:defRPr sz="1600" b="1"/>
            </a:lvl8pPr>
            <a:lvl9pPr marL="3654751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43" indent="0">
              <a:buNone/>
              <a:defRPr sz="2000" b="1"/>
            </a:lvl2pPr>
            <a:lvl3pPr marL="913689" indent="0">
              <a:buNone/>
              <a:defRPr sz="1800" b="1"/>
            </a:lvl3pPr>
            <a:lvl4pPr marL="1370534" indent="0">
              <a:buNone/>
              <a:defRPr sz="1600" b="1"/>
            </a:lvl4pPr>
            <a:lvl5pPr marL="1827376" indent="0">
              <a:buNone/>
              <a:defRPr sz="1600" b="1"/>
            </a:lvl5pPr>
            <a:lvl6pPr marL="2284219" indent="0">
              <a:buNone/>
              <a:defRPr sz="1600" b="1"/>
            </a:lvl6pPr>
            <a:lvl7pPr marL="2741063" indent="0">
              <a:buNone/>
              <a:defRPr sz="1600" b="1"/>
            </a:lvl7pPr>
            <a:lvl8pPr marL="3197907" indent="0">
              <a:buNone/>
              <a:defRPr sz="1600" b="1"/>
            </a:lvl8pPr>
            <a:lvl9pPr marL="3654751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BF1139EC-E810-49F5-9CCE-1FEC2C4FD2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42921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7D8D8DF9-931C-4EC9-9261-C74DC59CE8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40636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A185C347-3797-4865-8957-48F1B40AA5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56984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2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3" y="20479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8"/>
            <a:ext cx="3008312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6843" indent="0">
              <a:buNone/>
              <a:defRPr sz="1200"/>
            </a:lvl2pPr>
            <a:lvl3pPr marL="913689" indent="0">
              <a:buNone/>
              <a:defRPr sz="1000"/>
            </a:lvl3pPr>
            <a:lvl4pPr marL="1370534" indent="0">
              <a:buNone/>
              <a:defRPr sz="900"/>
            </a:lvl4pPr>
            <a:lvl5pPr marL="1827376" indent="0">
              <a:buNone/>
              <a:defRPr sz="900"/>
            </a:lvl5pPr>
            <a:lvl6pPr marL="2284219" indent="0">
              <a:buNone/>
              <a:defRPr sz="900"/>
            </a:lvl6pPr>
            <a:lvl7pPr marL="2741063" indent="0">
              <a:buNone/>
              <a:defRPr sz="900"/>
            </a:lvl7pPr>
            <a:lvl8pPr marL="3197907" indent="0">
              <a:buNone/>
              <a:defRPr sz="900"/>
            </a:lvl8pPr>
            <a:lvl9pPr marL="3654751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13B1FA33-70BD-4AE8-8706-E1950FBB7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60715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6843" indent="0">
              <a:buNone/>
              <a:defRPr sz="2800"/>
            </a:lvl2pPr>
            <a:lvl3pPr marL="913689" indent="0">
              <a:buNone/>
              <a:defRPr sz="2400"/>
            </a:lvl3pPr>
            <a:lvl4pPr marL="1370534" indent="0">
              <a:buNone/>
              <a:defRPr sz="2000"/>
            </a:lvl4pPr>
            <a:lvl5pPr marL="1827376" indent="0">
              <a:buNone/>
              <a:defRPr sz="2000"/>
            </a:lvl5pPr>
            <a:lvl6pPr marL="2284219" indent="0">
              <a:buNone/>
              <a:defRPr sz="2000"/>
            </a:lvl6pPr>
            <a:lvl7pPr marL="2741063" indent="0">
              <a:buNone/>
              <a:defRPr sz="2000"/>
            </a:lvl7pPr>
            <a:lvl8pPr marL="3197907" indent="0">
              <a:buNone/>
              <a:defRPr sz="2000"/>
            </a:lvl8pPr>
            <a:lvl9pPr marL="3654751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1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6843" indent="0">
              <a:buNone/>
              <a:defRPr sz="1200"/>
            </a:lvl2pPr>
            <a:lvl3pPr marL="913689" indent="0">
              <a:buNone/>
              <a:defRPr sz="1000"/>
            </a:lvl3pPr>
            <a:lvl4pPr marL="1370534" indent="0">
              <a:buNone/>
              <a:defRPr sz="900"/>
            </a:lvl4pPr>
            <a:lvl5pPr marL="1827376" indent="0">
              <a:buNone/>
              <a:defRPr sz="900"/>
            </a:lvl5pPr>
            <a:lvl6pPr marL="2284219" indent="0">
              <a:buNone/>
              <a:defRPr sz="900"/>
            </a:lvl6pPr>
            <a:lvl7pPr marL="2741063" indent="0">
              <a:buNone/>
              <a:defRPr sz="900"/>
            </a:lvl7pPr>
            <a:lvl8pPr marL="3197907" indent="0">
              <a:buNone/>
              <a:defRPr sz="900"/>
            </a:lvl8pPr>
            <a:lvl9pPr marL="3654751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03AC3AA5-0B3D-4DCE-B00F-74993BC2F6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93813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0997E8D4-D149-4DA8-8A9E-1CD0BB5D65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4425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Arial" charset="0"/>
              </a:defRPr>
            </a:lvl1pPr>
          </a:lstStyle>
          <a:p>
            <a:pPr>
              <a:defRPr/>
            </a:pPr>
            <a:fld id="{3CE5FC1F-33E3-4999-984B-BB7E22B1E6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02733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828800"/>
            <a:ext cx="9008937" cy="788988"/>
            <a:chOff x="0" y="0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00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0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1" y="1371600"/>
            <a:ext cx="7772400" cy="8572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89796" y="4686300"/>
            <a:ext cx="1904999" cy="3429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4686300"/>
            <a:ext cx="2894794" cy="3429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1" y="4686300"/>
            <a:ext cx="1905001" cy="3429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</a:defRPr>
            </a:lvl1pPr>
          </a:lstStyle>
          <a:p>
            <a:pPr>
              <a:defRPr/>
            </a:pPr>
            <a:fld id="{00FA18DF-D2A3-4514-86FC-421B1C513A1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916127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2FF4D181-5B58-45AD-878D-5F08365A364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491405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1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52487" indent="0">
              <a:buNone/>
              <a:defRPr sz="1400"/>
            </a:lvl2pPr>
            <a:lvl3pPr marL="704975" indent="0">
              <a:buNone/>
              <a:defRPr sz="1200"/>
            </a:lvl3pPr>
            <a:lvl4pPr marL="1057462" indent="0">
              <a:buNone/>
              <a:defRPr sz="1100"/>
            </a:lvl4pPr>
            <a:lvl5pPr marL="1409951" indent="0">
              <a:buNone/>
              <a:defRPr sz="1100"/>
            </a:lvl5pPr>
            <a:lvl6pPr marL="1762440" indent="0">
              <a:buNone/>
              <a:defRPr sz="1100"/>
            </a:lvl6pPr>
            <a:lvl7pPr marL="2114924" indent="0">
              <a:buNone/>
              <a:defRPr sz="1100"/>
            </a:lvl7pPr>
            <a:lvl8pPr marL="2467414" indent="0">
              <a:buNone/>
              <a:defRPr sz="1100"/>
            </a:lvl8pPr>
            <a:lvl9pPr marL="2819903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0A1BD28D-3D71-4A3A-BF55-F45C0A81379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106346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42991" y="897731"/>
            <a:ext cx="3810000" cy="30861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5391" y="897731"/>
            <a:ext cx="3810000" cy="30861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B077F56D-CA09-442F-B9F5-DD8BDA4D627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215938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52487" indent="0">
              <a:buNone/>
              <a:defRPr sz="1500" b="1"/>
            </a:lvl2pPr>
            <a:lvl3pPr marL="704975" indent="0">
              <a:buNone/>
              <a:defRPr sz="1400" b="1"/>
            </a:lvl3pPr>
            <a:lvl4pPr marL="1057462" indent="0">
              <a:buNone/>
              <a:defRPr sz="1200" b="1"/>
            </a:lvl4pPr>
            <a:lvl5pPr marL="1409951" indent="0">
              <a:buNone/>
              <a:defRPr sz="1200" b="1"/>
            </a:lvl5pPr>
            <a:lvl6pPr marL="1762440" indent="0">
              <a:buNone/>
              <a:defRPr sz="1200" b="1"/>
            </a:lvl6pPr>
            <a:lvl7pPr marL="2114924" indent="0">
              <a:buNone/>
              <a:defRPr sz="1200" b="1"/>
            </a:lvl7pPr>
            <a:lvl8pPr marL="2467414" indent="0">
              <a:buNone/>
              <a:defRPr sz="1200" b="1"/>
            </a:lvl8pPr>
            <a:lvl9pPr marL="2819903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9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52487" indent="0">
              <a:buNone/>
              <a:defRPr sz="1500" b="1"/>
            </a:lvl2pPr>
            <a:lvl3pPr marL="704975" indent="0">
              <a:buNone/>
              <a:defRPr sz="1400" b="1"/>
            </a:lvl3pPr>
            <a:lvl4pPr marL="1057462" indent="0">
              <a:buNone/>
              <a:defRPr sz="1200" b="1"/>
            </a:lvl4pPr>
            <a:lvl5pPr marL="1409951" indent="0">
              <a:buNone/>
              <a:defRPr sz="1200" b="1"/>
            </a:lvl5pPr>
            <a:lvl6pPr marL="1762440" indent="0">
              <a:buNone/>
              <a:defRPr sz="1200" b="1"/>
            </a:lvl6pPr>
            <a:lvl7pPr marL="2114924" indent="0">
              <a:buNone/>
              <a:defRPr sz="1200" b="1"/>
            </a:lvl7pPr>
            <a:lvl8pPr marL="2467414" indent="0">
              <a:buNone/>
              <a:defRPr sz="1200" b="1"/>
            </a:lvl8pPr>
            <a:lvl9pPr marL="2819903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19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0EA44939-6C21-4A3F-8C6F-C5D6B966E2C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37719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37B9204-7D1E-4698-9CB5-C829C797D4C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662776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BA4B3820-4D9D-4B63-A698-2223E5DFD32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11779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2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3" y="204796"/>
            <a:ext cx="5111750" cy="4389835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9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8"/>
            <a:ext cx="3008312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52487" indent="0">
              <a:buNone/>
              <a:defRPr sz="900"/>
            </a:lvl2pPr>
            <a:lvl3pPr marL="704975" indent="0">
              <a:buNone/>
              <a:defRPr sz="800"/>
            </a:lvl3pPr>
            <a:lvl4pPr marL="1057462" indent="0">
              <a:buNone/>
              <a:defRPr sz="700"/>
            </a:lvl4pPr>
            <a:lvl5pPr marL="1409951" indent="0">
              <a:buNone/>
              <a:defRPr sz="700"/>
            </a:lvl5pPr>
            <a:lvl6pPr marL="1762440" indent="0">
              <a:buNone/>
              <a:defRPr sz="700"/>
            </a:lvl6pPr>
            <a:lvl7pPr marL="2114924" indent="0">
              <a:buNone/>
              <a:defRPr sz="700"/>
            </a:lvl7pPr>
            <a:lvl8pPr marL="2467414" indent="0">
              <a:buNone/>
              <a:defRPr sz="700"/>
            </a:lvl8pPr>
            <a:lvl9pPr marL="2819903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2E02511-5060-4DE9-881E-8AA6D6633F8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36339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500"/>
            </a:lvl1pPr>
            <a:lvl2pPr marL="352487" indent="0">
              <a:buNone/>
              <a:defRPr sz="2200"/>
            </a:lvl2pPr>
            <a:lvl3pPr marL="704975" indent="0">
              <a:buNone/>
              <a:defRPr sz="1900"/>
            </a:lvl3pPr>
            <a:lvl4pPr marL="1057462" indent="0">
              <a:buNone/>
              <a:defRPr sz="1500"/>
            </a:lvl4pPr>
            <a:lvl5pPr marL="1409951" indent="0">
              <a:buNone/>
              <a:defRPr sz="1500"/>
            </a:lvl5pPr>
            <a:lvl6pPr marL="1762440" indent="0">
              <a:buNone/>
              <a:defRPr sz="1500"/>
            </a:lvl6pPr>
            <a:lvl7pPr marL="2114924" indent="0">
              <a:buNone/>
              <a:defRPr sz="1500"/>
            </a:lvl7pPr>
            <a:lvl8pPr marL="2467414" indent="0">
              <a:buNone/>
              <a:defRPr sz="1500"/>
            </a:lvl8pPr>
            <a:lvl9pPr marL="2819903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11"/>
            <a:ext cx="54864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52487" indent="0">
              <a:buNone/>
              <a:defRPr sz="900"/>
            </a:lvl2pPr>
            <a:lvl3pPr marL="704975" indent="0">
              <a:buNone/>
              <a:defRPr sz="800"/>
            </a:lvl3pPr>
            <a:lvl4pPr marL="1057462" indent="0">
              <a:buNone/>
              <a:defRPr sz="700"/>
            </a:lvl4pPr>
            <a:lvl5pPr marL="1409951" indent="0">
              <a:buNone/>
              <a:defRPr sz="700"/>
            </a:lvl5pPr>
            <a:lvl6pPr marL="1762440" indent="0">
              <a:buNone/>
              <a:defRPr sz="700"/>
            </a:lvl6pPr>
            <a:lvl7pPr marL="2114924" indent="0">
              <a:buNone/>
              <a:defRPr sz="700"/>
            </a:lvl7pPr>
            <a:lvl8pPr marL="2467414" indent="0">
              <a:buNone/>
              <a:defRPr sz="700"/>
            </a:lvl8pPr>
            <a:lvl9pPr marL="2819903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7BD173E-29CD-498F-A793-1850EB04FA1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48221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AF1B6E9-ED3C-4D2B-AF15-C299390469D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133110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91364" y="-158353"/>
            <a:ext cx="2016124" cy="41421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42989" y="-158353"/>
            <a:ext cx="5895975" cy="41421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21CF3CAB-7BC2-4ADB-9ABD-E8F03BC2A18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206012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4459" y="-158353"/>
            <a:ext cx="7793037" cy="8560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42991" y="897731"/>
            <a:ext cx="3810000" cy="3086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5391" y="897731"/>
            <a:ext cx="3810000" cy="3086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B361335-C58C-4ACA-8A72-9D580216282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393882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4459" y="-158353"/>
            <a:ext cx="7793037" cy="8560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042991" y="897731"/>
            <a:ext cx="7772400" cy="30861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EC1B735-AD71-4914-B66E-4073F6A41D5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296209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042988" y="-158353"/>
            <a:ext cx="8064500" cy="41421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0386181-92C3-4615-BFB4-B3421739A95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87529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1" y="843398"/>
            <a:ext cx="6858000" cy="1790700"/>
          </a:xfrm>
        </p:spPr>
        <p:txBody>
          <a:bodyPr anchor="b">
            <a:normAutofit/>
          </a:bodyPr>
          <a:lstStyle>
            <a:lvl1pPr algn="ctr">
              <a:defRPr sz="35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1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41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0022" indent="0" algn="ctr">
              <a:buNone/>
              <a:defRPr sz="1654"/>
            </a:lvl2pPr>
            <a:lvl3pPr marL="540045" indent="0" algn="ctr">
              <a:buNone/>
              <a:defRPr sz="1417"/>
            </a:lvl3pPr>
            <a:lvl4pPr marL="810067" indent="0" algn="ctr">
              <a:buNone/>
              <a:defRPr sz="1181"/>
            </a:lvl4pPr>
            <a:lvl5pPr marL="1080089" indent="0" algn="ctr">
              <a:buNone/>
              <a:defRPr sz="1181"/>
            </a:lvl5pPr>
            <a:lvl6pPr marL="1350112" indent="0" algn="ctr">
              <a:buNone/>
              <a:defRPr sz="1181"/>
            </a:lvl6pPr>
            <a:lvl7pPr marL="1620134" indent="0" algn="ctr">
              <a:buNone/>
              <a:defRPr sz="1181"/>
            </a:lvl7pPr>
            <a:lvl8pPr marL="1890156" indent="0" algn="ctr">
              <a:buNone/>
              <a:defRPr sz="1181"/>
            </a:lvl8pPr>
            <a:lvl9pPr marL="2160179" indent="0" algn="ctr">
              <a:buNone/>
              <a:defRPr sz="118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EF26C3-F787-4CFA-BB0A-C2F2EC09916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96425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1925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17"/>
            <a:ext cx="7886700" cy="2138406"/>
          </a:xfrm>
        </p:spPr>
        <p:txBody>
          <a:bodyPr anchor="b">
            <a:normAutofit/>
          </a:bodyPr>
          <a:lstStyle>
            <a:lvl1pPr>
              <a:defRPr sz="3544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14475"/>
            <a:ext cx="78867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141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70022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827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827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827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827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827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8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858AFD-F5D6-4562-B588-F2C26888D3E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4995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6" y="1371600"/>
            <a:ext cx="3886201" cy="3263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1600"/>
            <a:ext cx="3886201" cy="3263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072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6" y="1261388"/>
            <a:ext cx="3867150" cy="61927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6" y="1880663"/>
            <a:ext cx="3867150" cy="27603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1388"/>
            <a:ext cx="3886201" cy="6192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80663"/>
            <a:ext cx="3886201" cy="27603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8259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8D8DF9-931C-4EC9-9261-C74DC59CE83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887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85C347-3797-4865-8957-48F1B40AA5A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4879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48"/>
          </a:xfrm>
        </p:spPr>
        <p:txBody>
          <a:bodyPr anchor="b">
            <a:normAutofit/>
          </a:bodyPr>
          <a:lstStyle>
            <a:lvl1pPr>
              <a:defRPr sz="189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49"/>
            <a:ext cx="2948940" cy="28575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45"/>
            </a:lvl1pPr>
            <a:lvl2pPr marL="270022" indent="0">
              <a:buNone/>
              <a:defRPr sz="709"/>
            </a:lvl2pPr>
            <a:lvl3pPr marL="540045" indent="0">
              <a:buNone/>
              <a:defRPr sz="591"/>
            </a:lvl3pPr>
            <a:lvl4pPr marL="810067" indent="0">
              <a:buNone/>
              <a:defRPr sz="532"/>
            </a:lvl4pPr>
            <a:lvl5pPr marL="1080089" indent="0">
              <a:buNone/>
              <a:defRPr sz="532"/>
            </a:lvl5pPr>
            <a:lvl6pPr marL="1350112" indent="0">
              <a:buNone/>
              <a:defRPr sz="532"/>
            </a:lvl6pPr>
            <a:lvl7pPr marL="1620134" indent="0">
              <a:buNone/>
              <a:defRPr sz="532"/>
            </a:lvl7pPr>
            <a:lvl8pPr marL="1890156" indent="0">
              <a:buNone/>
              <a:defRPr sz="532"/>
            </a:lvl8pPr>
            <a:lvl9pPr marL="2160179" indent="0">
              <a:buNone/>
              <a:defRPr sz="53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725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50"/>
          </a:xfrm>
        </p:spPr>
        <p:txBody>
          <a:bodyPr anchor="b">
            <a:normAutofit/>
          </a:bodyPr>
          <a:lstStyle>
            <a:lvl1pPr>
              <a:defRPr sz="189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50"/>
            <a:ext cx="2948940" cy="28575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45"/>
            </a:lvl1pPr>
            <a:lvl2pPr marL="270022" indent="0">
              <a:buNone/>
              <a:defRPr sz="709"/>
            </a:lvl2pPr>
            <a:lvl3pPr marL="540045" indent="0">
              <a:buNone/>
              <a:defRPr sz="591"/>
            </a:lvl3pPr>
            <a:lvl4pPr marL="810067" indent="0">
              <a:buNone/>
              <a:defRPr sz="532"/>
            </a:lvl4pPr>
            <a:lvl5pPr marL="1080089" indent="0">
              <a:buNone/>
              <a:defRPr sz="532"/>
            </a:lvl5pPr>
            <a:lvl6pPr marL="1350112" indent="0">
              <a:buNone/>
              <a:defRPr sz="532"/>
            </a:lvl6pPr>
            <a:lvl7pPr marL="1620134" indent="0">
              <a:buNone/>
              <a:defRPr sz="532"/>
            </a:lvl7pPr>
            <a:lvl8pPr marL="1890156" indent="0">
              <a:buNone/>
              <a:defRPr sz="532"/>
            </a:lvl8pPr>
            <a:lvl9pPr marL="2160179" indent="0">
              <a:buNone/>
              <a:defRPr sz="53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AC3AA5-0B3D-4DCE-B00F-74993BC2F63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1694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37698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0272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0272"/>
            <a:ext cx="5800725" cy="435887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0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-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7684" y="87313"/>
            <a:ext cx="820863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0" tIns="45685" rIns="91370" bIns="456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684" y="735013"/>
            <a:ext cx="8208635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0" tIns="45685" rIns="91370" bIns="456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</a:p>
          <a:p>
            <a:pPr lvl="4"/>
            <a:r>
              <a:rPr lang="zh-CN" altLang="en-US"/>
              <a:t>第五级内容文本样式：微软雅黑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</p:sldLayoutIdLst>
  <p:transition>
    <p:fade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微软雅黑" pitchFamily="3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微软雅黑" pitchFamily="34" charset="-122"/>
        </a:defRPr>
      </a:lvl5pPr>
      <a:lvl6pPr marL="456843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宋体" charset="-122"/>
        </a:defRPr>
      </a:lvl6pPr>
      <a:lvl7pPr marL="913689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宋体" charset="-122"/>
        </a:defRPr>
      </a:lvl7pPr>
      <a:lvl8pPr marL="1370534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宋体" charset="-122"/>
        </a:defRPr>
      </a:lvl8pPr>
      <a:lvl9pPr marL="1827376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ea typeface="微软雅黑" pitchFamily="34" charset="-122"/>
          <a:cs typeface="宋体" charset="-122"/>
        </a:defRPr>
      </a:lvl9pPr>
    </p:titleStyle>
    <p:bodyStyle>
      <a:lvl1pPr marL="179388" indent="-179388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微软雅黑" pitchFamily="34" charset="-122"/>
        </a:defRPr>
      </a:lvl1pPr>
      <a:lvl2pPr marL="539750" indent="-179388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微软雅黑" pitchFamily="34" charset="-122"/>
        </a:defRPr>
      </a:lvl2pPr>
      <a:lvl3pPr marL="893763" indent="-173038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600">
          <a:solidFill>
            <a:schemeClr val="tx1"/>
          </a:solidFill>
          <a:latin typeface="+mn-lt"/>
          <a:ea typeface="+mn-ea"/>
          <a:cs typeface="微软雅黑" pitchFamily="34" charset="-122"/>
        </a:defRPr>
      </a:lvl3pPr>
      <a:lvl4pPr marL="1254125" indent="-179388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400">
          <a:solidFill>
            <a:schemeClr val="tx1"/>
          </a:solidFill>
          <a:latin typeface="+mn-lt"/>
          <a:ea typeface="+mn-ea"/>
          <a:cs typeface="微软雅黑" pitchFamily="34" charset="-122"/>
        </a:defRPr>
      </a:lvl4pPr>
      <a:lvl5pPr marL="1617663" indent="-182563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微软雅黑" pitchFamily="34" charset="-122"/>
        </a:defRPr>
      </a:lvl5pPr>
      <a:lvl6pPr marL="2074832" indent="-184007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531676" indent="-184007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2988522" indent="-184007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445363" indent="-184007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43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89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534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376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219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063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907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751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 userDrawn="1"/>
        </p:nvSpPr>
        <p:spPr bwMode="auto">
          <a:xfrm>
            <a:off x="0" y="4851400"/>
            <a:ext cx="9144000" cy="292100"/>
          </a:xfrm>
          <a:prstGeom prst="rect">
            <a:avLst/>
          </a:prstGeom>
          <a:gradFill rotWithShape="1">
            <a:gsLst>
              <a:gs pos="0">
                <a:srgbClr val="467070"/>
              </a:gs>
              <a:gs pos="100000">
                <a:srgbClr val="97F1F1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9415" y="250828"/>
            <a:ext cx="8785175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70" tIns="45685" rIns="91370" bIns="456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415" y="976316"/>
            <a:ext cx="8785175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70" tIns="45685" rIns="91370" bIns="456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7581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68383" y="4900613"/>
            <a:ext cx="1261937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70" tIns="45685" rIns="91370" bIns="45685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FBC8ADD8-60C4-4931-9579-E82A1B460B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293688"/>
          </a:xfrm>
          <a:prstGeom prst="rect">
            <a:avLst/>
          </a:prstGeom>
          <a:gradFill rotWithShape="1">
            <a:gsLst>
              <a:gs pos="0">
                <a:srgbClr val="97F1F1"/>
              </a:gs>
              <a:gs pos="100000">
                <a:srgbClr val="46707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5" name="AutoShape 7"/>
          <p:cNvSpPr>
            <a:spLocks noChangeArrowheads="1"/>
          </p:cNvSpPr>
          <p:nvPr userDrawn="1"/>
        </p:nvSpPr>
        <p:spPr bwMode="auto">
          <a:xfrm>
            <a:off x="2842383" y="7938"/>
            <a:ext cx="6301619" cy="34925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97F1F1"/>
              </a:gs>
              <a:gs pos="100000">
                <a:srgbClr val="467070"/>
              </a:gs>
            </a:gsLst>
            <a:lin ang="18900000" scaled="1"/>
          </a:gradFill>
          <a:ln>
            <a:noFill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lIns="91370" tIns="45685" rIns="91370" bIns="45685" anchor="ctr"/>
          <a:lstStyle/>
          <a:p>
            <a:pPr algn="r"/>
            <a:endParaRPr lang="zh-CN" altLang="zh-CN" sz="2000" b="1" i="1">
              <a:solidFill>
                <a:srgbClr val="97F1F1"/>
              </a:solidFill>
              <a:ea typeface="幼圆" pitchFamily="49" charset="-122"/>
            </a:endParaRPr>
          </a:p>
        </p:txBody>
      </p:sp>
      <p:sp>
        <p:nvSpPr>
          <p:cNvPr id="2056" name="AutoShape 8"/>
          <p:cNvSpPr>
            <a:spLocks noChangeArrowheads="1"/>
          </p:cNvSpPr>
          <p:nvPr userDrawn="1"/>
        </p:nvSpPr>
        <p:spPr bwMode="auto">
          <a:xfrm>
            <a:off x="94748" y="815978"/>
            <a:ext cx="177397" cy="106363"/>
          </a:xfrm>
          <a:prstGeom prst="diamond">
            <a:avLst/>
          </a:prstGeom>
          <a:solidFill>
            <a:srgbClr val="97F1F1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7" name="AutoShape 9"/>
          <p:cNvSpPr>
            <a:spLocks noChangeArrowheads="1"/>
          </p:cNvSpPr>
          <p:nvPr userDrawn="1"/>
        </p:nvSpPr>
        <p:spPr bwMode="auto">
          <a:xfrm>
            <a:off x="8863796" y="815978"/>
            <a:ext cx="179412" cy="106363"/>
          </a:xfrm>
          <a:prstGeom prst="diamond">
            <a:avLst/>
          </a:prstGeom>
          <a:solidFill>
            <a:srgbClr val="97F1F1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8" name="Rectangle 10"/>
          <p:cNvSpPr>
            <a:spLocks noChangeArrowheads="1"/>
          </p:cNvSpPr>
          <p:nvPr userDrawn="1"/>
        </p:nvSpPr>
        <p:spPr bwMode="auto">
          <a:xfrm>
            <a:off x="312461" y="836613"/>
            <a:ext cx="8506984" cy="66675"/>
          </a:xfrm>
          <a:prstGeom prst="rect">
            <a:avLst/>
          </a:prstGeom>
          <a:gradFill rotWithShape="1">
            <a:gsLst>
              <a:gs pos="0">
                <a:srgbClr val="467070"/>
              </a:gs>
              <a:gs pos="100000">
                <a:srgbClr val="97F1F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9" name="AutoShape 11"/>
          <p:cNvSpPr>
            <a:spLocks noChangeArrowheads="1"/>
          </p:cNvSpPr>
          <p:nvPr userDrawn="1"/>
        </p:nvSpPr>
        <p:spPr bwMode="auto">
          <a:xfrm>
            <a:off x="153207" y="4932366"/>
            <a:ext cx="124984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0" name="AutoShape 12"/>
          <p:cNvSpPr>
            <a:spLocks noChangeArrowheads="1"/>
          </p:cNvSpPr>
          <p:nvPr userDrawn="1"/>
        </p:nvSpPr>
        <p:spPr bwMode="auto">
          <a:xfrm>
            <a:off x="330603" y="4932366"/>
            <a:ext cx="122969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1" name="AutoShape 13"/>
          <p:cNvSpPr>
            <a:spLocks noChangeArrowheads="1"/>
          </p:cNvSpPr>
          <p:nvPr userDrawn="1"/>
        </p:nvSpPr>
        <p:spPr bwMode="auto">
          <a:xfrm>
            <a:off x="683382" y="4932366"/>
            <a:ext cx="124984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2" name="AutoShape 14"/>
          <p:cNvSpPr>
            <a:spLocks noChangeArrowheads="1"/>
          </p:cNvSpPr>
          <p:nvPr userDrawn="1"/>
        </p:nvSpPr>
        <p:spPr bwMode="auto">
          <a:xfrm>
            <a:off x="862795" y="4932366"/>
            <a:ext cx="122969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3" name="AutoShape 15"/>
          <p:cNvSpPr>
            <a:spLocks noChangeArrowheads="1"/>
          </p:cNvSpPr>
          <p:nvPr userDrawn="1"/>
        </p:nvSpPr>
        <p:spPr bwMode="auto">
          <a:xfrm>
            <a:off x="1038177" y="4932366"/>
            <a:ext cx="122968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4" name="AutoShape 16"/>
          <p:cNvSpPr>
            <a:spLocks noChangeArrowheads="1"/>
          </p:cNvSpPr>
          <p:nvPr userDrawn="1"/>
        </p:nvSpPr>
        <p:spPr bwMode="auto">
          <a:xfrm>
            <a:off x="1392969" y="4932366"/>
            <a:ext cx="122968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5" name="AutoShape 17"/>
          <p:cNvSpPr>
            <a:spLocks noChangeArrowheads="1"/>
          </p:cNvSpPr>
          <p:nvPr userDrawn="1"/>
        </p:nvSpPr>
        <p:spPr bwMode="auto">
          <a:xfrm>
            <a:off x="1570366" y="4932366"/>
            <a:ext cx="122968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6" name="AutoShape 18"/>
          <p:cNvSpPr>
            <a:spLocks noChangeArrowheads="1"/>
          </p:cNvSpPr>
          <p:nvPr userDrawn="1"/>
        </p:nvSpPr>
        <p:spPr bwMode="auto">
          <a:xfrm>
            <a:off x="151193" y="5029203"/>
            <a:ext cx="122968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7" name="AutoShape 19"/>
          <p:cNvSpPr>
            <a:spLocks noChangeArrowheads="1"/>
          </p:cNvSpPr>
          <p:nvPr userDrawn="1"/>
        </p:nvSpPr>
        <p:spPr bwMode="auto">
          <a:xfrm>
            <a:off x="326572" y="5029203"/>
            <a:ext cx="124984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8" name="AutoShape 20"/>
          <p:cNvSpPr>
            <a:spLocks noChangeArrowheads="1"/>
          </p:cNvSpPr>
          <p:nvPr userDrawn="1"/>
        </p:nvSpPr>
        <p:spPr bwMode="auto">
          <a:xfrm>
            <a:off x="503970" y="5029203"/>
            <a:ext cx="124984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69" name="AutoShape 21"/>
          <p:cNvSpPr>
            <a:spLocks noChangeArrowheads="1"/>
          </p:cNvSpPr>
          <p:nvPr userDrawn="1"/>
        </p:nvSpPr>
        <p:spPr bwMode="auto">
          <a:xfrm>
            <a:off x="681365" y="5029203"/>
            <a:ext cx="122969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70" name="AutoShape 22"/>
          <p:cNvSpPr>
            <a:spLocks noChangeArrowheads="1"/>
          </p:cNvSpPr>
          <p:nvPr userDrawn="1"/>
        </p:nvSpPr>
        <p:spPr bwMode="auto">
          <a:xfrm>
            <a:off x="1034144" y="5029203"/>
            <a:ext cx="124984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71" name="AutoShape 23"/>
          <p:cNvSpPr>
            <a:spLocks noChangeArrowheads="1"/>
          </p:cNvSpPr>
          <p:nvPr userDrawn="1"/>
        </p:nvSpPr>
        <p:spPr bwMode="auto">
          <a:xfrm>
            <a:off x="1213557" y="5029203"/>
            <a:ext cx="122969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72" name="AutoShape 24"/>
          <p:cNvSpPr>
            <a:spLocks noChangeArrowheads="1"/>
          </p:cNvSpPr>
          <p:nvPr userDrawn="1"/>
        </p:nvSpPr>
        <p:spPr bwMode="auto">
          <a:xfrm>
            <a:off x="1388939" y="5029203"/>
            <a:ext cx="122968" cy="66675"/>
          </a:xfrm>
          <a:prstGeom prst="roundRect">
            <a:avLst>
              <a:gd name="adj" fmla="val 16667"/>
            </a:avLst>
          </a:prstGeom>
          <a:solidFill>
            <a:srgbClr val="97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73" name="WordArt 25"/>
          <p:cNvSpPr>
            <a:spLocks noChangeArrowheads="1" noChangeShapeType="1" noTextEdit="1"/>
          </p:cNvSpPr>
          <p:nvPr userDrawn="1"/>
        </p:nvSpPr>
        <p:spPr bwMode="auto">
          <a:xfrm>
            <a:off x="203606" y="49216"/>
            <a:ext cx="2406952" cy="1539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TopRight"/>
              <a:lightRig rig="legacyFlat3" dir="b"/>
            </a:scene3d>
            <a:sp3d prstMaterial="legacyMatte">
              <a:extrusionClr>
                <a:srgbClr val="FF99CC"/>
              </a:extrusionClr>
            </a:sp3d>
          </a:bodyPr>
          <a:lstStyle/>
          <a:p>
            <a:pPr algn="ctr"/>
            <a:r>
              <a:rPr lang="en-US" altLang="zh-CN" sz="1200" kern="10">
                <a:ln w="9525">
                  <a:round/>
                  <a:headEnd/>
                  <a:tailEnd/>
                </a:ln>
                <a:solidFill>
                  <a:srgbClr val="FF99CC"/>
                </a:solidFill>
                <a:latin typeface="宋体"/>
                <a:ea typeface="宋体"/>
              </a:rPr>
              <a:t>PROGRAM DESIGN IN C</a:t>
            </a:r>
            <a:endParaRPr lang="zh-CN" altLang="en-US" sz="1200" kern="10">
              <a:ln w="9525">
                <a:round/>
                <a:headEnd/>
                <a:tailEnd/>
              </a:ln>
              <a:solidFill>
                <a:srgbClr val="FF99CC"/>
              </a:solidFill>
              <a:latin typeface="宋体"/>
              <a:ea typeface="宋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  <p:sldLayoutId id="2147484149" r:id="rId5"/>
    <p:sldLayoutId id="2147484150" r:id="rId6"/>
    <p:sldLayoutId id="2147484151" r:id="rId7"/>
    <p:sldLayoutId id="2147484152" r:id="rId8"/>
    <p:sldLayoutId id="2147484153" r:id="rId9"/>
    <p:sldLayoutId id="2147484154" r:id="rId10"/>
    <p:sldLayoutId id="214748415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Arial" pitchFamily="34" charset="0"/>
          <a:ea typeface="华文新魏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Arial" pitchFamily="34" charset="0"/>
          <a:ea typeface="华文新魏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Arial" pitchFamily="34" charset="0"/>
          <a:ea typeface="华文新魏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Arial" pitchFamily="34" charset="0"/>
          <a:ea typeface="华文新魏" pitchFamily="2" charset="-122"/>
        </a:defRPr>
      </a:lvl5pPr>
      <a:lvl6pPr marL="456843" algn="l" rtl="0" fontAlgn="base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Arial" pitchFamily="34" charset="0"/>
          <a:ea typeface="华文新魏" pitchFamily="2" charset="-122"/>
        </a:defRPr>
      </a:lvl6pPr>
      <a:lvl7pPr marL="913689" algn="l" rtl="0" fontAlgn="base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Arial" pitchFamily="34" charset="0"/>
          <a:ea typeface="华文新魏" pitchFamily="2" charset="-122"/>
        </a:defRPr>
      </a:lvl7pPr>
      <a:lvl8pPr marL="1370534" algn="l" rtl="0" fontAlgn="base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Arial" pitchFamily="34" charset="0"/>
          <a:ea typeface="华文新魏" pitchFamily="2" charset="-122"/>
        </a:defRPr>
      </a:lvl8pPr>
      <a:lvl9pPr marL="1827376" algn="l" rtl="0" fontAlgn="base">
        <a:spcBef>
          <a:spcPct val="0"/>
        </a:spcBef>
        <a:spcAft>
          <a:spcPct val="0"/>
        </a:spcAft>
        <a:defRPr sz="4000" b="1">
          <a:solidFill>
            <a:srgbClr val="0066CC"/>
          </a:solidFill>
          <a:latin typeface="Arial" pitchFamily="34" charset="0"/>
          <a:ea typeface="华文新魏" pitchFamily="2" charset="-122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Blip>
          <a:blip r:embed="rId13"/>
        </a:buBlip>
        <a:defRPr sz="2800" b="1">
          <a:solidFill>
            <a:srgbClr val="FF6600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Blip>
          <a:blip r:embed="rId14"/>
        </a:buBlip>
        <a:defRPr sz="2400" b="1">
          <a:solidFill>
            <a:schemeClr val="hlink"/>
          </a:solidFill>
          <a:latin typeface="+mn-lt"/>
          <a:ea typeface="宋体" pitchFamily="2" charset="-122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2000" b="1">
          <a:solidFill>
            <a:srgbClr val="008000"/>
          </a:solidFill>
          <a:latin typeface="+mn-lt"/>
          <a:ea typeface="宋体" pitchFamily="2" charset="-122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宋体" pitchFamily="2" charset="-122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宋体" pitchFamily="2" charset="-122"/>
        </a:defRPr>
      </a:lvl5pPr>
      <a:lvl6pPr marL="2512640" indent="-228421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宋体" pitchFamily="2" charset="-122"/>
        </a:defRPr>
      </a:lvl6pPr>
      <a:lvl7pPr marL="2969483" indent="-228421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宋体" pitchFamily="2" charset="-122"/>
        </a:defRPr>
      </a:lvl7pPr>
      <a:lvl8pPr marL="3426330" indent="-228421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宋体" pitchFamily="2" charset="-122"/>
        </a:defRPr>
      </a:lvl8pPr>
      <a:lvl9pPr marL="3883174" indent="-228421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43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89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534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376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219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063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907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751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85397" y="457200"/>
            <a:ext cx="7773206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0" tIns="45685" rIns="91370" bIns="456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307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397" y="1485900"/>
            <a:ext cx="7773206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0" tIns="45685" rIns="91370" bIns="456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8164" name="Rectangle 102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398" y="4686300"/>
            <a:ext cx="190500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0" tIns="45685" rIns="91370" bIns="45685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1"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5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603" y="4686300"/>
            <a:ext cx="2894794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0" tIns="45685" rIns="91370" bIns="45685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kumimoji="1"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6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606" y="4686300"/>
            <a:ext cx="1904999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0" tIns="45685" rIns="91370" bIns="45685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80877A99-C786-4C7E-93A5-BA1728DE12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6843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368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0534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7376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2640" indent="-228421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69483" indent="-228421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6330" indent="-228421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3174" indent="-228421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43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89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534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376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219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063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907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751" algn="l" defTabSz="9136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44715" y="195263"/>
            <a:ext cx="437444" cy="355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97" tIns="35248" rIns="70497" bIns="35248" anchor="ctr"/>
          <a:lstStyle/>
          <a:p>
            <a:pPr algn="ctr"/>
            <a:endParaRPr lang="zh-CN" altLang="zh-CN" sz="19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727732" y="195263"/>
            <a:ext cx="328587" cy="355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97" tIns="35248" rIns="70497" bIns="35248" anchor="ctr"/>
          <a:lstStyle/>
          <a:p>
            <a:pPr algn="ctr"/>
            <a:endParaRPr lang="zh-CN" altLang="zh-CN" sz="19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467685" y="512763"/>
            <a:ext cx="423333" cy="3556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97" tIns="35248" rIns="70497" bIns="35248" anchor="ctr"/>
          <a:lstStyle/>
          <a:p>
            <a:pPr algn="ctr"/>
            <a:endParaRPr lang="zh-CN" altLang="zh-CN" sz="19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838605" y="512763"/>
            <a:ext cx="368905" cy="3556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97" tIns="35248" rIns="70497" bIns="35248" anchor="ctr"/>
          <a:lstStyle/>
          <a:p>
            <a:pPr algn="ctr"/>
            <a:endParaRPr lang="zh-CN" altLang="zh-CN" sz="19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00795" y="549278"/>
            <a:ext cx="560413" cy="3159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97" tIns="35248" rIns="70497" bIns="35248" anchor="ctr"/>
          <a:lstStyle/>
          <a:p>
            <a:pPr algn="ctr"/>
            <a:endParaRPr lang="zh-CN" altLang="zh-CN" sz="19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703540" y="42866"/>
            <a:ext cx="32254" cy="78898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97" tIns="35248" rIns="70497" bIns="35248" anchor="ctr"/>
          <a:lstStyle/>
          <a:p>
            <a:pPr algn="ctr"/>
            <a:endParaRPr lang="zh-CN" altLang="zh-CN" sz="19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385034" y="706438"/>
            <a:ext cx="8226777" cy="2381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97" tIns="35248" rIns="70497" bIns="35248" anchor="ctr"/>
          <a:lstStyle/>
          <a:p>
            <a:pPr algn="ctr"/>
            <a:endParaRPr lang="zh-CN" altLang="zh-CN" sz="19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314351" y="-158750"/>
            <a:ext cx="779336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0497" tIns="35248" rIns="70497" bIns="3524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2207" y="896938"/>
            <a:ext cx="7773206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0497" tIns="35248" rIns="70497" bIns="352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5206" y="4743450"/>
            <a:ext cx="1905001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0497" tIns="35248" rIns="70497" bIns="35248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399" y="4743450"/>
            <a:ext cx="2896809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0497" tIns="35248" rIns="70497" bIns="35248" numCol="1" anchor="b" anchorCtr="0" compatLnSpc="1">
            <a:prstTxWarp prst="textNoShape">
              <a:avLst/>
            </a:prstTxWarp>
          </a:bodyPr>
          <a:lstStyle>
            <a:lvl1pPr algn="ctr">
              <a:defRPr sz="11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398" y="4743450"/>
            <a:ext cx="1905001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0497" tIns="35248" rIns="70497" bIns="35248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E265624C-E7D0-4CDF-AC6C-E95DD526713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82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  <p:sldLayoutId id="2147484192" r:id="rId12"/>
    <p:sldLayoutId id="2147484193" r:id="rId13"/>
    <p:sldLayoutId id="214748419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352487" algn="l" rtl="0" fontAlgn="base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704975" algn="l" rtl="0" fontAlgn="base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057462" algn="l" rtl="0" fontAlgn="base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409951" algn="l" rtl="0" fontAlgn="base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263525" indent="-263525" algn="l" rtl="0" eaLnBrk="0" fontAlgn="base" hangingPunct="0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1907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2pPr>
      <a:lvl3pPr marL="881063" indent="-1762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1900">
          <a:solidFill>
            <a:schemeClr val="tx1"/>
          </a:solidFill>
          <a:latin typeface="+mn-lt"/>
          <a:ea typeface="宋体" pitchFamily="2" charset="-122"/>
        </a:defRPr>
      </a:lvl3pPr>
      <a:lvl4pPr marL="1233488" indent="-1762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宋体" pitchFamily="2" charset="-122"/>
        </a:defRPr>
      </a:lvl4pPr>
      <a:lvl5pPr marL="1585913" indent="-1762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宋体" pitchFamily="2" charset="-122"/>
        </a:defRPr>
      </a:lvl5pPr>
      <a:lvl6pPr marL="1938682" indent="-17624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宋体" pitchFamily="2" charset="-122"/>
        </a:defRPr>
      </a:lvl6pPr>
      <a:lvl7pPr marL="2291172" indent="-17624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宋体" pitchFamily="2" charset="-122"/>
        </a:defRPr>
      </a:lvl7pPr>
      <a:lvl8pPr marL="2643660" indent="-17624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宋体" pitchFamily="2" charset="-122"/>
        </a:defRPr>
      </a:lvl8pPr>
      <a:lvl9pPr marL="2996145" indent="-17624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2487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04975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57462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09951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62440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14924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67414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19903" algn="l" defTabSz="7049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37160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6" y="4767263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9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7" r:id="rId1"/>
    <p:sldLayoutId id="2147484228" r:id="rId2"/>
    <p:sldLayoutId id="2147484229" r:id="rId3"/>
    <p:sldLayoutId id="2147484230" r:id="rId4"/>
    <p:sldLayoutId id="2147484231" r:id="rId5"/>
    <p:sldLayoutId id="2147484232" r:id="rId6"/>
    <p:sldLayoutId id="2147484233" r:id="rId7"/>
    <p:sldLayoutId id="2147484234" r:id="rId8"/>
    <p:sldLayoutId id="2147484235" r:id="rId9"/>
    <p:sldLayoutId id="2147484236" r:id="rId10"/>
    <p:sldLayoutId id="2147484237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Wingdings 2" pitchFamily="18" charset="2"/>
        <a:buChar char="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Wingdings 2" pitchFamily="18" charset="2"/>
        <a:buChar char="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Wingdings 2" pitchFamily="18" charset="2"/>
        <a:buChar char="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Wingdings 2" pitchFamily="18" charset="2"/>
        <a:buChar char="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Wingdings 2" pitchFamily="18" charset="2"/>
        <a:buChar char="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spcBef>
          <a:spcPct val="20000"/>
        </a:spcBef>
        <a:buFont typeface="Wingdings 2" pitchFamily="18" charset="2"/>
        <a:buChar char="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spcBef>
          <a:spcPct val="20000"/>
        </a:spcBef>
        <a:buFont typeface="Wingdings 2" pitchFamily="18" charset="2"/>
        <a:buChar char="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spcBef>
          <a:spcPct val="20000"/>
        </a:spcBef>
        <a:buFont typeface="Wingdings 2" pitchFamily="18" charset="2"/>
        <a:buChar char="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spcBef>
          <a:spcPct val="20000"/>
        </a:spcBef>
        <a:buFont typeface="Wingdings 2" pitchFamily="18" charset="2"/>
        <a:buChar char="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35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8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8.png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4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8.png"/><Relationship Id="rId5" Type="http://schemas.openxmlformats.org/officeDocument/2006/relationships/tags" Target="../tags/tag34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8.png"/><Relationship Id="rId5" Type="http://schemas.openxmlformats.org/officeDocument/2006/relationships/tags" Target="../tags/tag43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42.xml"/><Relationship Id="rId9" Type="http://schemas.openxmlformats.org/officeDocument/2006/relationships/tags" Target="../tags/tag4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19" Type="http://schemas.openxmlformats.org/officeDocument/2006/relationships/image" Target="../media/image8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10" Type="http://schemas.openxmlformats.org/officeDocument/2006/relationships/tags" Target="../tags/tag74.xml"/><Relationship Id="rId19" Type="http://schemas.openxmlformats.org/officeDocument/2006/relationships/image" Target="../media/image8.png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19" Type="http://schemas.openxmlformats.org/officeDocument/2006/relationships/image" Target="../media/image8.png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19" Type="http://schemas.openxmlformats.org/officeDocument/2006/relationships/image" Target="../media/image8.png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19" Type="http://schemas.openxmlformats.org/officeDocument/2006/relationships/image" Target="../media/image8.png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../media/image8.png"/><Relationship Id="rId5" Type="http://schemas.openxmlformats.org/officeDocument/2006/relationships/tags" Target="../tags/tag137.xml"/><Relationship Id="rId10" Type="http://schemas.openxmlformats.org/officeDocument/2006/relationships/slideLayout" Target="../slideLayouts/slideLayout54.xml"/><Relationship Id="rId4" Type="http://schemas.openxmlformats.org/officeDocument/2006/relationships/tags" Target="../tags/tag136.xml"/><Relationship Id="rId9" Type="http://schemas.openxmlformats.org/officeDocument/2006/relationships/tags" Target="../tags/tag14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file:///H:\l4_82.exe" TargetMode="External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13" Type="http://schemas.openxmlformats.org/officeDocument/2006/relationships/tags" Target="../tags/tag154.xml"/><Relationship Id="rId18" Type="http://schemas.openxmlformats.org/officeDocument/2006/relationships/slideLayout" Target="../slideLayouts/slideLayout54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" Type="http://schemas.openxmlformats.org/officeDocument/2006/relationships/tags" Target="../tags/tag143.xml"/><Relationship Id="rId16" Type="http://schemas.openxmlformats.org/officeDocument/2006/relationships/tags" Target="../tags/tag157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tags" Target="../tags/tag152.xml"/><Relationship Id="rId5" Type="http://schemas.openxmlformats.org/officeDocument/2006/relationships/tags" Target="../tags/tag146.xml"/><Relationship Id="rId15" Type="http://schemas.openxmlformats.org/officeDocument/2006/relationships/tags" Target="../tags/tag156.xml"/><Relationship Id="rId10" Type="http://schemas.openxmlformats.org/officeDocument/2006/relationships/tags" Target="../tags/tag151.xml"/><Relationship Id="rId19" Type="http://schemas.openxmlformats.org/officeDocument/2006/relationships/image" Target="../media/image8.png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4" Type="http://schemas.openxmlformats.org/officeDocument/2006/relationships/tags" Target="../tags/tag155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image" Target="../media/image8.png"/><Relationship Id="rId5" Type="http://schemas.openxmlformats.org/officeDocument/2006/relationships/tags" Target="../tags/tag163.xml"/><Relationship Id="rId10" Type="http://schemas.openxmlformats.org/officeDocument/2006/relationships/slideLayout" Target="../slideLayouts/slideLayout54.xml"/><Relationship Id="rId4" Type="http://schemas.openxmlformats.org/officeDocument/2006/relationships/tags" Target="../tags/tag162.xml"/><Relationship Id="rId9" Type="http://schemas.openxmlformats.org/officeDocument/2006/relationships/tags" Target="../tags/tag16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175.xml"/><Relationship Id="rId3" Type="http://schemas.openxmlformats.org/officeDocument/2006/relationships/tags" Target="../tags/tag170.xml"/><Relationship Id="rId7" Type="http://schemas.openxmlformats.org/officeDocument/2006/relationships/tags" Target="../tags/tag174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image" Target="../media/image8.png"/><Relationship Id="rId5" Type="http://schemas.openxmlformats.org/officeDocument/2006/relationships/tags" Target="../tags/tag172.xml"/><Relationship Id="rId10" Type="http://schemas.openxmlformats.org/officeDocument/2006/relationships/slideLayout" Target="../slideLayouts/slideLayout54.xml"/><Relationship Id="rId4" Type="http://schemas.openxmlformats.org/officeDocument/2006/relationships/tags" Target="../tags/tag171.xml"/><Relationship Id="rId9" Type="http://schemas.openxmlformats.org/officeDocument/2006/relationships/tags" Target="../tags/tag176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13" Type="http://schemas.openxmlformats.org/officeDocument/2006/relationships/tags" Target="../tags/tag189.xml"/><Relationship Id="rId18" Type="http://schemas.openxmlformats.org/officeDocument/2006/relationships/slideLayout" Target="../slideLayouts/slideLayout54.xml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12" Type="http://schemas.openxmlformats.org/officeDocument/2006/relationships/tags" Target="../tags/tag188.xml"/><Relationship Id="rId17" Type="http://schemas.openxmlformats.org/officeDocument/2006/relationships/tags" Target="../tags/tag193.xml"/><Relationship Id="rId2" Type="http://schemas.openxmlformats.org/officeDocument/2006/relationships/tags" Target="../tags/tag178.xml"/><Relationship Id="rId16" Type="http://schemas.openxmlformats.org/officeDocument/2006/relationships/tags" Target="../tags/tag192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11" Type="http://schemas.openxmlformats.org/officeDocument/2006/relationships/tags" Target="../tags/tag187.xml"/><Relationship Id="rId5" Type="http://schemas.openxmlformats.org/officeDocument/2006/relationships/tags" Target="../tags/tag181.xml"/><Relationship Id="rId15" Type="http://schemas.openxmlformats.org/officeDocument/2006/relationships/tags" Target="../tags/tag191.xml"/><Relationship Id="rId10" Type="http://schemas.openxmlformats.org/officeDocument/2006/relationships/tags" Target="../tags/tag186.xml"/><Relationship Id="rId19" Type="http://schemas.openxmlformats.org/officeDocument/2006/relationships/image" Target="../media/image8.png"/><Relationship Id="rId4" Type="http://schemas.openxmlformats.org/officeDocument/2006/relationships/tags" Target="../tags/tag180.xml"/><Relationship Id="rId9" Type="http://schemas.openxmlformats.org/officeDocument/2006/relationships/tags" Target="../tags/tag185.xml"/><Relationship Id="rId14" Type="http://schemas.openxmlformats.org/officeDocument/2006/relationships/tags" Target="../tags/tag190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image" Target="../media/image8.png"/><Relationship Id="rId5" Type="http://schemas.openxmlformats.org/officeDocument/2006/relationships/tags" Target="../tags/tag198.xml"/><Relationship Id="rId10" Type="http://schemas.openxmlformats.org/officeDocument/2006/relationships/slideLayout" Target="../slideLayouts/slideLayout54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选择结构 </a:t>
            </a:r>
          </a:p>
        </p:txBody>
      </p:sp>
    </p:spTree>
    <p:extLst>
      <p:ext uri="{BB962C8B-B14F-4D97-AF65-F5344CB8AC3E}">
        <p14:creationId xmlns:p14="http://schemas.microsoft.com/office/powerpoint/2010/main" val="298336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17738" y="95250"/>
            <a:ext cx="5586412" cy="533400"/>
          </a:xfrm>
        </p:spPr>
        <p:txBody>
          <a:bodyPr/>
          <a:lstStyle/>
          <a:p>
            <a:pPr eaLnBrk="1" hangingPunct="1"/>
            <a:r>
              <a:rPr lang="zh-CN" altLang="zh-CN" sz="2800">
                <a:latin typeface="楷体_GB2312" pitchFamily="49" charset="-122"/>
              </a:rPr>
              <a:t>C</a:t>
            </a:r>
            <a:r>
              <a:rPr lang="zh-CN" altLang="en-US" sz="2800" dirty="0">
                <a:latin typeface="楷体_GB2312" pitchFamily="49" charset="-122"/>
              </a:rPr>
              <a:t>语言程序的基本语句</a:t>
            </a:r>
            <a:r>
              <a:rPr lang="zh-CN" altLang="en-US" sz="3100" b="0" dirty="0">
                <a:solidFill>
                  <a:schemeClr val="folHlink"/>
                </a:solidFill>
                <a:latin typeface="文鼎书宋简"/>
                <a:ea typeface="文鼎书宋简"/>
                <a:cs typeface="文鼎书宋简"/>
              </a:rPr>
              <a:t> 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4303" y="892178"/>
            <a:ext cx="6632575" cy="3311525"/>
          </a:xfrm>
        </p:spPr>
        <p:txBody>
          <a:bodyPr/>
          <a:lstStyle/>
          <a:p>
            <a:pPr marL="0" indent="0" algn="just" eaLnBrk="1" hangingPunct="1"/>
            <a:r>
              <a:rPr lang="zh-CN" altLang="zh-CN" sz="2200" b="1">
                <a:latin typeface="Arial" pitchFamily="34" charset="0"/>
              </a:rPr>
              <a:t> </a:t>
            </a:r>
            <a:r>
              <a:rPr lang="zh-CN" altLang="zh-CN" sz="2200" b="1">
                <a:latin typeface="Times New Roman" pitchFamily="18" charset="0"/>
              </a:rPr>
              <a:t>C</a:t>
            </a:r>
            <a:r>
              <a:rPr lang="zh-CN" altLang="en-US" sz="2200" b="1">
                <a:latin typeface="Courier New" pitchFamily="49" charset="0"/>
              </a:rPr>
              <a:t>语言语句有五</a:t>
            </a:r>
            <a:r>
              <a:rPr lang="zh-CN" altLang="en-US" sz="2200" b="1"/>
              <a:t>类</a:t>
            </a:r>
            <a:r>
              <a:rPr lang="zh-CN" altLang="zh-CN" sz="2200" b="1">
                <a:latin typeface="Times New Roman" pitchFamily="18" charset="0"/>
              </a:rPr>
              <a:t>:</a:t>
            </a: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spcAft>
                <a:spcPct val="25000"/>
              </a:spcAft>
              <a:buSzPct val="85000"/>
              <a:buNone/>
            </a:pPr>
            <a:r>
              <a:rPr lang="zh-CN" altLang="zh-CN" sz="2200" b="1"/>
              <a:t>   </a:t>
            </a:r>
            <a:r>
              <a:rPr lang="zh-CN" altLang="en-US" sz="2200" b="1"/>
              <a:t>表达式语句</a:t>
            </a:r>
            <a:r>
              <a:rPr lang="zh-CN" altLang="en-US" sz="1500" b="1"/>
              <a:t>、</a:t>
            </a:r>
            <a:r>
              <a:rPr lang="zh-CN" altLang="en-US" sz="2200" b="1"/>
              <a:t>函数调用语句</a:t>
            </a:r>
            <a:r>
              <a:rPr lang="zh-CN" altLang="en-US" sz="1500" b="1"/>
              <a:t>、</a:t>
            </a:r>
            <a:r>
              <a:rPr lang="zh-CN" altLang="en-US" sz="2200" b="1"/>
              <a:t>控制语句</a:t>
            </a:r>
            <a:r>
              <a:rPr lang="zh-CN" altLang="en-US" sz="1500" b="1"/>
              <a:t>、</a:t>
            </a:r>
            <a:r>
              <a:rPr lang="zh-CN" altLang="en-US" sz="2200" b="1"/>
              <a:t>复合语句</a:t>
            </a:r>
            <a:r>
              <a:rPr lang="zh-CN" altLang="en-US" sz="1500" b="1"/>
              <a:t>、</a:t>
            </a:r>
          </a:p>
          <a:p>
            <a:pPr marL="0" indent="0" eaLnBrk="1" hangingPunct="1">
              <a:buSzPct val="85000"/>
              <a:buNone/>
            </a:pPr>
            <a:r>
              <a:rPr lang="zh-CN" altLang="en-US" sz="1500" b="1"/>
              <a:t>   </a:t>
            </a:r>
            <a:r>
              <a:rPr lang="zh-CN" altLang="en-US" sz="1200" b="1"/>
              <a:t>  </a:t>
            </a:r>
            <a:r>
              <a:rPr lang="zh-CN" altLang="en-US" sz="2200" b="1"/>
              <a:t>空语句。</a:t>
            </a:r>
            <a:r>
              <a:rPr lang="zh-CN" altLang="en-US" sz="2200" b="1">
                <a:latin typeface="Times New Roman" pitchFamily="18" charset="0"/>
              </a:rPr>
              <a:t>“</a:t>
            </a:r>
            <a:r>
              <a:rPr lang="zh-CN" altLang="en-US" sz="900" b="1">
                <a:solidFill>
                  <a:schemeClr val="hlink"/>
                </a:solidFill>
                <a:latin typeface="Times New Roman" pitchFamily="18" charset="0"/>
              </a:rPr>
              <a:t> </a:t>
            </a:r>
            <a:r>
              <a:rPr lang="zh-CN" altLang="zh-CN" sz="2200" b="1">
                <a:solidFill>
                  <a:schemeClr val="hlink"/>
                </a:solidFill>
                <a:latin typeface="Times New Roman" pitchFamily="18" charset="0"/>
              </a:rPr>
              <a:t>;</a:t>
            </a:r>
            <a:r>
              <a:rPr lang="zh-CN" altLang="zh-CN" sz="1400" b="1">
                <a:latin typeface="Times New Roman" pitchFamily="18" charset="0"/>
              </a:rPr>
              <a:t> </a:t>
            </a:r>
            <a:r>
              <a:rPr lang="zh-CN" altLang="zh-CN" sz="2200" b="1">
                <a:latin typeface="Times New Roman" pitchFamily="18" charset="0"/>
              </a:rPr>
              <a:t>”</a:t>
            </a:r>
            <a:r>
              <a:rPr lang="zh-CN" altLang="en-US" sz="2200" b="1">
                <a:latin typeface="黑体" pitchFamily="49" charset="-122"/>
              </a:rPr>
              <a:t>是</a:t>
            </a:r>
            <a:r>
              <a:rPr lang="zh-CN" altLang="zh-CN" sz="2200" b="1">
                <a:latin typeface="黑体" pitchFamily="49" charset="-122"/>
              </a:rPr>
              <a:t>C</a:t>
            </a:r>
            <a:r>
              <a:rPr lang="zh-CN" altLang="en-US" sz="2200" b="1">
                <a:latin typeface="黑体" pitchFamily="49" charset="-122"/>
              </a:rPr>
              <a:t>语句结束标志。</a:t>
            </a:r>
          </a:p>
        </p:txBody>
      </p:sp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1392238" y="1344616"/>
            <a:ext cx="6780212" cy="2665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274743" tIns="35244" rIns="70489" bIns="35244">
            <a:spAutoFit/>
          </a:bodyPr>
          <a:lstStyle>
            <a:lvl1pPr marL="271463" indent="-271463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4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0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表达式语句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x=x+</a:t>
            </a:r>
            <a:r>
              <a:rPr lang="zh-CN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z+x </a:t>
            </a:r>
            <a:r>
              <a:rPr lang="zh-CN" altLang="zh-CN" sz="20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   </a:t>
            </a:r>
          </a:p>
          <a:p>
            <a:pPr algn="just" eaLnBrk="1" hangingPunct="1">
              <a:lnSpc>
                <a:spcPct val="120000"/>
              </a:lnSpc>
              <a:spcBef>
                <a:spcPct val="35000"/>
              </a:spcBef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</a:rPr>
              <a:t>                   </a:t>
            </a:r>
            <a:r>
              <a:rPr lang="zh-CN" altLang="zh-CN" sz="1400" b="1" dirty="0">
                <a:solidFill>
                  <a:srgbClr val="000000"/>
                </a:solidFill>
                <a:latin typeface="Tahoma" pitchFamily="34" charset="0"/>
              </a:rPr>
              <a:t>      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</a:rPr>
              <a:t>j=j+</a:t>
            </a:r>
            <a:r>
              <a:rPr lang="zh-CN" altLang="zh-CN" sz="2000" b="1" dirty="0">
                <a:solidFill>
                  <a:srgbClr val="000000"/>
                </a:solidFill>
              </a:rPr>
              <a:t>3 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</a:rPr>
              <a:t>     </a:t>
            </a:r>
            <a:r>
              <a:rPr lang="zh-CN" altLang="zh-CN" sz="2000" b="1" dirty="0">
                <a:solidFill>
                  <a:srgbClr val="0030C8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000" b="1" dirty="0">
                <a:solidFill>
                  <a:srgbClr val="0030C8"/>
                </a:solidFill>
                <a:latin typeface="黑体" pitchFamily="49" charset="-122"/>
                <a:ea typeface="黑体" pitchFamily="49" charset="-122"/>
              </a:rPr>
              <a:t>是表达式</a:t>
            </a:r>
            <a:r>
              <a:rPr lang="zh-CN" altLang="zh-CN" sz="2000" b="1" dirty="0">
                <a:solidFill>
                  <a:srgbClr val="0030C8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000" b="1" dirty="0">
                <a:solidFill>
                  <a:srgbClr val="0030C8"/>
                </a:solidFill>
                <a:latin typeface="黑体" pitchFamily="49" charset="-122"/>
                <a:ea typeface="黑体" pitchFamily="49" charset="-122"/>
              </a:rPr>
              <a:t>不是语句</a:t>
            </a:r>
            <a:r>
              <a:rPr lang="zh-CN" altLang="zh-CN" sz="2000" b="1" dirty="0">
                <a:solidFill>
                  <a:srgbClr val="0030C8"/>
                </a:solidFill>
                <a:latin typeface="黑体" pitchFamily="49" charset="-122"/>
                <a:ea typeface="黑体" pitchFamily="49" charset="-122"/>
              </a:rPr>
              <a:t>)</a:t>
            </a:r>
          </a:p>
          <a:p>
            <a:pPr algn="just" eaLnBrk="1" hangingPunct="1">
              <a:lnSpc>
                <a:spcPct val="120000"/>
              </a:lnSpc>
              <a:spcBef>
                <a:spcPct val="30000"/>
              </a:spcBef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</a:rPr>
              <a:t>                           j=j+</a:t>
            </a:r>
            <a:r>
              <a:rPr lang="zh-CN" altLang="zh-CN" sz="2000" b="1" dirty="0">
                <a:solidFill>
                  <a:srgbClr val="000000"/>
                </a:solidFill>
              </a:rPr>
              <a:t>3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</a:rPr>
              <a:t> 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</a:rPr>
              <a:t>   </a:t>
            </a:r>
            <a:r>
              <a:rPr lang="zh-CN" altLang="zh-CN" sz="2000" b="1" dirty="0">
                <a:solidFill>
                  <a:srgbClr val="0030C8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000" b="1" dirty="0">
                <a:solidFill>
                  <a:srgbClr val="0030C8"/>
                </a:solidFill>
                <a:latin typeface="黑体" pitchFamily="49" charset="-122"/>
                <a:ea typeface="黑体" pitchFamily="49" charset="-122"/>
              </a:rPr>
              <a:t>是语句</a:t>
            </a:r>
            <a:r>
              <a:rPr lang="zh-CN" altLang="zh-CN" sz="2000" b="1" dirty="0">
                <a:solidFill>
                  <a:srgbClr val="0030C8"/>
                </a:solidFill>
                <a:latin typeface="黑体" pitchFamily="49" charset="-122"/>
                <a:ea typeface="黑体" pitchFamily="49" charset="-122"/>
              </a:rPr>
              <a:t>)</a:t>
            </a:r>
            <a:endParaRPr lang="zh-CN" altLang="zh-CN" sz="2000" b="1" dirty="0">
              <a:solidFill>
                <a:srgbClr val="0030C8"/>
              </a:solidFill>
              <a:latin typeface="Tahoma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zh-CN" sz="2000" dirty="0">
                <a:solidFill>
                  <a:srgbClr val="000000"/>
                </a:solidFill>
                <a:latin typeface="Tahoma" pitchFamily="34" charset="0"/>
              </a:rPr>
              <a:t>                         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  <a:ea typeface="文鼎书宋简"/>
                <a:cs typeface="文鼎书宋简"/>
              </a:rPr>
              <a:t>++i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  <a:ea typeface="文鼎书宋简"/>
                <a:cs typeface="文鼎书宋简"/>
              </a:rPr>
              <a:t>;  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  <a:ea typeface="文鼎书宋简"/>
                <a:cs typeface="文鼎书宋简"/>
              </a:rPr>
              <a:t>        </a:t>
            </a:r>
            <a:r>
              <a:rPr lang="zh-CN" altLang="zh-CN" sz="2000" dirty="0">
                <a:solidFill>
                  <a:srgbClr val="000000"/>
                </a:solidFill>
                <a:latin typeface="Tahoma" pitchFamily="34" charset="0"/>
                <a:ea typeface="文鼎书宋简"/>
                <a:cs typeface="文鼎书宋简"/>
              </a:rPr>
              <a:t>//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自增运算表达式加分号</a:t>
            </a:r>
            <a:endParaRPr lang="zh-CN" altLang="en-US" sz="2000" b="1" dirty="0">
              <a:solidFill>
                <a:srgbClr val="000000"/>
              </a:solidFill>
              <a:latin typeface="Tahoma" pitchFamily="34" charset="0"/>
              <a:ea typeface="文鼎书宋简"/>
              <a:cs typeface="文鼎书宋简"/>
            </a:endParaRP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spcAft>
                <a:spcPct val="5000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Tahoma" pitchFamily="34" charset="0"/>
                <a:ea typeface="文鼎书宋简"/>
                <a:cs typeface="文鼎书宋简"/>
              </a:rPr>
              <a:t>                           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n+=</a:t>
            </a:r>
            <a:r>
              <a:rPr lang="zh-CN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zh-CN" sz="2000" b="1" dirty="0">
                <a:solidFill>
                  <a:srgbClr val="000000"/>
                </a:solidFill>
                <a:ea typeface="Dotum" pitchFamily="34" charset="-127"/>
              </a:rPr>
              <a:t>0</a:t>
            </a:r>
            <a:r>
              <a:rPr lang="zh-CN" altLang="zh-CN" sz="2000" b="1" dirty="0">
                <a:solidFill>
                  <a:srgbClr val="000000"/>
                </a:solidFill>
                <a:latin typeface="Times New Roman" pitchFamily="18" charset="0"/>
                <a:ea typeface="文鼎书宋简"/>
                <a:cs typeface="文鼎书宋简"/>
              </a:rPr>
              <a:t>;</a:t>
            </a:r>
            <a:r>
              <a:rPr lang="zh-CN" altLang="zh-CN" sz="2000" b="1" dirty="0">
                <a:solidFill>
                  <a:srgbClr val="000000"/>
                </a:solidFill>
                <a:latin typeface="Tahoma" pitchFamily="34" charset="0"/>
                <a:ea typeface="文鼎书宋简"/>
                <a:cs typeface="文鼎书宋简"/>
              </a:rPr>
              <a:t>  </a:t>
            </a:r>
            <a:r>
              <a:rPr lang="zh-CN" altLang="zh-CN" sz="2000" dirty="0">
                <a:solidFill>
                  <a:srgbClr val="000000"/>
                </a:solidFill>
                <a:latin typeface="Tahoma" pitchFamily="34" charset="0"/>
                <a:ea typeface="文鼎书宋简"/>
                <a:cs typeface="文鼎书宋简"/>
              </a:rPr>
              <a:t>//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复合赋值表达式加分号</a:t>
            </a:r>
            <a:endParaRPr lang="zh-CN" altLang="en-US" sz="2000" dirty="0">
              <a:solidFill>
                <a:srgbClr val="000000"/>
              </a:solidFill>
              <a:latin typeface="Tahoma" pitchFamily="34" charset="0"/>
              <a:ea typeface="文鼎书宋简"/>
              <a:cs typeface="文鼎书宋简"/>
            </a:endParaRP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</a:pPr>
            <a:endParaRPr lang="zh-CN" altLang="zh-CN" sz="1400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7559678" y="4400550"/>
            <a:ext cx="239713" cy="363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489" tIns="35244" rIns="70489" bIns="3524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19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90118" name="Picture 6" descr="b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91" y="4754566"/>
            <a:ext cx="142875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91" name="Rectangle 7"/>
          <p:cNvSpPr>
            <a:spLocks noChangeArrowheads="1"/>
          </p:cNvSpPr>
          <p:nvPr/>
        </p:nvSpPr>
        <p:spPr bwMode="auto">
          <a:xfrm>
            <a:off x="1587500" y="1897063"/>
            <a:ext cx="6394450" cy="2101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489" tIns="35244" rIns="70489" bIns="35244">
            <a:spAutoFit/>
          </a:bodyPr>
          <a:lstStyle/>
          <a:p>
            <a:pPr marL="223838" indent="-223838">
              <a:lnSpc>
                <a:spcPct val="110000"/>
              </a:lnSpc>
              <a:spcBef>
                <a:spcPct val="5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函数调用语句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:   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printf(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“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Good\n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”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zh-CN" sz="2200" b="1">
                <a:solidFill>
                  <a:srgbClr val="FF0000"/>
                </a:solidFill>
                <a:latin typeface="Times New Roman" pitchFamily="18" charset="0"/>
              </a:rPr>
              <a:t>;</a:t>
            </a:r>
          </a:p>
          <a:p>
            <a:pPr marL="223838" indent="-223838">
              <a:lnSpc>
                <a:spcPct val="120000"/>
              </a:lnSpc>
              <a:spcBef>
                <a:spcPct val="5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控制语句</a:t>
            </a:r>
            <a:r>
              <a:rPr lang="zh-CN" altLang="zh-CN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: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  if</a:t>
            </a:r>
            <a:r>
              <a:rPr lang="zh-CN" altLang="en-US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语句</a:t>
            </a:r>
            <a:r>
              <a:rPr lang="zh-CN" altLang="zh-CN" sz="1900" b="1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while</a:t>
            </a:r>
            <a:r>
              <a:rPr lang="zh-CN" altLang="en-US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语句</a:t>
            </a:r>
            <a:r>
              <a:rPr lang="zh-CN" altLang="zh-CN" sz="1900" b="1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return</a:t>
            </a:r>
            <a:r>
              <a:rPr lang="zh-CN" altLang="en-US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语句等。</a:t>
            </a:r>
          </a:p>
          <a:p>
            <a:pPr marL="223838" indent="-223838">
              <a:lnSpc>
                <a:spcPct val="120000"/>
              </a:lnSpc>
              <a:spcBef>
                <a:spcPct val="3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复合语句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:    </a:t>
            </a:r>
            <a:r>
              <a:rPr lang="zh-CN" altLang="en-US" sz="22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用</a:t>
            </a:r>
            <a:r>
              <a:rPr lang="zh-CN" altLang="zh-CN" sz="220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{ }</a:t>
            </a:r>
            <a:r>
              <a:rPr lang="zh-CN" altLang="en-US" sz="22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括起来组成的一个语句</a:t>
            </a:r>
          </a:p>
          <a:p>
            <a:pPr marL="223838" indent="-223838">
              <a:lnSpc>
                <a:spcPct val="110000"/>
              </a:lnSpc>
              <a:spcBef>
                <a:spcPct val="50000"/>
              </a:spcBef>
              <a:buClr>
                <a:srgbClr val="008000"/>
              </a:buClr>
              <a:buSzPct val="85000"/>
              <a:buFontTx/>
              <a:buChar char="•"/>
            </a:pPr>
            <a:endParaRPr lang="zh-CN" altLang="zh-CN" sz="2200" b="1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9992" name="Rectangle 8"/>
          <p:cNvSpPr>
            <a:spLocks noChangeArrowheads="1"/>
          </p:cNvSpPr>
          <p:nvPr/>
        </p:nvSpPr>
        <p:spPr bwMode="auto">
          <a:xfrm>
            <a:off x="3311528" y="3479803"/>
            <a:ext cx="3447747" cy="4131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89" tIns="35244" rIns="70489" bIns="35244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rgbClr val="008000"/>
              </a:buClr>
              <a:buSzPct val="85000"/>
            </a:pPr>
            <a:r>
              <a:rPr lang="zh-CN" altLang="zh-CN" sz="2200" b="1">
                <a:solidFill>
                  <a:srgbClr val="000000"/>
                </a:solidFill>
              </a:rPr>
              <a:t>if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200" b="1">
                <a:solidFill>
                  <a:srgbClr val="000000"/>
                </a:solidFill>
              </a:rPr>
              <a:t>a</a:t>
            </a:r>
            <a:r>
              <a:rPr lang="zh-CN" altLang="en-US" sz="2200" b="1">
                <a:solidFill>
                  <a:srgbClr val="000000"/>
                </a:solidFill>
                <a:latin typeface="Tahoma" pitchFamily="34" charset="0"/>
              </a:rPr>
              <a:t>＞</a:t>
            </a:r>
            <a:r>
              <a:rPr lang="zh-CN" altLang="zh-CN" sz="2200" b="1">
                <a:solidFill>
                  <a:srgbClr val="000000"/>
                </a:solidFill>
              </a:rPr>
              <a:t>b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zh-CN" sz="2200">
                <a:solidFill>
                  <a:srgbClr val="FF0000"/>
                </a:solidFill>
                <a:latin typeface="Tahoma" pitchFamily="34" charset="0"/>
              </a:rPr>
              <a:t>{</a:t>
            </a:r>
            <a:r>
              <a:rPr lang="zh-CN" altLang="zh-CN" sz="2200" b="1">
                <a:solidFill>
                  <a:srgbClr val="000000"/>
                </a:solidFill>
                <a:latin typeface="Tahoma" pitchFamily="34" charset="0"/>
              </a:rPr>
              <a:t> </a:t>
            </a:r>
            <a:r>
              <a:rPr lang="zh-CN" altLang="zh-CN" sz="2200" b="1">
                <a:solidFill>
                  <a:srgbClr val="000000"/>
                </a:solidFill>
              </a:rPr>
              <a:t>c=a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200" b="1">
                <a:solidFill>
                  <a:srgbClr val="000000"/>
                </a:solidFill>
              </a:rPr>
              <a:t> a=b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</a:rPr>
              <a:t>; </a:t>
            </a:r>
            <a:r>
              <a:rPr lang="zh-CN" altLang="zh-CN" sz="2200" b="1">
                <a:solidFill>
                  <a:srgbClr val="000000"/>
                </a:solidFill>
              </a:rPr>
              <a:t>b=c</a:t>
            </a:r>
            <a:r>
              <a:rPr lang="zh-CN" altLang="zh-CN" sz="2200" b="1">
                <a:solidFill>
                  <a:srgbClr val="FF0000"/>
                </a:solidFill>
                <a:latin typeface="Times New Roman" pitchFamily="18" charset="0"/>
              </a:rPr>
              <a:t>; </a:t>
            </a:r>
            <a:r>
              <a:rPr lang="zh-CN" altLang="zh-CN" sz="2200">
                <a:solidFill>
                  <a:srgbClr val="FF0000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169993" name="Rectangle 9"/>
          <p:cNvSpPr>
            <a:spLocks noChangeArrowheads="1"/>
          </p:cNvSpPr>
          <p:nvPr/>
        </p:nvSpPr>
        <p:spPr bwMode="auto">
          <a:xfrm>
            <a:off x="1418511" y="4041778"/>
            <a:ext cx="5235416" cy="413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489" tIns="35244" rIns="70489" bIns="35244">
            <a:spAutoFit/>
          </a:bodyPr>
          <a:lstStyle/>
          <a:p>
            <a:pPr marL="223838" indent="-223838" algn="ctr">
              <a:lnSpc>
                <a:spcPct val="110000"/>
              </a:lnSpc>
              <a:spcBef>
                <a:spcPct val="50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空语句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:        </a:t>
            </a:r>
            <a:r>
              <a:rPr lang="zh-CN" altLang="en-US" sz="2200" b="1">
                <a:solidFill>
                  <a:srgbClr val="000000"/>
                </a:solidFill>
                <a:latin typeface="Courier New" pitchFamily="49" charset="0"/>
                <a:ea typeface="黑体" pitchFamily="49" charset="-122"/>
              </a:rPr>
              <a:t>仅由一个</a:t>
            </a:r>
            <a:r>
              <a:rPr lang="zh-CN" altLang="en-US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“ </a:t>
            </a:r>
            <a:r>
              <a:rPr lang="zh-CN" altLang="zh-CN" sz="22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”</a:t>
            </a:r>
            <a:r>
              <a:rPr lang="zh-CN" altLang="en-US" sz="2200" b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构成的语句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build="p" animBg="1" autoUpdateAnimBg="0"/>
      <p:bldP spid="169989" grpId="0" animBg="1" autoUpdateAnimBg="0"/>
      <p:bldP spid="169991" grpId="0" build="p" animBg="1" autoUpdateAnimBg="0"/>
      <p:bldP spid="169992" grpId="0" animBg="1" autoUpdateAnimBg="0"/>
      <p:bldP spid="16999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语言是结构化程序设计语言</a:t>
            </a:r>
            <a:endParaRPr lang="en-US" altLang="zh-CN" sz="2400" dirty="0"/>
          </a:p>
          <a:p>
            <a:r>
              <a:rPr lang="zh-CN" altLang="en-US" dirty="0"/>
              <a:t>三种基本结构：</a:t>
            </a:r>
          </a:p>
          <a:p>
            <a:endParaRPr lang="zh-CN" altLang="en-US" dirty="0"/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2050845" y="1973262"/>
            <a:ext cx="5330442" cy="2448368"/>
            <a:chOff x="1337" y="1166"/>
            <a:chExt cx="3222" cy="959"/>
          </a:xfrm>
        </p:grpSpPr>
        <p:sp>
          <p:nvSpPr>
            <p:cNvPr id="6" name="直接连接符 11"/>
            <p:cNvSpPr>
              <a:spLocks noChangeShapeType="1"/>
            </p:cNvSpPr>
            <p:nvPr/>
          </p:nvSpPr>
          <p:spPr bwMode="auto">
            <a:xfrm>
              <a:off x="1564" y="1302"/>
              <a:ext cx="31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7" name="椭圆 4"/>
            <p:cNvSpPr>
              <a:spLocks noChangeArrowheads="1"/>
            </p:cNvSpPr>
            <p:nvPr/>
          </p:nvSpPr>
          <p:spPr bwMode="auto">
            <a:xfrm>
              <a:off x="1337" y="1212"/>
              <a:ext cx="209" cy="150"/>
            </a:xfrm>
            <a:prstGeom prst="ellipse">
              <a:avLst/>
            </a:prstGeom>
            <a:solidFill>
              <a:srgbClr val="DBB400"/>
            </a:soli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Verdana" pitchFamily="34" charset="0"/>
                  <a:sym typeface="Verdana" pitchFamily="34" charset="0"/>
                </a:rPr>
                <a:t>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8" name="Text Box 17"/>
            <p:cNvSpPr txBox="1">
              <a:spLocks noChangeArrowheads="1"/>
            </p:cNvSpPr>
            <p:nvPr/>
          </p:nvSpPr>
          <p:spPr bwMode="auto">
            <a:xfrm>
              <a:off x="1882" y="1166"/>
              <a:ext cx="26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zh-CN" altLang="en-US" b="1" dirty="0">
                  <a:solidFill>
                    <a:srgbClr val="FF0000"/>
                  </a:solidFill>
                  <a:latin typeface="Arial" charset="0"/>
                  <a:sym typeface="Verdana" pitchFamily="34" charset="0"/>
                </a:rPr>
                <a:t>顺序结构</a:t>
              </a:r>
              <a:endPara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黑体" pitchFamily="49" charset="-122"/>
              </a:endParaRPr>
            </a:p>
          </p:txBody>
        </p:sp>
        <p:sp>
          <p:nvSpPr>
            <p:cNvPr id="9" name="直接连接符 13"/>
            <p:cNvSpPr>
              <a:spLocks noChangeShapeType="1"/>
            </p:cNvSpPr>
            <p:nvPr/>
          </p:nvSpPr>
          <p:spPr bwMode="auto">
            <a:xfrm>
              <a:off x="1564" y="2028"/>
              <a:ext cx="31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0" name="椭圆 5"/>
            <p:cNvSpPr>
              <a:spLocks noChangeArrowheads="1"/>
            </p:cNvSpPr>
            <p:nvPr/>
          </p:nvSpPr>
          <p:spPr bwMode="auto">
            <a:xfrm>
              <a:off x="1337" y="1543"/>
              <a:ext cx="209" cy="150"/>
            </a:xfrm>
            <a:prstGeom prst="ellipse">
              <a:avLst/>
            </a:prstGeom>
            <a:solidFill>
              <a:srgbClr val="DBB400"/>
            </a:soli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Verdana" pitchFamily="34" charset="0"/>
                  <a:sym typeface="Verdana" pitchFamily="34" charset="0"/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椭圆 6"/>
            <p:cNvSpPr>
              <a:spLocks noChangeArrowheads="1"/>
            </p:cNvSpPr>
            <p:nvPr/>
          </p:nvSpPr>
          <p:spPr bwMode="auto">
            <a:xfrm>
              <a:off x="1337" y="1892"/>
              <a:ext cx="209" cy="136"/>
            </a:xfrm>
            <a:prstGeom prst="ellipse">
              <a:avLst/>
            </a:prstGeom>
            <a:solidFill>
              <a:srgbClr val="DBB400"/>
            </a:soli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Verdana" pitchFamily="34" charset="0"/>
                  <a:sym typeface="Verdana" pitchFamily="34" charset="0"/>
                </a:rPr>
                <a:t>3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1882" y="1537"/>
              <a:ext cx="25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  <a:buFont typeface="Arial" charset="0"/>
                <a:buNone/>
                <a:defRPr/>
              </a:pPr>
              <a:r>
                <a:rPr lang="zh-CN" altLang="en-US" b="1" dirty="0">
                  <a:solidFill>
                    <a:srgbClr val="FF0000"/>
                  </a:solidFill>
                  <a:latin typeface="Arial" charset="0"/>
                  <a:sym typeface="Verdana" pitchFamily="34" charset="0"/>
                </a:rPr>
                <a:t>分支结构</a:t>
              </a:r>
              <a:endPara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黑体" pitchFamily="49" charset="-122"/>
              </a:endParaRPr>
            </a:p>
          </p:txBody>
        </p:sp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1882" y="1892"/>
              <a:ext cx="24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>
                  <a:solidFill>
                    <a:srgbClr val="FF0000"/>
                  </a:solidFill>
                  <a:latin typeface="Arial" charset="0"/>
                  <a:sym typeface="Verdana" pitchFamily="34" charset="0"/>
                </a:rPr>
                <a:t>循环结构</a:t>
              </a:r>
              <a:endPara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黑体" pitchFamily="49" charset="-122"/>
              </a:endParaRPr>
            </a:p>
          </p:txBody>
        </p:sp>
        <p:sp>
          <p:nvSpPr>
            <p:cNvPr id="14" name="直接连接符 11"/>
            <p:cNvSpPr>
              <a:spLocks noChangeShapeType="1"/>
            </p:cNvSpPr>
            <p:nvPr/>
          </p:nvSpPr>
          <p:spPr bwMode="auto">
            <a:xfrm>
              <a:off x="1564" y="1711"/>
              <a:ext cx="31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124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顺序结构</a:t>
            </a:r>
          </a:p>
        </p:txBody>
      </p:sp>
      <p:sp>
        <p:nvSpPr>
          <p:cNvPr id="942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顺序结构</a:t>
            </a:r>
          </a:p>
          <a:p>
            <a:pPr lvl="1" eaLnBrk="1" hangingPunct="1"/>
            <a:r>
              <a:rPr lang="zh-CN" altLang="en-US"/>
              <a:t>按语句书写的顺序执行。</a:t>
            </a:r>
            <a:endParaRPr lang="zh-CN" altLang="en-US" sz="2000">
              <a:solidFill>
                <a:srgbClr val="FF00FF"/>
              </a:solidFill>
              <a:latin typeface="Comic Sans MS" pitchFamily="66" charset="0"/>
            </a:endParaRPr>
          </a:p>
        </p:txBody>
      </p:sp>
      <p:sp>
        <p:nvSpPr>
          <p:cNvPr id="942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A22847F9-88D0-48D9-AEB5-7A14E940FD5E}" type="slidenum">
              <a:rPr lang="en-US" altLang="zh-CN" smtClean="0">
                <a:solidFill>
                  <a:srgbClr val="000000"/>
                </a:solidFill>
              </a:rPr>
              <a:pPr eaLnBrk="1" hangingPunct="1"/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94214" name="Group 5"/>
          <p:cNvGrpSpPr>
            <a:grpSpLocks/>
          </p:cNvGrpSpPr>
          <p:nvPr/>
        </p:nvGrpSpPr>
        <p:grpSpPr bwMode="auto">
          <a:xfrm>
            <a:off x="4030046" y="2036223"/>
            <a:ext cx="1694531" cy="1937690"/>
            <a:chOff x="858" y="2061"/>
            <a:chExt cx="988" cy="1295"/>
          </a:xfrm>
        </p:grpSpPr>
        <p:sp>
          <p:nvSpPr>
            <p:cNvPr id="94215" name="Text Box 6"/>
            <p:cNvSpPr txBox="1">
              <a:spLocks noChangeArrowheads="1"/>
            </p:cNvSpPr>
            <p:nvPr/>
          </p:nvSpPr>
          <p:spPr bwMode="auto">
            <a:xfrm>
              <a:off x="858" y="2350"/>
              <a:ext cx="988" cy="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1" dirty="0">
                  <a:solidFill>
                    <a:srgbClr val="000000"/>
                  </a:solidFill>
                  <a:latin typeface="Times New Roman" pitchFamily="18" charset="0"/>
                </a:rPr>
                <a:t>statement 1</a:t>
              </a:r>
            </a:p>
          </p:txBody>
        </p:sp>
        <p:sp>
          <p:nvSpPr>
            <p:cNvPr id="94216" name="Text Box 7"/>
            <p:cNvSpPr txBox="1">
              <a:spLocks noChangeArrowheads="1"/>
            </p:cNvSpPr>
            <p:nvPr/>
          </p:nvSpPr>
          <p:spPr bwMode="auto">
            <a:xfrm>
              <a:off x="874" y="2821"/>
              <a:ext cx="920" cy="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b="1" dirty="0">
                  <a:solidFill>
                    <a:srgbClr val="000000"/>
                  </a:solidFill>
                  <a:latin typeface="Times New Roman" pitchFamily="18" charset="0"/>
                </a:rPr>
                <a:t>statement 2</a:t>
              </a:r>
            </a:p>
          </p:txBody>
        </p:sp>
        <p:sp>
          <p:nvSpPr>
            <p:cNvPr id="94217" name="Line 8"/>
            <p:cNvSpPr>
              <a:spLocks noChangeShapeType="1"/>
            </p:cNvSpPr>
            <p:nvPr/>
          </p:nvSpPr>
          <p:spPr bwMode="auto">
            <a:xfrm>
              <a:off x="1344" y="213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4218" name="Line 9"/>
            <p:cNvSpPr>
              <a:spLocks noChangeShapeType="1"/>
            </p:cNvSpPr>
            <p:nvPr/>
          </p:nvSpPr>
          <p:spPr bwMode="auto">
            <a:xfrm>
              <a:off x="1344" y="258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4219" name="Line 10"/>
            <p:cNvSpPr>
              <a:spLocks noChangeShapeType="1"/>
            </p:cNvSpPr>
            <p:nvPr/>
          </p:nvSpPr>
          <p:spPr bwMode="auto">
            <a:xfrm>
              <a:off x="1344" y="303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4221" name="Oval 12"/>
            <p:cNvSpPr>
              <a:spLocks noChangeArrowheads="1"/>
            </p:cNvSpPr>
            <p:nvPr/>
          </p:nvSpPr>
          <p:spPr bwMode="auto">
            <a:xfrm>
              <a:off x="1302" y="2061"/>
              <a:ext cx="75" cy="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4222" name="Oval 13"/>
            <p:cNvSpPr>
              <a:spLocks noChangeArrowheads="1"/>
            </p:cNvSpPr>
            <p:nvPr/>
          </p:nvSpPr>
          <p:spPr bwMode="auto">
            <a:xfrm>
              <a:off x="1304" y="3281"/>
              <a:ext cx="75" cy="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DIPO</a:t>
            </a:r>
            <a:endParaRPr lang="zh-CN" altLang="en-US" dirty="0"/>
          </a:p>
        </p:txBody>
      </p:sp>
      <p:sp>
        <p:nvSpPr>
          <p:cNvPr id="942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sz="2800" dirty="0">
                <a:latin typeface="Comic Sans MS" pitchFamily="66" charset="0"/>
              </a:rPr>
              <a:t>编程的一般过程</a:t>
            </a:r>
            <a:r>
              <a:rPr lang="en-US" altLang="zh-CN" sz="2800" dirty="0">
                <a:latin typeface="Comic Sans MS" pitchFamily="66" charset="0"/>
              </a:rPr>
              <a:t>:</a:t>
            </a: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 define  (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 input   (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  process(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  output(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1" hangingPunct="1"/>
            <a:endParaRPr lang="zh-CN" altLang="en-US" sz="2800" dirty="0">
              <a:solidFill>
                <a:srgbClr val="FF00FF"/>
              </a:solidFill>
              <a:latin typeface="Comic Sans MS" pitchFamily="66" charset="0"/>
            </a:endParaRPr>
          </a:p>
        </p:txBody>
      </p:sp>
      <p:sp>
        <p:nvSpPr>
          <p:cNvPr id="942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A22847F9-88D0-48D9-AEB5-7A14E940FD5E}" type="slidenum">
              <a:rPr lang="en-US" altLang="zh-CN" smtClean="0">
                <a:solidFill>
                  <a:srgbClr val="000000"/>
                </a:solidFill>
              </a:rPr>
              <a:pPr eaLnBrk="1" hangingPunct="1"/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74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94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94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94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94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完成以下程序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1"/>
              <p:cNvSpPr txBox="1">
                <a:spLocks noChangeArrowheads="1"/>
              </p:cNvSpPr>
              <p:nvPr/>
            </p:nvSpPr>
            <p:spPr bwMode="auto">
              <a:xfrm>
                <a:off x="1105511" y="1059060"/>
                <a:ext cx="6697662" cy="3576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370" tIns="45685" rIns="91370" bIns="45685">
                <a:spAutoFit/>
              </a:bodyPr>
              <a:lstStyle>
                <a:lvl1pPr marL="455613" indent="-455613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Verdana" pitchFamily="34" charset="0"/>
                  <a:buAutoNum type="arabicPeriod"/>
                </a:pPr>
                <a:r>
                  <a:rPr lang="zh-CN" altLang="en-US" sz="2400" dirty="0"/>
                  <a:t>输入长方形的高和宽，编程求该长方形的周长和面积。</a:t>
                </a:r>
              </a:p>
              <a:p>
                <a:pPr eaLnBrk="1" hangingPunct="1">
                  <a:buFont typeface="Verdana" pitchFamily="34" charset="0"/>
                  <a:buAutoNum type="arabicPeriod"/>
                </a:pPr>
                <a:endParaRPr lang="en-US" altLang="zh-CN" sz="2400" dirty="0"/>
              </a:p>
              <a:p>
                <a:pPr eaLnBrk="1" hangingPunct="1">
                  <a:buFont typeface="Verdana" pitchFamily="34" charset="0"/>
                  <a:buAutoNum type="arabicPeriod"/>
                </a:pPr>
                <a:r>
                  <a:rPr lang="zh-CN" altLang="en-US" sz="2400" dirty="0"/>
                  <a:t>编写一个程序，输入一个大写字母 ，输出其小写字母 。</a:t>
                </a:r>
              </a:p>
              <a:p>
                <a:pPr eaLnBrk="1" hangingPunct="1">
                  <a:buFont typeface="Verdana" pitchFamily="34" charset="0"/>
                  <a:buAutoNum type="arabicPeriod"/>
                </a:pPr>
                <a:endParaRPr lang="en-US" altLang="zh-CN" sz="2400" dirty="0"/>
              </a:p>
              <a:p>
                <a:pPr eaLnBrk="1" hangingPunct="1">
                  <a:buFont typeface="Verdana" pitchFamily="34" charset="0"/>
                  <a:buAutoNum type="arabicPeriod"/>
                </a:pPr>
                <a:r>
                  <a:rPr lang="zh-CN" altLang="en-US" sz="2400" dirty="0"/>
                  <a:t>输入华氏温度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计算摄氏温度</a:t>
                </a:r>
                <a:r>
                  <a:rPr lang="en-US" altLang="zh-CN" sz="2400" dirty="0"/>
                  <a:t>c=(f-32)*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</a:rPr>
                          <m:t>9</m:t>
                        </m:r>
                      </m:den>
                    </m:f>
                  </m:oMath>
                </a14:m>
                <a:endParaRPr lang="en-US" altLang="zh-CN" sz="2400" dirty="0"/>
              </a:p>
              <a:p>
                <a:pPr eaLnBrk="1" hangingPunct="1">
                  <a:buFont typeface="Verdana" pitchFamily="34" charset="0"/>
                  <a:buAutoNum type="arabicPeriod"/>
                </a:pPr>
                <a:endParaRPr lang="en-US" altLang="zh-CN" sz="2400" dirty="0"/>
              </a:p>
              <a:p>
                <a:pPr eaLnBrk="1" hangingPunct="1">
                  <a:buFont typeface="Verdana" pitchFamily="34" charset="0"/>
                  <a:buAutoNum type="arabicPeriod"/>
                </a:pPr>
                <a:r>
                  <a:rPr lang="zh-CN" altLang="en-US" sz="2400" dirty="0"/>
                  <a:t>输入一个球体的半径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计算</a:t>
                </a:r>
                <a:r>
                  <a:rPr lang="en-US" altLang="zh-CN" sz="2400" dirty="0"/>
                  <a:t> </a:t>
                </a:r>
                <a:r>
                  <a:rPr lang="zh-CN" altLang="en-US" sz="2400" dirty="0"/>
                  <a:t>其表面积及体积</a:t>
                </a:r>
              </a:p>
            </p:txBody>
          </p:sp>
        </mc:Choice>
        <mc:Fallback xmlns="">
          <p:sp>
            <p:nvSpPr>
              <p:cNvPr id="39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5511" y="1059060"/>
                <a:ext cx="6697662" cy="3576421"/>
              </a:xfrm>
              <a:prstGeom prst="rect">
                <a:avLst/>
              </a:prstGeom>
              <a:blipFill>
                <a:blip r:embed="rId3"/>
                <a:stretch>
                  <a:fillRect l="-1183" t="-1365" b="-32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852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分支结构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8673149E-FFB9-4091-B37C-7F1858606E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40391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30325" y="1349378"/>
            <a:ext cx="6483350" cy="28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70" tIns="45685" rIns="91370" bIns="45685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C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语言</a:t>
            </a:r>
            <a:r>
              <a:rPr lang="zh-CN" altLang="zh-CN" sz="2000">
                <a:latin typeface="微软雅黑" pitchFamily="34" charset="-122"/>
                <a:ea typeface="微软雅黑" pitchFamily="34" charset="-122"/>
              </a:rPr>
              <a:t>中的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作为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逻辑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对象</a:t>
            </a:r>
            <a:r>
              <a:rPr lang="zh-CN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      “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真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值是用</a:t>
            </a:r>
            <a:r>
              <a:rPr lang="zh-CN" altLang="en-US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1]</a:t>
            </a:r>
            <a:r>
              <a:rPr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000">
                <a:latin typeface="微软雅黑" pitchFamily="34" charset="-122"/>
                <a:ea typeface="微软雅黑" pitchFamily="34" charset="-122"/>
              </a:rPr>
              <a:t>表示的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      “</a:t>
            </a:r>
            <a:r>
              <a:rPr lang="zh-CN" altLang="zh-CN" sz="2000">
                <a:latin typeface="微软雅黑" pitchFamily="34" charset="-122"/>
                <a:ea typeface="微软雅黑" pitchFamily="34" charset="-122"/>
              </a:rPr>
              <a:t>假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是用</a:t>
            </a:r>
            <a:r>
              <a:rPr lang="zh-CN" altLang="en-US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2]</a:t>
            </a:r>
            <a:r>
              <a:rPr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zh-CN" altLang="zh-CN" sz="2000">
                <a:latin typeface="微软雅黑" pitchFamily="34" charset="-122"/>
                <a:ea typeface="微软雅黑" pitchFamily="34" charset="-122"/>
              </a:rPr>
              <a:t>的。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作为</a:t>
            </a:r>
            <a:r>
              <a:rPr lang="zh-CN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逻辑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运算结果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      “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真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]</a:t>
            </a: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00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      “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假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</a:rPr>
              <a:t>4]</a:t>
            </a:r>
            <a:r>
              <a:rPr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Microsoft Yahei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Microsoft Yahei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5908675" y="4660903"/>
            <a:ext cx="1157288" cy="3095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0" tIns="45685" rIns="91370" bIns="45685" anchor="ctr" anchorCtr="1"/>
          <a:lstStyle/>
          <a:p>
            <a:pPr algn="ctr">
              <a:defRPr/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971550" y="4373566"/>
            <a:ext cx="7200900" cy="287337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370" tIns="45685" rIns="91370" bIns="45685" anchor="ctr" anchorCtr="1"/>
          <a:lstStyle/>
          <a:p>
            <a:pPr>
              <a:defRPr/>
            </a:pPr>
            <a:r>
              <a:rPr lang="zh-CN" altLang="en-US" sz="9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9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9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E7648B9-797F-4445-9FEC-939BA995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7285" name="组合 10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0" y="0"/>
            <a:ext cx="7200900" cy="635000"/>
            <a:chOff x="-971550" y="0"/>
            <a:chExt cx="72009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971550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-97155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7289" name="TypeText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-71755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填空题</a:t>
              </a:r>
            </a:p>
          </p:txBody>
        </p:sp>
        <p:sp>
          <p:nvSpPr>
            <p:cNvPr id="97290" name="TipText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5435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97286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01766" y="1347788"/>
            <a:ext cx="5932487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70" tIns="45685" rIns="91370" bIns="45685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求解赋值表达式 </a:t>
            </a: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a=(b=10)%(c=6)</a:t>
            </a: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，</a:t>
            </a:r>
            <a:endParaRPr lang="en-US" altLang="zh-CN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Microsoft Yahei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表达式值为</a:t>
            </a:r>
            <a:r>
              <a:rPr lang="zh-CN" altLang="en-US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 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[</a:t>
            </a:r>
            <a:r>
              <a:rPr lang="zh-CN" altLang="en-US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填空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1]</a:t>
            </a: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a </a:t>
            </a: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的值为 </a:t>
            </a:r>
            <a:r>
              <a:rPr lang="zh-CN" altLang="en-US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 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[</a:t>
            </a:r>
            <a:r>
              <a:rPr lang="zh-CN" altLang="en-US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填空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2]</a:t>
            </a: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b </a:t>
            </a: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的值为</a:t>
            </a:r>
            <a:r>
              <a:rPr lang="zh-CN" altLang="en-US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 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[</a:t>
            </a:r>
            <a:r>
              <a:rPr lang="zh-CN" altLang="en-US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填空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3]</a:t>
            </a: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c </a:t>
            </a: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的值为</a:t>
            </a:r>
            <a:r>
              <a:rPr lang="zh-CN" altLang="en-US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 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[</a:t>
            </a:r>
            <a:r>
              <a:rPr lang="zh-CN" altLang="en-US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填空</a:t>
            </a:r>
            <a:r>
              <a:rPr lang="en-US" altLang="zh-CN" sz="2000">
                <a:solidFill>
                  <a:srgbClr val="639EF4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4]</a:t>
            </a:r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Microsoft Yahei" pitchFamily="34" charset="-122"/>
              </a:rPr>
              <a:t> </a:t>
            </a:r>
            <a:endParaRPr lang="zh-CN" altLang="en-US" sz="20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Microsoft Yahei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908675" y="4660903"/>
            <a:ext cx="1157288" cy="3095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0" tIns="45685" rIns="91370" bIns="45685" anchor="ctr" anchorCtr="1"/>
          <a:lstStyle/>
          <a:p>
            <a:pPr algn="ctr">
              <a:defRPr/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971550" y="4373566"/>
            <a:ext cx="7200900" cy="287337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370" tIns="45685" rIns="91370" bIns="45685" anchor="ctr" anchorCtr="1"/>
          <a:lstStyle/>
          <a:p>
            <a:pPr>
              <a:defRPr/>
            </a:pPr>
            <a:r>
              <a:rPr lang="zh-CN" altLang="en-US" sz="9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正常使用填空题需</a:t>
            </a:r>
            <a:r>
              <a:rPr lang="en-US" altLang="zh-CN" sz="9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9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100357" name="组合 8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0" y="0"/>
            <a:ext cx="7200900" cy="635000"/>
            <a:chOff x="-971550" y="0"/>
            <a:chExt cx="72009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971550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-97155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0361" name="TypeText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-71755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填空题</a:t>
              </a:r>
            </a:p>
          </p:txBody>
        </p:sp>
        <p:sp>
          <p:nvSpPr>
            <p:cNvPr id="100362" name="TipText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5435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100358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 descr="leaf1"/>
          <p:cNvSpPr>
            <a:spLocks noChangeArrowheads="1"/>
          </p:cNvSpPr>
          <p:nvPr/>
        </p:nvSpPr>
        <p:spPr bwMode="auto">
          <a:xfrm>
            <a:off x="971550" y="914400"/>
            <a:ext cx="7200900" cy="514350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kumimoji="1" lang="zh-CN" altLang="en-US" sz="16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1871663" y="228603"/>
            <a:ext cx="504031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if </a:t>
            </a:r>
            <a:r>
              <a:rPr kumimoji="1" lang="zh-CN" altLang="zh-CN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语句</a:t>
            </a:r>
            <a:r>
              <a:rPr kumimoji="1" lang="zh-CN" altLang="zh-CN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隶书" pitchFamily="49" charset="-122"/>
              </a:rPr>
              <a:t>–––</a:t>
            </a:r>
            <a:r>
              <a:rPr kumimoji="1" lang="zh-CN" altLang="zh-CN" sz="28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条件判断</a:t>
            </a:r>
            <a:endParaRPr kumimoji="1" lang="zh-CN" altLang="en-US" sz="2800" b="1" i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7460" name="Text Box 4"/>
          <p:cNvSpPr txBox="1">
            <a:spLocks noChangeArrowheads="1"/>
          </p:cNvSpPr>
          <p:nvPr/>
        </p:nvSpPr>
        <p:spPr bwMode="auto">
          <a:xfrm>
            <a:off x="1677988" y="971550"/>
            <a:ext cx="4094162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00FF"/>
                </a:solidFill>
                <a:latin typeface="文鼎魏碑体简" pitchFamily="18" charset="-122"/>
                <a:ea typeface="文鼎魏碑体简" pitchFamily="18" charset="-122"/>
              </a:rPr>
              <a:t>1 </a:t>
            </a:r>
            <a:r>
              <a:rPr kumimoji="1" lang="en-US" altLang="zh-CN" sz="2000" b="1" dirty="0">
                <a:solidFill>
                  <a:srgbClr val="0000FF"/>
                </a:solidFill>
                <a:latin typeface="宋体" pitchFamily="2" charset="-122"/>
              </a:rPr>
              <a:t>if</a:t>
            </a:r>
            <a:r>
              <a:rPr kumimoji="1" lang="zh-CN" altLang="zh-CN" sz="2000" b="1" i="1" dirty="0">
                <a:solidFill>
                  <a:srgbClr val="0000FF"/>
                </a:solidFill>
                <a:latin typeface="文鼎魏碑体简" pitchFamily="18" charset="-122"/>
                <a:ea typeface="文鼎魏碑体简" pitchFamily="18" charset="-122"/>
              </a:rPr>
              <a:t>的</a:t>
            </a:r>
            <a:r>
              <a:rPr kumimoji="1" lang="zh-CN" altLang="en-US" sz="2000" b="1" i="1" dirty="0">
                <a:solidFill>
                  <a:srgbClr val="0000FF"/>
                </a:solidFill>
                <a:latin typeface="文鼎魏碑体简" pitchFamily="18" charset="-122"/>
                <a:ea typeface="文鼎魏碑体简" pitchFamily="18" charset="-122"/>
              </a:rPr>
              <a:t>两</a:t>
            </a:r>
            <a:r>
              <a:rPr kumimoji="1" lang="zh-CN" altLang="zh-CN" sz="2000" b="1" i="1" dirty="0">
                <a:solidFill>
                  <a:srgbClr val="0000FF"/>
                </a:solidFill>
                <a:latin typeface="文鼎魏碑体简" pitchFamily="18" charset="-122"/>
                <a:ea typeface="文鼎魏碑体简" pitchFamily="18" charset="-122"/>
              </a:rPr>
              <a:t>种形式 </a:t>
            </a:r>
            <a:endParaRPr kumimoji="1" lang="zh-CN" altLang="zh-CN" sz="2000" i="1" dirty="0">
              <a:solidFill>
                <a:srgbClr val="0000FF"/>
              </a:solidFill>
              <a:latin typeface="文鼎魏碑体简" pitchFamily="18" charset="-122"/>
              <a:ea typeface="文鼎魏碑体简" pitchFamily="18" charset="-122"/>
            </a:endParaRP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1452022" y="2249011"/>
            <a:ext cx="6265863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/>
          <a:p>
            <a:pPr marL="950913" indent="-950913">
              <a:spcBef>
                <a:spcPct val="50000"/>
              </a:spcBef>
            </a:pPr>
            <a:r>
              <a:rPr kumimoji="1" lang="zh-CN" altLang="zh-CN" dirty="0">
                <a:solidFill>
                  <a:srgbClr val="FF3300"/>
                </a:solidFill>
                <a:latin typeface="Times New Roman" pitchFamily="18" charset="0"/>
              </a:rPr>
              <a:t>功能:</a:t>
            </a:r>
            <a:r>
              <a:rPr kumimoji="1" lang="zh-CN" altLang="zh-CN" dirty="0">
                <a:solidFill>
                  <a:srgbClr val="000000"/>
                </a:solidFill>
                <a:latin typeface="Times New Roman" pitchFamily="18" charset="0"/>
              </a:rPr>
              <a:t> 当表达式值非0时, 执行语句</a:t>
            </a: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</a:rPr>
              <a:t>A,</a:t>
            </a:r>
            <a:r>
              <a:rPr kumimoji="1" lang="zh-CN" altLang="zh-CN" dirty="0">
                <a:solidFill>
                  <a:srgbClr val="000000"/>
                </a:solidFill>
                <a:latin typeface="Times New Roman" pitchFamily="18" charset="0"/>
              </a:rPr>
              <a:t>否则不执行语句</a:t>
            </a: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</a:rPr>
              <a:t>A.</a:t>
            </a:r>
          </a:p>
        </p:txBody>
      </p:sp>
      <p:grpSp>
        <p:nvGrpSpPr>
          <p:cNvPr id="147462" name="Group 6"/>
          <p:cNvGrpSpPr>
            <a:grpSpLocks/>
          </p:cNvGrpSpPr>
          <p:nvPr/>
        </p:nvGrpSpPr>
        <p:grpSpPr bwMode="auto">
          <a:xfrm>
            <a:off x="3262313" y="2555878"/>
            <a:ext cx="1655762" cy="2473325"/>
            <a:chOff x="1833" y="2146"/>
            <a:chExt cx="1324" cy="2078"/>
          </a:xfrm>
        </p:grpSpPr>
        <p:sp>
          <p:nvSpPr>
            <p:cNvPr id="103434" name="Line 7"/>
            <p:cNvSpPr>
              <a:spLocks noChangeShapeType="1"/>
            </p:cNvSpPr>
            <p:nvPr/>
          </p:nvSpPr>
          <p:spPr bwMode="auto">
            <a:xfrm>
              <a:off x="2278" y="3020"/>
              <a:ext cx="0" cy="4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435" name="Line 8"/>
            <p:cNvSpPr>
              <a:spLocks noChangeShapeType="1"/>
            </p:cNvSpPr>
            <p:nvPr/>
          </p:nvSpPr>
          <p:spPr bwMode="auto">
            <a:xfrm>
              <a:off x="2800" y="2724"/>
              <a:ext cx="3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03436" name="Group 9"/>
            <p:cNvGrpSpPr>
              <a:grpSpLocks/>
            </p:cNvGrpSpPr>
            <p:nvPr/>
          </p:nvGrpSpPr>
          <p:grpSpPr bwMode="auto">
            <a:xfrm>
              <a:off x="1833" y="2146"/>
              <a:ext cx="1324" cy="2078"/>
              <a:chOff x="1833" y="1966"/>
              <a:chExt cx="1324" cy="2078"/>
            </a:xfrm>
          </p:grpSpPr>
          <p:sp>
            <p:nvSpPr>
              <p:cNvPr id="103437" name="Text Box 10"/>
              <p:cNvSpPr txBox="1">
                <a:spLocks noChangeArrowheads="1"/>
              </p:cNvSpPr>
              <p:nvPr/>
            </p:nvSpPr>
            <p:spPr bwMode="auto">
              <a:xfrm>
                <a:off x="2000" y="2398"/>
                <a:ext cx="656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1600" dirty="0">
                    <a:solidFill>
                      <a:srgbClr val="000000"/>
                    </a:solidFill>
                    <a:latin typeface="Times New Roman" pitchFamily="18" charset="0"/>
                  </a:rPr>
                  <a:t>表达式</a:t>
                </a:r>
              </a:p>
            </p:txBody>
          </p:sp>
          <p:sp>
            <p:nvSpPr>
              <p:cNvPr id="103438" name="AutoShape 11"/>
              <p:cNvSpPr>
                <a:spLocks noChangeArrowheads="1"/>
              </p:cNvSpPr>
              <p:nvPr/>
            </p:nvSpPr>
            <p:spPr bwMode="auto">
              <a:xfrm>
                <a:off x="1833" y="2331"/>
                <a:ext cx="911" cy="466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kumimoji="1" lang="zh-CN" altLang="en-US" sz="12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3439" name="Text Box 12"/>
              <p:cNvSpPr txBox="1">
                <a:spLocks noChangeArrowheads="1"/>
              </p:cNvSpPr>
              <p:nvPr/>
            </p:nvSpPr>
            <p:spPr bwMode="auto">
              <a:xfrm>
                <a:off x="1912" y="3299"/>
                <a:ext cx="790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zh-CN">
                    <a:solidFill>
                      <a:srgbClr val="000000"/>
                    </a:solidFill>
                    <a:latin typeface="Times New Roman" pitchFamily="18" charset="0"/>
                  </a:rPr>
                  <a:t>语句</a:t>
                </a:r>
                <a:r>
                  <a:rPr kumimoji="1" lang="en-US" altLang="zh-CN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103440" name="Rectangle 13"/>
              <p:cNvSpPr>
                <a:spLocks noChangeArrowheads="1"/>
              </p:cNvSpPr>
              <p:nvPr/>
            </p:nvSpPr>
            <p:spPr bwMode="auto">
              <a:xfrm>
                <a:off x="1856" y="3328"/>
                <a:ext cx="706" cy="23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kumimoji="1" lang="zh-CN" altLang="en-US" sz="12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3441" name="Line 14"/>
              <p:cNvSpPr>
                <a:spLocks noChangeShapeType="1"/>
              </p:cNvSpPr>
              <p:nvPr/>
            </p:nvSpPr>
            <p:spPr bwMode="auto">
              <a:xfrm>
                <a:off x="2290" y="1966"/>
                <a:ext cx="0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3442" name="Line 15"/>
              <p:cNvSpPr>
                <a:spLocks noChangeShapeType="1"/>
              </p:cNvSpPr>
              <p:nvPr/>
            </p:nvSpPr>
            <p:spPr bwMode="auto">
              <a:xfrm>
                <a:off x="2278" y="3633"/>
                <a:ext cx="0" cy="4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3443" name="Line 16"/>
              <p:cNvSpPr>
                <a:spLocks noChangeShapeType="1"/>
              </p:cNvSpPr>
              <p:nvPr/>
            </p:nvSpPr>
            <p:spPr bwMode="auto">
              <a:xfrm>
                <a:off x="3145" y="2555"/>
                <a:ext cx="0" cy="1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3444" name="Line 17"/>
              <p:cNvSpPr>
                <a:spLocks noChangeShapeType="1"/>
              </p:cNvSpPr>
              <p:nvPr/>
            </p:nvSpPr>
            <p:spPr bwMode="auto">
              <a:xfrm flipH="1">
                <a:off x="2400" y="3800"/>
                <a:ext cx="7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3445" name="Text Box 18"/>
              <p:cNvSpPr txBox="1">
                <a:spLocks noChangeArrowheads="1"/>
              </p:cNvSpPr>
              <p:nvPr/>
            </p:nvSpPr>
            <p:spPr bwMode="auto">
              <a:xfrm>
                <a:off x="2667" y="2199"/>
                <a:ext cx="490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itchFamily="18" charset="0"/>
                  </a:rPr>
                  <a:t>＝</a:t>
                </a:r>
                <a:r>
                  <a:rPr kumimoji="1" lang="en-US" altLang="zh-CN">
                    <a:solidFill>
                      <a:srgbClr val="000000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103446" name="Text Box 19"/>
              <p:cNvSpPr txBox="1">
                <a:spLocks noChangeArrowheads="1"/>
              </p:cNvSpPr>
              <p:nvPr/>
            </p:nvSpPr>
            <p:spPr bwMode="auto">
              <a:xfrm>
                <a:off x="2289" y="2789"/>
                <a:ext cx="367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rgbClr val="000000"/>
                    </a:solidFill>
                    <a:latin typeface="Times New Roman" pitchFamily="18" charset="0"/>
                    <a:sym typeface="Symbol" pitchFamily="18" charset="2"/>
                  </a:rPr>
                  <a:t>0</a:t>
                </a:r>
                <a:endParaRPr kumimoji="1" lang="en-US" altLang="zh-CN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147476" name="Text Box 20"/>
          <p:cNvSpPr txBox="1">
            <a:spLocks noChangeArrowheads="1"/>
          </p:cNvSpPr>
          <p:nvPr/>
        </p:nvSpPr>
        <p:spPr bwMode="auto">
          <a:xfrm>
            <a:off x="5070478" y="3098803"/>
            <a:ext cx="2454275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>
                <a:solidFill>
                  <a:srgbClr val="0000FF"/>
                </a:solidFill>
                <a:latin typeface="Times New Roman" pitchFamily="18" charset="0"/>
              </a:rPr>
              <a:t>例如</a:t>
            </a:r>
            <a:r>
              <a:rPr kumimoji="1" lang="en-US" altLang="zh-CN">
                <a:solidFill>
                  <a:srgbClr val="0000FF"/>
                </a:solidFill>
                <a:latin typeface="Times New Roman" pitchFamily="18" charset="0"/>
              </a:rPr>
              <a:t>:</a:t>
            </a:r>
            <a:endParaRPr kumimoji="1" lang="en-US" altLang="zh-CN">
              <a:solidFill>
                <a:srgbClr val="000000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 if (x&gt;y)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      printf(" %d", x)</a:t>
            </a:r>
          </a:p>
        </p:txBody>
      </p:sp>
      <p:sp>
        <p:nvSpPr>
          <p:cNvPr id="147477" name="Rectangle 21"/>
          <p:cNvSpPr>
            <a:spLocks noChangeArrowheads="1"/>
          </p:cNvSpPr>
          <p:nvPr/>
        </p:nvSpPr>
        <p:spPr bwMode="auto">
          <a:xfrm>
            <a:off x="1450977" y="1473172"/>
            <a:ext cx="2088892" cy="784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dirty="0">
                <a:solidFill>
                  <a:srgbClr val="FF3300"/>
                </a:solidFill>
                <a:latin typeface="Times New Roman" pitchFamily="18" charset="0"/>
              </a:rPr>
              <a:t>形式1</a:t>
            </a:r>
            <a:r>
              <a:rPr kumimoji="1" lang="zh-CN" altLang="zh-CN" dirty="0">
                <a:solidFill>
                  <a:srgbClr val="000000"/>
                </a:solidFill>
                <a:latin typeface="Times New Roman" pitchFamily="18" charset="0"/>
              </a:rPr>
              <a:t>   </a:t>
            </a: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</a:rPr>
              <a:t>if(</a:t>
            </a:r>
            <a:r>
              <a:rPr kumimoji="1" lang="zh-CN" altLang="zh-CN" dirty="0">
                <a:solidFill>
                  <a:srgbClr val="000000"/>
                </a:solidFill>
                <a:latin typeface="Times New Roman" pitchFamily="18" charset="0"/>
              </a:rPr>
              <a:t>表达式)</a:t>
            </a:r>
            <a:endParaRPr kumimoji="1" lang="en-US" altLang="zh-CN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</a:rPr>
              <a:t>                     </a:t>
            </a:r>
            <a:r>
              <a:rPr kumimoji="1" lang="zh-CN" altLang="zh-CN" dirty="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</a:rPr>
              <a:t>A;</a:t>
            </a:r>
          </a:p>
        </p:txBody>
      </p:sp>
      <p:sp>
        <p:nvSpPr>
          <p:cNvPr id="147478" name="Rectangle 22"/>
          <p:cNvSpPr>
            <a:spLocks noChangeArrowheads="1"/>
          </p:cNvSpPr>
          <p:nvPr/>
        </p:nvSpPr>
        <p:spPr bwMode="auto">
          <a:xfrm>
            <a:off x="1450978" y="2811466"/>
            <a:ext cx="11731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>
            <a:spAutoFit/>
          </a:bodyPr>
          <a:lstStyle/>
          <a:p>
            <a:r>
              <a:rPr kumimoji="1" lang="zh-CN" altLang="zh-CN">
                <a:solidFill>
                  <a:srgbClr val="FF3300"/>
                </a:solidFill>
                <a:latin typeface="Times New Roman" pitchFamily="18" charset="0"/>
              </a:rPr>
              <a:t>其流程图:</a:t>
            </a:r>
            <a:endParaRPr kumimoji="1" lang="en-US" altLang="zh-CN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47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4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 animBg="1"/>
      <p:bldP spid="147459" grpId="0" autoUpdateAnimBg="0"/>
      <p:bldP spid="147460" grpId="0" autoUpdateAnimBg="0"/>
      <p:bldP spid="147461" grpId="0" autoUpdateAnimBg="0"/>
      <p:bldP spid="147476" grpId="0" autoUpdateAnimBg="0"/>
      <p:bldP spid="147477" grpId="0" autoUpdateAnimBg="0"/>
      <p:bldP spid="14747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1450978" y="400050"/>
            <a:ext cx="6342063" cy="178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形式</a:t>
            </a:r>
            <a:r>
              <a:rPr kumimoji="1"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2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if(</a:t>
            </a:r>
            <a:r>
              <a:rPr kumimoji="1" lang="zh-CN" altLang="zh-CN" sz="2000" dirty="0">
                <a:solidFill>
                  <a:srgbClr val="000000"/>
                </a:solidFill>
                <a:latin typeface="Times New Roman" pitchFamily="18" charset="0"/>
              </a:rPr>
              <a:t>表达式)</a:t>
            </a:r>
            <a:endParaRPr kumimoji="1" lang="en-US" altLang="zh-CN" sz="2000" dirty="0">
              <a:solidFill>
                <a:srgbClr val="0000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          </a:t>
            </a:r>
            <a:r>
              <a:rPr kumimoji="1" lang="zh-CN" altLang="zh-CN" sz="2000" dirty="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A; 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     else 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          </a:t>
            </a:r>
            <a:r>
              <a:rPr kumimoji="1" lang="zh-CN" altLang="zh-CN" sz="2000" dirty="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B;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4225208" y="438256"/>
            <a:ext cx="4200525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000" dirty="0">
                <a:solidFill>
                  <a:srgbClr val="FF3300"/>
                </a:solidFill>
                <a:latin typeface="Times New Roman" pitchFamily="18" charset="0"/>
              </a:rPr>
              <a:t>功能:</a:t>
            </a:r>
            <a:r>
              <a:rPr kumimoji="1" lang="zh-CN" altLang="zh-CN" sz="2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表达式为非0,执行语句</a:t>
            </a:r>
            <a:r>
              <a:rPr kumimoji="1"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</a:t>
            </a:r>
          </a:p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   </a:t>
            </a:r>
            <a:r>
              <a:rPr kumimoji="1"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表达式为0,执行语句</a:t>
            </a:r>
            <a:r>
              <a:rPr kumimoji="1"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B</a:t>
            </a:r>
          </a:p>
        </p:txBody>
      </p:sp>
      <p:grpSp>
        <p:nvGrpSpPr>
          <p:cNvPr id="148484" name="Group 4"/>
          <p:cNvGrpSpPr>
            <a:grpSpLocks/>
          </p:cNvGrpSpPr>
          <p:nvPr/>
        </p:nvGrpSpPr>
        <p:grpSpPr bwMode="auto">
          <a:xfrm>
            <a:off x="1624808" y="2355652"/>
            <a:ext cx="2997200" cy="2646363"/>
            <a:chOff x="556" y="1531"/>
            <a:chExt cx="2397" cy="2223"/>
          </a:xfrm>
        </p:grpSpPr>
        <p:sp>
          <p:nvSpPr>
            <p:cNvPr id="104454" name="Text Box 5"/>
            <p:cNvSpPr txBox="1">
              <a:spLocks noChangeArrowheads="1"/>
            </p:cNvSpPr>
            <p:nvPr/>
          </p:nvSpPr>
          <p:spPr bwMode="auto">
            <a:xfrm>
              <a:off x="1252" y="1942"/>
              <a:ext cx="86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表达式</a:t>
              </a:r>
            </a:p>
          </p:txBody>
        </p:sp>
        <p:sp>
          <p:nvSpPr>
            <p:cNvPr id="104455" name="Text Box 6"/>
            <p:cNvSpPr txBox="1">
              <a:spLocks noChangeArrowheads="1"/>
            </p:cNvSpPr>
            <p:nvPr/>
          </p:nvSpPr>
          <p:spPr bwMode="auto">
            <a:xfrm>
              <a:off x="579" y="2771"/>
              <a:ext cx="86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语句</a:t>
              </a:r>
              <a:r>
                <a:rPr kumimoji="1" lang="en-US" altLang="zh-CN" sz="200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04456" name="Text Box 7"/>
            <p:cNvSpPr txBox="1">
              <a:spLocks noChangeArrowheads="1"/>
            </p:cNvSpPr>
            <p:nvPr/>
          </p:nvSpPr>
          <p:spPr bwMode="auto">
            <a:xfrm>
              <a:off x="2087" y="2760"/>
              <a:ext cx="86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语句</a:t>
              </a:r>
              <a:r>
                <a:rPr kumimoji="1" lang="en-US" altLang="zh-CN" sz="200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04457" name="Text Box 8"/>
            <p:cNvSpPr txBox="1">
              <a:spLocks noChangeArrowheads="1"/>
            </p:cNvSpPr>
            <p:nvPr/>
          </p:nvSpPr>
          <p:spPr bwMode="auto">
            <a:xfrm>
              <a:off x="745" y="1789"/>
              <a:ext cx="600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 0</a:t>
              </a:r>
              <a:endParaRPr kumimoji="1" lang="en-US" altLang="zh-CN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4458" name="Text Box 9"/>
            <p:cNvSpPr txBox="1">
              <a:spLocks noChangeArrowheads="1"/>
            </p:cNvSpPr>
            <p:nvPr/>
          </p:nvSpPr>
          <p:spPr bwMode="auto">
            <a:xfrm>
              <a:off x="2145" y="1789"/>
              <a:ext cx="600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= 0</a:t>
              </a:r>
              <a:endParaRPr kumimoji="1" lang="en-US" altLang="zh-CN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4459" name="Rectangle 10"/>
            <p:cNvSpPr>
              <a:spLocks noChangeArrowheads="1"/>
            </p:cNvSpPr>
            <p:nvPr/>
          </p:nvSpPr>
          <p:spPr bwMode="auto">
            <a:xfrm>
              <a:off x="556" y="2748"/>
              <a:ext cx="889" cy="3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kumimoji="1" lang="zh-CN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4460" name="Rectangle 11"/>
            <p:cNvSpPr>
              <a:spLocks noChangeArrowheads="1"/>
            </p:cNvSpPr>
            <p:nvPr/>
          </p:nvSpPr>
          <p:spPr bwMode="auto">
            <a:xfrm>
              <a:off x="2020" y="2748"/>
              <a:ext cx="802" cy="3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kumimoji="1" lang="zh-CN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4461" name="Line 12"/>
            <p:cNvSpPr>
              <a:spLocks noChangeShapeType="1"/>
            </p:cNvSpPr>
            <p:nvPr/>
          </p:nvSpPr>
          <p:spPr bwMode="auto">
            <a:xfrm>
              <a:off x="1597" y="1531"/>
              <a:ext cx="0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462" name="AutoShape 13"/>
            <p:cNvSpPr>
              <a:spLocks noChangeArrowheads="1"/>
            </p:cNvSpPr>
            <p:nvPr/>
          </p:nvSpPr>
          <p:spPr bwMode="auto">
            <a:xfrm>
              <a:off x="1076" y="1812"/>
              <a:ext cx="1043" cy="62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kumimoji="1" lang="zh-CN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4463" name="Line 14"/>
            <p:cNvSpPr>
              <a:spLocks noChangeShapeType="1"/>
            </p:cNvSpPr>
            <p:nvPr/>
          </p:nvSpPr>
          <p:spPr bwMode="auto">
            <a:xfrm>
              <a:off x="732" y="2100"/>
              <a:ext cx="3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464" name="Line 15"/>
            <p:cNvSpPr>
              <a:spLocks noChangeShapeType="1"/>
            </p:cNvSpPr>
            <p:nvPr/>
          </p:nvSpPr>
          <p:spPr bwMode="auto">
            <a:xfrm>
              <a:off x="733" y="211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465" name="Line 16"/>
            <p:cNvSpPr>
              <a:spLocks noChangeShapeType="1"/>
            </p:cNvSpPr>
            <p:nvPr/>
          </p:nvSpPr>
          <p:spPr bwMode="auto">
            <a:xfrm>
              <a:off x="2166" y="2111"/>
              <a:ext cx="3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466" name="Line 17"/>
            <p:cNvSpPr>
              <a:spLocks noChangeShapeType="1"/>
            </p:cNvSpPr>
            <p:nvPr/>
          </p:nvSpPr>
          <p:spPr bwMode="auto">
            <a:xfrm>
              <a:off x="2511" y="211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467" name="Line 18"/>
            <p:cNvSpPr>
              <a:spLocks noChangeShapeType="1"/>
            </p:cNvSpPr>
            <p:nvPr/>
          </p:nvSpPr>
          <p:spPr bwMode="auto">
            <a:xfrm>
              <a:off x="2334" y="3133"/>
              <a:ext cx="0" cy="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468" name="Line 19"/>
            <p:cNvSpPr>
              <a:spLocks noChangeShapeType="1"/>
            </p:cNvSpPr>
            <p:nvPr/>
          </p:nvSpPr>
          <p:spPr bwMode="auto">
            <a:xfrm>
              <a:off x="1011" y="3122"/>
              <a:ext cx="0" cy="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469" name="Line 20"/>
            <p:cNvSpPr>
              <a:spLocks noChangeShapeType="1"/>
            </p:cNvSpPr>
            <p:nvPr/>
          </p:nvSpPr>
          <p:spPr bwMode="auto">
            <a:xfrm>
              <a:off x="1011" y="3355"/>
              <a:ext cx="13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470" name="Line 21"/>
            <p:cNvSpPr>
              <a:spLocks noChangeShapeType="1"/>
            </p:cNvSpPr>
            <p:nvPr/>
          </p:nvSpPr>
          <p:spPr bwMode="auto">
            <a:xfrm>
              <a:off x="1667" y="3355"/>
              <a:ext cx="0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4872038" y="2628903"/>
            <a:ext cx="300355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5150" algn="l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FF"/>
                </a:solidFill>
                <a:latin typeface="Times New Roman" pitchFamily="18" charset="0"/>
              </a:rPr>
              <a:t>例</a:t>
            </a:r>
            <a:r>
              <a:rPr kumimoji="1" lang="en-US" altLang="zh-CN" sz="2000">
                <a:solidFill>
                  <a:srgbClr val="0000FF"/>
                </a:solidFill>
                <a:latin typeface="Times New Roman" pitchFamily="18" charset="0"/>
              </a:rPr>
              <a:t>: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 if(x&gt;y)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	       printf("%d", x);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	else 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                printf(" %d", y);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4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utoUpdateAnimBg="0"/>
      <p:bldP spid="148483" grpId="0" autoUpdateAnimBg="0"/>
      <p:bldP spid="14850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>
                <a:latin typeface="Palatino Linotype" pitchFamily="18" charset="0"/>
              </a:rPr>
              <a:t>if </a:t>
            </a:r>
            <a:r>
              <a:rPr lang="zh-CN" altLang="en-US"/>
              <a:t>语句示例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输入一个整数，输出其绝对值。</a:t>
            </a:r>
          </a:p>
        </p:txBody>
      </p:sp>
      <p:sp>
        <p:nvSpPr>
          <p:cNvPr id="757764" name="Rectangle 4"/>
          <p:cNvSpPr>
            <a:spLocks noChangeArrowheads="1"/>
          </p:cNvSpPr>
          <p:nvPr/>
        </p:nvSpPr>
        <p:spPr bwMode="auto">
          <a:xfrm>
            <a:off x="1681163" y="1544641"/>
            <a:ext cx="5954712" cy="302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370" tIns="45685" rIns="91370" bIns="45685"/>
          <a:lstStyle/>
          <a:p>
            <a:pPr marL="341313" indent="-341313">
              <a:buClr>
                <a:srgbClr val="FFF59B"/>
              </a:buClr>
            </a:pPr>
            <a:r>
              <a:rPr lang="zh-CN" altLang="en-US" b="1">
                <a:latin typeface="Palatino Linotype" pitchFamily="18" charset="0"/>
                <a:ea typeface="黑体" pitchFamily="49" charset="-122"/>
              </a:rPr>
              <a:t>#</a:t>
            </a:r>
            <a:r>
              <a:rPr lang="en-US" altLang="zh-CN" b="1">
                <a:latin typeface="Palatino Linotype" pitchFamily="18" charset="0"/>
                <a:ea typeface="黑体" pitchFamily="49" charset="-122"/>
              </a:rPr>
              <a:t>include &lt;stdio.h&gt;</a:t>
            </a:r>
          </a:p>
          <a:p>
            <a:pPr marL="341313" indent="-341313">
              <a:buClr>
                <a:srgbClr val="FFF59B"/>
              </a:buClr>
            </a:pPr>
            <a:r>
              <a:rPr lang="en-US" altLang="zh-CN" b="1">
                <a:latin typeface="Palatino Linotype" pitchFamily="18" charset="0"/>
                <a:ea typeface="黑体" pitchFamily="49" charset="-122"/>
              </a:rPr>
              <a:t> </a:t>
            </a:r>
            <a:r>
              <a:rPr lang="en-US" altLang="zh-CN" b="1" i="1">
                <a:latin typeface="Palatino Linotype" pitchFamily="18" charset="0"/>
                <a:ea typeface="黑体" pitchFamily="49" charset="-122"/>
              </a:rPr>
              <a:t>main</a:t>
            </a:r>
            <a:r>
              <a:rPr lang="en-US" altLang="zh-CN" b="1">
                <a:latin typeface="Palatino Linotype" pitchFamily="18" charset="0"/>
                <a:ea typeface="黑体" pitchFamily="49" charset="-122"/>
              </a:rPr>
              <a:t>()</a:t>
            </a:r>
          </a:p>
          <a:p>
            <a:pPr marL="341313" indent="-341313">
              <a:buClr>
                <a:srgbClr val="FFF59B"/>
              </a:buClr>
            </a:pPr>
            <a:r>
              <a:rPr lang="en-US" altLang="zh-CN" b="1">
                <a:latin typeface="Palatino Linotype" pitchFamily="18" charset="0"/>
                <a:ea typeface="黑体" pitchFamily="49" charset="-122"/>
              </a:rPr>
              <a:t>{  </a:t>
            </a:r>
          </a:p>
          <a:p>
            <a:pPr marL="341313" indent="-341313">
              <a:buClr>
                <a:srgbClr val="FFF59B"/>
              </a:buClr>
            </a:pPr>
            <a:r>
              <a:rPr lang="en-US" altLang="zh-CN" b="1">
                <a:latin typeface="Palatino Linotype" pitchFamily="18" charset="0"/>
                <a:ea typeface="黑体" pitchFamily="49" charset="-122"/>
              </a:rPr>
              <a:t>   int  x;</a:t>
            </a:r>
          </a:p>
          <a:p>
            <a:pPr marL="341313" indent="-341313"/>
            <a:r>
              <a:rPr lang="en-US" altLang="zh-CN" b="1">
                <a:latin typeface="Palatino Linotype" pitchFamily="18" charset="0"/>
                <a:ea typeface="黑体" pitchFamily="49" charset="-122"/>
              </a:rPr>
              <a:t>   printf("</a:t>
            </a:r>
            <a:r>
              <a:rPr lang="zh-CN" altLang="en-US" b="1">
                <a:latin typeface="Palatino Linotype" pitchFamily="18" charset="0"/>
                <a:ea typeface="黑体" pitchFamily="49" charset="-122"/>
              </a:rPr>
              <a:t>请输入一个整数</a:t>
            </a:r>
            <a:r>
              <a:rPr lang="en-US" altLang="zh-CN" b="1">
                <a:latin typeface="Palatino Linotype" pitchFamily="18" charset="0"/>
                <a:ea typeface="黑体" pitchFamily="49" charset="-122"/>
              </a:rPr>
              <a:t>x </a:t>
            </a:r>
            <a:r>
              <a:rPr lang="zh-CN" altLang="en-US" b="1">
                <a:latin typeface="Palatino Linotype" pitchFamily="18" charset="0"/>
                <a:ea typeface="黑体" pitchFamily="49" charset="-122"/>
              </a:rPr>
              <a:t>： </a:t>
            </a:r>
            <a:r>
              <a:rPr lang="en-US" altLang="zh-CN" b="1">
                <a:latin typeface="Palatino Linotype" pitchFamily="18" charset="0"/>
                <a:ea typeface="黑体" pitchFamily="49" charset="-122"/>
              </a:rPr>
              <a:t>");</a:t>
            </a:r>
          </a:p>
          <a:p>
            <a:pPr marL="341313" indent="-341313"/>
            <a:r>
              <a:rPr lang="en-US" altLang="zh-CN" b="1">
                <a:latin typeface="Palatino Linotype" pitchFamily="18" charset="0"/>
                <a:ea typeface="黑体" pitchFamily="49" charset="-122"/>
              </a:rPr>
              <a:t>   scanf("%d",&amp;x);</a:t>
            </a:r>
          </a:p>
          <a:p>
            <a:pPr marL="341313" indent="-341313"/>
            <a:r>
              <a:rPr lang="en-US" altLang="zh-CN" b="1">
                <a:latin typeface="Palatino Linotype" pitchFamily="18" charset="0"/>
                <a:ea typeface="黑体" pitchFamily="49" charset="-122"/>
              </a:rPr>
              <a:t>   if (x&lt;0)</a:t>
            </a:r>
          </a:p>
          <a:p>
            <a:pPr marL="341313" indent="-341313"/>
            <a:r>
              <a:rPr lang="en-US" altLang="zh-CN" b="1">
                <a:latin typeface="Palatino Linotype" pitchFamily="18" charset="0"/>
                <a:ea typeface="黑体" pitchFamily="49" charset="-122"/>
              </a:rPr>
              <a:t>	    x=-x;</a:t>
            </a:r>
          </a:p>
          <a:p>
            <a:pPr marL="341313" indent="-341313"/>
            <a:r>
              <a:rPr lang="en-US" altLang="zh-CN" b="1">
                <a:latin typeface="Palatino Linotype" pitchFamily="18" charset="0"/>
                <a:ea typeface="黑体" pitchFamily="49" charset="-122"/>
              </a:rPr>
              <a:t>   printf(" | x | = %d\n", x);</a:t>
            </a:r>
          </a:p>
          <a:p>
            <a:pPr marL="341313" indent="-341313">
              <a:buClr>
                <a:srgbClr val="FFF59B"/>
              </a:buClr>
            </a:pPr>
            <a:r>
              <a:rPr lang="en-US" altLang="zh-CN" b="1">
                <a:latin typeface="Palatino Linotype" pitchFamily="18" charset="0"/>
                <a:ea typeface="黑体" pitchFamily="49" charset="-122"/>
              </a:rPr>
              <a:t>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6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>
                <a:latin typeface="Palatino Linotype" pitchFamily="18" charset="0"/>
              </a:rPr>
              <a:t>if </a:t>
            </a:r>
            <a:r>
              <a:rPr lang="zh-CN" altLang="en-US"/>
              <a:t>语句示例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输入乘车的里程数，输出出租车的费用</a:t>
            </a:r>
          </a:p>
        </p:txBody>
      </p:sp>
      <p:sp>
        <p:nvSpPr>
          <p:cNvPr id="757764" name="Rectangle 4"/>
          <p:cNvSpPr>
            <a:spLocks noChangeArrowheads="1"/>
          </p:cNvSpPr>
          <p:nvPr/>
        </p:nvSpPr>
        <p:spPr bwMode="auto">
          <a:xfrm>
            <a:off x="1681163" y="2355853"/>
            <a:ext cx="5954712" cy="221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370" tIns="45685" rIns="91370" bIns="45685"/>
          <a:lstStyle/>
          <a:p>
            <a:pPr marL="341313" indent="-341313">
              <a:buClr>
                <a:srgbClr val="FFF59B"/>
              </a:buClr>
            </a:pPr>
            <a:r>
              <a:rPr lang="zh-CN" altLang="en-US" sz="2400" b="1">
                <a:latin typeface="Palatino Linotype" pitchFamily="18" charset="0"/>
                <a:ea typeface="黑体" pitchFamily="49" charset="-122"/>
              </a:rPr>
              <a:t>起步价：</a:t>
            </a:r>
            <a:r>
              <a:rPr lang="en-US" altLang="zh-CN" sz="2400" b="1">
                <a:latin typeface="Palatino Linotype" pitchFamily="18" charset="0"/>
                <a:ea typeface="黑体" pitchFamily="49" charset="-122"/>
              </a:rPr>
              <a:t>2.5</a:t>
            </a:r>
            <a:r>
              <a:rPr lang="zh-CN" altLang="en-US" sz="2400" b="1">
                <a:latin typeface="Palatino Linotype" pitchFamily="18" charset="0"/>
                <a:ea typeface="黑体" pitchFamily="49" charset="-122"/>
              </a:rPr>
              <a:t>公里内</a:t>
            </a:r>
            <a:r>
              <a:rPr lang="en-US" altLang="zh-CN" sz="2400" b="1">
                <a:latin typeface="Palatino Linotype" pitchFamily="18" charset="0"/>
                <a:ea typeface="黑体" pitchFamily="49" charset="-122"/>
              </a:rPr>
              <a:t>8</a:t>
            </a:r>
            <a:r>
              <a:rPr lang="zh-CN" altLang="en-US" sz="2400" b="1">
                <a:latin typeface="Palatino Linotype" pitchFamily="18" charset="0"/>
                <a:ea typeface="黑体" pitchFamily="49" charset="-122"/>
              </a:rPr>
              <a:t>元</a:t>
            </a:r>
            <a:endParaRPr lang="en-US" altLang="zh-CN" sz="2400" b="1">
              <a:latin typeface="Palatino Linotype" pitchFamily="18" charset="0"/>
              <a:ea typeface="黑体" pitchFamily="49" charset="-122"/>
            </a:endParaRPr>
          </a:p>
          <a:p>
            <a:pPr marL="341313" indent="-341313">
              <a:buClr>
                <a:srgbClr val="FFF59B"/>
              </a:buClr>
            </a:pPr>
            <a:r>
              <a:rPr lang="zh-CN" altLang="en-US" sz="2400" b="1">
                <a:latin typeface="Palatino Linotype" pitchFamily="18" charset="0"/>
                <a:ea typeface="黑体" pitchFamily="49" charset="-122"/>
              </a:rPr>
              <a:t>超出</a:t>
            </a:r>
            <a:r>
              <a:rPr lang="en-US" altLang="zh-CN" sz="2400" b="1">
                <a:latin typeface="Palatino Linotype" pitchFamily="18" charset="0"/>
                <a:ea typeface="黑体" pitchFamily="49" charset="-122"/>
              </a:rPr>
              <a:t>2.5</a:t>
            </a:r>
            <a:r>
              <a:rPr lang="zh-CN" altLang="en-US" sz="2400" b="1">
                <a:latin typeface="Palatino Linotype" pitchFamily="18" charset="0"/>
                <a:ea typeface="黑体" pitchFamily="49" charset="-122"/>
              </a:rPr>
              <a:t>公里部分，每公里加收</a:t>
            </a:r>
            <a:r>
              <a:rPr lang="en-US" altLang="zh-CN" sz="2400" b="1">
                <a:latin typeface="Palatino Linotype" pitchFamily="18" charset="0"/>
                <a:ea typeface="黑体" pitchFamily="49" charset="-122"/>
              </a:rPr>
              <a:t>1.8</a:t>
            </a:r>
            <a:r>
              <a:rPr lang="zh-CN" altLang="en-US" sz="2400" b="1">
                <a:latin typeface="Palatino Linotype" pitchFamily="18" charset="0"/>
                <a:ea typeface="黑体" pitchFamily="49" charset="-122"/>
              </a:rPr>
              <a:t>元</a:t>
            </a:r>
            <a:endParaRPr lang="en-US" altLang="zh-CN" sz="2400" b="1">
              <a:latin typeface="Palatino Linotype" pitchFamily="18" charset="0"/>
              <a:ea typeface="黑体" pitchFamily="49" charset="-122"/>
            </a:endParaRPr>
          </a:p>
          <a:p>
            <a:pPr marL="341313" indent="-341313">
              <a:buClr>
                <a:srgbClr val="FFF59B"/>
              </a:buClr>
            </a:pPr>
            <a:r>
              <a:rPr lang="zh-CN" altLang="en-US" sz="2400" b="1">
                <a:latin typeface="Palatino Linotype" pitchFamily="18" charset="0"/>
                <a:ea typeface="黑体" pitchFamily="49" charset="-122"/>
              </a:rPr>
              <a:t>要求输出为整数</a:t>
            </a:r>
            <a:endParaRPr lang="en-US" altLang="zh-CN" sz="2400" b="1">
              <a:latin typeface="Palatino Linotype" pitchFamily="18" charset="0"/>
              <a:ea typeface="黑体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6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DC88118-D2E1-35B0-5435-08EAA45A6F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91640" y="635000"/>
            <a:ext cx="5760720" cy="431383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#include&lt;stdio.h&gt;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 )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char 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("input:\n");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getchar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if(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&gt;=65 &amp;&amp; 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&lt;=90)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putchar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(ch+32);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else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putchar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执行时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若输入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则输出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若输入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e,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则输出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r>
              <a:rPr lang="zh-CN" altLang="en-US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B07EBCE-725F-4346-223F-FCE6B1167B67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5909310" y="4661297"/>
            <a:ext cx="1157288" cy="30861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835040-1383-3BDD-8670-51B2C252733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7200900" cy="635000"/>
            <a:chOff x="-971550" y="0"/>
            <a:chExt cx="72009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9D3376ED-BFC7-FBC5-89EF-C22CE731EE3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-971550" y="0"/>
              <a:ext cx="72009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901C219E-79F5-8435-DC60-06B503E1229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-97155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1BED77DF-F210-1E7A-D4AC-0FFC531C3B2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-71755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9E644664-048C-D638-0754-1078F62D852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5543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B5A827C-37A9-B894-3618-32FA34EF4BD6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9039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2800" dirty="0">
                <a:solidFill>
                  <a:srgbClr val="C00000"/>
                </a:solidFill>
                <a:latin typeface="楷体_GB2312" pitchFamily="49" charset="-122"/>
              </a:rPr>
              <a:t>if</a:t>
            </a:r>
            <a:r>
              <a:rPr lang="zh-CN" altLang="en-US" sz="2800" dirty="0">
                <a:solidFill>
                  <a:srgbClr val="C00000"/>
                </a:solidFill>
                <a:latin typeface="楷体_GB2312" pitchFamily="49" charset="-122"/>
              </a:rPr>
              <a:t>语句的嵌套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1"/>
          </p:nvPr>
        </p:nvSpPr>
        <p:spPr>
          <a:xfrm>
            <a:off x="1402548" y="1131090"/>
            <a:ext cx="6121400" cy="3086100"/>
          </a:xfrm>
        </p:spPr>
        <p:txBody>
          <a:bodyPr/>
          <a:lstStyle/>
          <a:p>
            <a:pPr marL="209407" indent="-209407">
              <a:lnSpc>
                <a:spcPct val="105000"/>
              </a:lnSpc>
              <a:spcBef>
                <a:spcPts val="309"/>
              </a:spcBef>
              <a:spcAft>
                <a:spcPts val="309"/>
              </a:spcAft>
            </a:pPr>
            <a:r>
              <a:rPr lang="zh-CN" altLang="en-US" sz="2200" b="1" dirty="0">
                <a:latin typeface="黑体" pitchFamily="49" charset="-122"/>
              </a:rPr>
              <a:t>在</a:t>
            </a:r>
            <a:r>
              <a:rPr lang="zh-CN" altLang="zh-CN" sz="2200" b="1" dirty="0">
                <a:latin typeface="Arial" pitchFamily="34" charset="0"/>
              </a:rPr>
              <a:t>if </a:t>
            </a:r>
            <a:r>
              <a:rPr lang="zh-CN" altLang="en-US" sz="2200" b="1" dirty="0">
                <a:latin typeface="黑体" pitchFamily="49" charset="-122"/>
              </a:rPr>
              <a:t>语句中又包含有一个或多个</a:t>
            </a:r>
            <a:r>
              <a:rPr lang="zh-CN" altLang="zh-CN" sz="2200" b="1" dirty="0">
                <a:latin typeface="Arial" pitchFamily="34" charset="0"/>
              </a:rPr>
              <a:t>if</a:t>
            </a:r>
            <a:r>
              <a:rPr lang="zh-CN" altLang="en-US" sz="2200" b="1" dirty="0">
                <a:latin typeface="黑体" pitchFamily="49" charset="-122"/>
              </a:rPr>
              <a:t>语句称为</a:t>
            </a:r>
            <a:r>
              <a:rPr lang="zh-CN" altLang="en-US" sz="1100" b="1" dirty="0">
                <a:latin typeface="黑体" pitchFamily="49" charset="-122"/>
              </a:rPr>
              <a:t> </a:t>
            </a:r>
            <a:r>
              <a:rPr lang="zh-CN" altLang="zh-CN" sz="2200" b="1" dirty="0">
                <a:latin typeface="Arial" pitchFamily="34" charset="0"/>
              </a:rPr>
              <a:t>if</a:t>
            </a:r>
            <a:r>
              <a:rPr lang="zh-CN" altLang="zh-CN" sz="1200" b="1" dirty="0">
                <a:latin typeface="Arial" pitchFamily="34" charset="0"/>
              </a:rPr>
              <a:t> </a:t>
            </a:r>
            <a:r>
              <a:rPr lang="zh-CN" altLang="en-US" sz="2200" b="1" dirty="0">
                <a:latin typeface="黑体" pitchFamily="49" charset="-122"/>
              </a:rPr>
              <a:t>语句的嵌套。</a:t>
            </a:r>
          </a:p>
          <a:p>
            <a:pPr marL="209407" indent="-209407">
              <a:lnSpc>
                <a:spcPct val="120000"/>
              </a:lnSpc>
              <a:spcBef>
                <a:spcPts val="309"/>
              </a:spcBef>
              <a:buClr>
                <a:srgbClr val="009900"/>
              </a:buClr>
              <a:buSzPct val="85000"/>
              <a:buNone/>
            </a:pPr>
            <a:r>
              <a:rPr lang="en-US" altLang="zh-CN" sz="2200" b="1" dirty="0">
                <a:solidFill>
                  <a:srgbClr val="C00000"/>
                </a:solidFill>
                <a:latin typeface="Arial" pitchFamily="34" charset="0"/>
              </a:rPr>
              <a:t>    </a:t>
            </a:r>
            <a:r>
              <a:rPr lang="zh-CN" altLang="zh-CN" sz="2200" b="1" dirty="0">
                <a:solidFill>
                  <a:srgbClr val="C00000"/>
                </a:solidFill>
                <a:latin typeface="Arial" pitchFamily="34" charset="0"/>
              </a:rPr>
              <a:t>if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（表达式</a:t>
            </a:r>
            <a:r>
              <a:rPr lang="zh-CN" altLang="zh-CN" sz="2200" b="1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）</a:t>
            </a:r>
          </a:p>
          <a:p>
            <a:pPr marL="209407" indent="-209407">
              <a:lnSpc>
                <a:spcPct val="115000"/>
              </a:lnSpc>
              <a:spcBef>
                <a:spcPts val="309"/>
              </a:spcBef>
              <a:spcAft>
                <a:spcPts val="309"/>
              </a:spcAft>
              <a:buClr>
                <a:srgbClr val="009900"/>
              </a:buClr>
              <a:buSzPct val="85000"/>
              <a:buNone/>
            </a:pP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            </a:t>
            </a:r>
            <a:r>
              <a:rPr lang="zh-CN" altLang="zh-CN" sz="2200" b="1" dirty="0">
                <a:solidFill>
                  <a:srgbClr val="C00000"/>
                </a:solidFill>
                <a:latin typeface="Arial" pitchFamily="34" charset="0"/>
              </a:rPr>
              <a:t>if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（表达式</a:t>
            </a:r>
            <a:r>
              <a:rPr lang="zh-CN" altLang="zh-CN" sz="2200" b="1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）</a:t>
            </a:r>
            <a:endParaRPr lang="en-US" altLang="zh-CN" sz="2200" b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209407" indent="-209407">
              <a:lnSpc>
                <a:spcPct val="115000"/>
              </a:lnSpc>
              <a:spcBef>
                <a:spcPts val="309"/>
              </a:spcBef>
              <a:spcAft>
                <a:spcPts val="309"/>
              </a:spcAft>
              <a:buClr>
                <a:srgbClr val="009900"/>
              </a:buClr>
              <a:buSzPct val="85000"/>
              <a:buNone/>
            </a:pPr>
            <a:r>
              <a:rPr lang="en-US" altLang="zh-CN" sz="2200" b="1" dirty="0">
                <a:solidFill>
                  <a:srgbClr val="C00000"/>
                </a:solidFill>
                <a:latin typeface="Times New Roman" pitchFamily="18" charset="0"/>
              </a:rPr>
              <a:t>                   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语句</a:t>
            </a:r>
            <a:r>
              <a:rPr lang="zh-CN" altLang="zh-CN" sz="2200" b="1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</a:p>
          <a:p>
            <a:pPr marL="209407" indent="-209407">
              <a:spcBef>
                <a:spcPct val="55000"/>
              </a:spcBef>
              <a:buNone/>
            </a:pPr>
            <a:r>
              <a:rPr lang="zh-CN" altLang="zh-CN" sz="2200" b="1" dirty="0">
                <a:latin typeface="Courier New" pitchFamily="49" charset="0"/>
              </a:rPr>
              <a:t> </a:t>
            </a:r>
            <a:r>
              <a:rPr lang="zh-CN" altLang="zh-CN" sz="900" b="1" dirty="0">
                <a:latin typeface="Courier New" pitchFamily="49" charset="0"/>
              </a:rPr>
              <a:t> </a:t>
            </a:r>
            <a:r>
              <a:rPr lang="zh-CN" altLang="en-US" sz="2200" b="1" dirty="0">
                <a:latin typeface="Courier New" pitchFamily="49" charset="0"/>
              </a:rPr>
              <a:t>例</a:t>
            </a:r>
            <a:r>
              <a:rPr lang="zh-CN" altLang="zh-CN" sz="2200" b="1" dirty="0">
                <a:latin typeface="Times New Roman" pitchFamily="18" charset="0"/>
              </a:rPr>
              <a:t>:</a:t>
            </a:r>
            <a:r>
              <a:rPr lang="zh-CN" altLang="zh-CN" sz="2200" b="1" dirty="0">
                <a:latin typeface="Courier New" pitchFamily="49" charset="0"/>
              </a:rPr>
              <a:t>    </a:t>
            </a:r>
            <a:r>
              <a:rPr lang="zh-CN" altLang="zh-CN" sz="1100" b="1" dirty="0">
                <a:latin typeface="Courier New" pitchFamily="49" charset="0"/>
              </a:rPr>
              <a:t>  </a:t>
            </a:r>
            <a:r>
              <a:rPr lang="zh-CN" altLang="zh-CN" sz="2200" b="1" dirty="0">
                <a:latin typeface="Arial" pitchFamily="34" charset="0"/>
              </a:rPr>
              <a:t>if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Times New Roman" pitchFamily="18" charset="0"/>
              </a:rPr>
              <a:t>(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Arial" pitchFamily="34" charset="0"/>
              </a:rPr>
              <a:t>a</a:t>
            </a:r>
            <a:r>
              <a:rPr lang="zh-CN" altLang="zh-CN" sz="2200" dirty="0"/>
              <a:t>&gt;</a:t>
            </a:r>
            <a:r>
              <a:rPr lang="zh-CN" altLang="zh-CN" sz="2200" b="1" dirty="0">
                <a:latin typeface="Arial" pitchFamily="34" charset="0"/>
              </a:rPr>
              <a:t>0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Times New Roman" pitchFamily="18" charset="0"/>
              </a:rPr>
              <a:t>)</a:t>
            </a:r>
            <a:r>
              <a:rPr lang="zh-CN" altLang="zh-CN" sz="2200" b="1" dirty="0"/>
              <a:t> </a:t>
            </a:r>
          </a:p>
          <a:p>
            <a:pPr marL="209407" indent="-209407">
              <a:buNone/>
            </a:pPr>
            <a:r>
              <a:rPr lang="zh-CN" altLang="zh-CN" sz="2200" b="1" dirty="0"/>
              <a:t>                    </a:t>
            </a:r>
            <a:r>
              <a:rPr lang="en-US" altLang="zh-CN" sz="2200" b="1" dirty="0"/>
              <a:t>  </a:t>
            </a:r>
            <a:r>
              <a:rPr lang="zh-CN" altLang="zh-CN" sz="2200" b="1" dirty="0"/>
              <a:t>  </a:t>
            </a:r>
            <a:r>
              <a:rPr lang="zh-CN" altLang="zh-CN" sz="2200" b="1" dirty="0">
                <a:latin typeface="Arial" pitchFamily="34" charset="0"/>
              </a:rPr>
              <a:t>if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Times New Roman" pitchFamily="18" charset="0"/>
              </a:rPr>
              <a:t>(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Arial" pitchFamily="34" charset="0"/>
              </a:rPr>
              <a:t>b</a:t>
            </a:r>
            <a:r>
              <a:rPr lang="zh-CN" altLang="zh-CN" sz="2200" dirty="0"/>
              <a:t>&gt;</a:t>
            </a:r>
            <a:r>
              <a:rPr lang="zh-CN" altLang="zh-CN" sz="2200" b="1" dirty="0">
                <a:latin typeface="Arial" pitchFamily="34" charset="0"/>
              </a:rPr>
              <a:t>0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Times New Roman" pitchFamily="18" charset="0"/>
              </a:rPr>
              <a:t>)</a:t>
            </a:r>
            <a:r>
              <a:rPr lang="zh-CN" altLang="zh-CN" sz="2200" b="1" dirty="0"/>
              <a:t> </a:t>
            </a:r>
          </a:p>
          <a:p>
            <a:pPr marL="209407" indent="-209407">
              <a:buNone/>
            </a:pPr>
            <a:r>
              <a:rPr lang="zh-CN" altLang="zh-CN" sz="2200" b="1" dirty="0"/>
              <a:t>                         </a:t>
            </a:r>
            <a:r>
              <a:rPr lang="en-US" altLang="zh-CN" sz="2200" b="1" dirty="0"/>
              <a:t>  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Arial" pitchFamily="34" charset="0"/>
              </a:rPr>
              <a:t>printf</a:t>
            </a:r>
            <a:r>
              <a:rPr lang="zh-CN" altLang="zh-CN" sz="2200" b="1" dirty="0">
                <a:latin typeface="Times New Roman" pitchFamily="18" charset="0"/>
              </a:rPr>
              <a:t>(“</a:t>
            </a:r>
            <a:r>
              <a:rPr lang="zh-CN" altLang="zh-CN" sz="2200" b="1" dirty="0">
                <a:latin typeface="Arial" pitchFamily="34" charset="0"/>
              </a:rPr>
              <a:t>%d</a:t>
            </a:r>
            <a:r>
              <a:rPr lang="zh-CN" altLang="zh-CN" sz="2200" b="1" dirty="0">
                <a:latin typeface="Times New Roman" pitchFamily="18" charset="0"/>
              </a:rPr>
              <a:t>,</a:t>
            </a:r>
            <a:r>
              <a:rPr lang="zh-CN" altLang="zh-CN" sz="2200" b="1" dirty="0">
                <a:latin typeface="Arial" pitchFamily="34" charset="0"/>
              </a:rPr>
              <a:t>%d\n</a:t>
            </a:r>
            <a:r>
              <a:rPr lang="zh-CN" altLang="zh-CN" sz="2200" b="1" dirty="0">
                <a:latin typeface="Times New Roman" pitchFamily="18" charset="0"/>
              </a:rPr>
              <a:t>”,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Arial" pitchFamily="34" charset="0"/>
              </a:rPr>
              <a:t>a</a:t>
            </a:r>
            <a:r>
              <a:rPr lang="zh-CN" altLang="zh-CN" sz="2200" b="1" dirty="0">
                <a:latin typeface="Times New Roman" pitchFamily="18" charset="0"/>
              </a:rPr>
              <a:t>,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Arial" pitchFamily="34" charset="0"/>
              </a:rPr>
              <a:t>b</a:t>
            </a:r>
            <a:r>
              <a:rPr lang="zh-CN" altLang="zh-CN" sz="2200" b="1" dirty="0">
                <a:latin typeface="Times New Roman" pitchFamily="18" charset="0"/>
              </a:rPr>
              <a:t>);</a:t>
            </a:r>
            <a:endParaRPr lang="zh-CN" altLang="zh-CN" sz="22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227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500">
                <a:latin typeface="楷体_GB2312" pitchFamily="49" charset="-122"/>
              </a:rPr>
              <a:t>说明</a:t>
            </a:r>
            <a:r>
              <a:rPr lang="zh-CN" altLang="zh-CN" sz="2500">
                <a:latin typeface="楷体_GB2312" pitchFamily="49" charset="-122"/>
              </a:rPr>
              <a:t>: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09407" indent="-209407">
              <a:lnSpc>
                <a:spcPct val="115000"/>
              </a:lnSpc>
            </a:pPr>
            <a:r>
              <a:rPr lang="zh-CN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else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与</a:t>
            </a:r>
            <a:r>
              <a:rPr lang="zh-CN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if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必须成对</a:t>
            </a:r>
            <a:r>
              <a:rPr lang="zh-CN" altLang="en-US" sz="2200" b="1" dirty="0">
                <a:latin typeface="Times New Roman" pitchFamily="18" charset="0"/>
              </a:rPr>
              <a:t>出现</a:t>
            </a:r>
            <a:r>
              <a:rPr lang="zh-CN" altLang="zh-CN" sz="2200" b="1" dirty="0">
                <a:latin typeface="Times New Roman" pitchFamily="18" charset="0"/>
              </a:rPr>
              <a:t>,  </a:t>
            </a:r>
            <a:r>
              <a:rPr lang="zh-CN" altLang="en-US" sz="2200" b="1" dirty="0">
                <a:latin typeface="Times New Roman" pitchFamily="18" charset="0"/>
              </a:rPr>
              <a:t>且</a:t>
            </a:r>
            <a:r>
              <a:rPr lang="zh-CN" altLang="zh-CN" sz="2200" b="1" dirty="0">
                <a:latin typeface="Arial" pitchFamily="34" charset="0"/>
              </a:rPr>
              <a:t>else</a:t>
            </a:r>
            <a:r>
              <a:rPr lang="zh-CN" altLang="en-US" sz="2200" b="1" dirty="0">
                <a:latin typeface="Times New Roman" pitchFamily="18" charset="0"/>
              </a:rPr>
              <a:t>总是与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最近</a:t>
            </a:r>
            <a:r>
              <a:rPr lang="zh-CN" altLang="en-US" sz="2200" b="1" dirty="0">
                <a:latin typeface="Times New Roman" pitchFamily="18" charset="0"/>
              </a:rPr>
              <a:t>的一个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未</a:t>
            </a:r>
            <a:r>
              <a:rPr lang="zh-CN" altLang="en-US" sz="2200" b="1" dirty="0">
                <a:latin typeface="Times New Roman" pitchFamily="18" charset="0"/>
              </a:rPr>
              <a:t>配对的 </a:t>
            </a:r>
            <a:r>
              <a:rPr lang="zh-CN" altLang="zh-CN" sz="2200" b="1" dirty="0">
                <a:latin typeface="Arial" pitchFamily="34" charset="0"/>
              </a:rPr>
              <a:t>if </a:t>
            </a:r>
            <a:r>
              <a:rPr lang="zh-CN" altLang="en-US" sz="2200" b="1" dirty="0">
                <a:latin typeface="Times New Roman" pitchFamily="18" charset="0"/>
              </a:rPr>
              <a:t>配对。</a:t>
            </a:r>
            <a:r>
              <a:rPr lang="zh-CN" altLang="en-US" sz="2200" b="1" dirty="0">
                <a:latin typeface="黑体" pitchFamily="49" charset="-122"/>
              </a:rPr>
              <a:t>如</a:t>
            </a:r>
            <a:r>
              <a:rPr lang="zh-CN" altLang="zh-CN" sz="2200" b="1" dirty="0">
                <a:latin typeface="Times New Roman" pitchFamily="18" charset="0"/>
              </a:rPr>
              <a:t>: </a:t>
            </a:r>
          </a:p>
          <a:p>
            <a:pPr marL="209407" indent="-209407">
              <a:lnSpc>
                <a:spcPct val="110000"/>
              </a:lnSpc>
              <a:spcBef>
                <a:spcPct val="40000"/>
              </a:spcBef>
              <a:buClr>
                <a:srgbClr val="009900"/>
              </a:buClr>
              <a:buSzPct val="85000"/>
              <a:buNone/>
            </a:pPr>
            <a:r>
              <a:rPr lang="zh-CN" altLang="zh-CN" sz="2200" b="1" dirty="0"/>
              <a:t>       </a:t>
            </a:r>
            <a:r>
              <a:rPr lang="zh-CN" altLang="zh-CN" sz="2200" b="1" dirty="0">
                <a:latin typeface="Arial" pitchFamily="34" charset="0"/>
              </a:rPr>
              <a:t>if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Times New Roman" pitchFamily="18" charset="0"/>
              </a:rPr>
              <a:t>(    )</a:t>
            </a:r>
          </a:p>
          <a:p>
            <a:pPr marL="209407" indent="-209407">
              <a:lnSpc>
                <a:spcPct val="105000"/>
              </a:lnSpc>
              <a:spcBef>
                <a:spcPct val="25000"/>
              </a:spcBef>
              <a:buNone/>
            </a:pPr>
            <a:r>
              <a:rPr lang="zh-CN" altLang="zh-CN" sz="2200" b="1" dirty="0"/>
              <a:t> 		   </a:t>
            </a:r>
            <a:r>
              <a:rPr lang="zh-CN" altLang="zh-CN" sz="2200" b="1" dirty="0">
                <a:latin typeface="Arial" pitchFamily="34" charset="0"/>
              </a:rPr>
              <a:t>if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Times New Roman" pitchFamily="18" charset="0"/>
              </a:rPr>
              <a:t>(    )</a:t>
            </a:r>
            <a:r>
              <a:rPr lang="zh-CN" altLang="zh-CN" sz="2200" b="1" dirty="0"/>
              <a:t>  </a:t>
            </a:r>
            <a:r>
              <a:rPr lang="zh-CN" altLang="en-US" sz="2200" b="1" dirty="0">
                <a:latin typeface="黑体" pitchFamily="49" charset="-122"/>
              </a:rPr>
              <a:t>语句</a:t>
            </a:r>
            <a:r>
              <a:rPr lang="zh-CN" altLang="zh-CN" sz="2200" b="1" dirty="0">
                <a:latin typeface="黑体" pitchFamily="49" charset="-122"/>
              </a:rPr>
              <a:t>1</a:t>
            </a:r>
          </a:p>
          <a:p>
            <a:pPr marL="209407" indent="-209407">
              <a:lnSpc>
                <a:spcPct val="105000"/>
              </a:lnSpc>
              <a:spcBef>
                <a:spcPct val="25000"/>
              </a:spcBef>
              <a:buNone/>
            </a:pPr>
            <a:r>
              <a:rPr lang="zh-CN" altLang="zh-CN" sz="2200" b="1" dirty="0"/>
              <a:t>       </a:t>
            </a:r>
            <a:r>
              <a:rPr lang="zh-CN" altLang="zh-CN" sz="2200" b="1" dirty="0">
                <a:latin typeface="Arial" pitchFamily="34" charset="0"/>
              </a:rPr>
              <a:t>else</a:t>
            </a:r>
          </a:p>
          <a:p>
            <a:pPr marL="209407" indent="-209407">
              <a:lnSpc>
                <a:spcPct val="105000"/>
              </a:lnSpc>
              <a:spcBef>
                <a:spcPct val="25000"/>
              </a:spcBef>
              <a:buNone/>
            </a:pPr>
            <a:r>
              <a:rPr lang="zh-CN" altLang="zh-CN" sz="2200" b="1" dirty="0"/>
              <a:t>           </a:t>
            </a:r>
            <a:r>
              <a:rPr lang="zh-CN" altLang="zh-CN" sz="2200" b="1" dirty="0">
                <a:latin typeface="Arial" pitchFamily="34" charset="0"/>
              </a:rPr>
              <a:t>if</a:t>
            </a:r>
            <a:r>
              <a:rPr lang="zh-CN" altLang="zh-CN" sz="2200" b="1" dirty="0"/>
              <a:t> </a:t>
            </a:r>
            <a:r>
              <a:rPr lang="zh-CN" altLang="zh-CN" sz="2200" b="1" dirty="0">
                <a:latin typeface="Times New Roman" pitchFamily="18" charset="0"/>
              </a:rPr>
              <a:t>(    )  </a:t>
            </a:r>
            <a:r>
              <a:rPr lang="zh-CN" altLang="en-US" sz="2200" b="1" dirty="0">
                <a:latin typeface="黑体" pitchFamily="49" charset="-122"/>
              </a:rPr>
              <a:t>语句</a:t>
            </a:r>
            <a:r>
              <a:rPr lang="zh-CN" altLang="zh-CN" sz="2200" b="1" dirty="0">
                <a:latin typeface="黑体" pitchFamily="49" charset="-122"/>
              </a:rPr>
              <a:t>2</a:t>
            </a:r>
            <a:endParaRPr lang="zh-CN" altLang="zh-CN" sz="2200" b="1" dirty="0"/>
          </a:p>
          <a:p>
            <a:pPr marL="209407" indent="-209407">
              <a:lnSpc>
                <a:spcPct val="105000"/>
              </a:lnSpc>
              <a:spcBef>
                <a:spcPct val="25000"/>
              </a:spcBef>
              <a:buNone/>
            </a:pPr>
            <a:r>
              <a:rPr lang="zh-CN" altLang="zh-CN" sz="2200" b="1" dirty="0"/>
              <a:t>           </a:t>
            </a:r>
            <a:r>
              <a:rPr lang="zh-CN" altLang="zh-CN" sz="2200" b="1" dirty="0">
                <a:latin typeface="Arial" pitchFamily="34" charset="0"/>
              </a:rPr>
              <a:t>else</a:t>
            </a:r>
            <a:r>
              <a:rPr lang="zh-CN" altLang="zh-CN" sz="2200" b="1" dirty="0"/>
              <a:t>    </a:t>
            </a:r>
            <a:r>
              <a:rPr lang="zh-CN" altLang="en-US" sz="2200" b="1" dirty="0">
                <a:latin typeface="黑体" pitchFamily="49" charset="-122"/>
              </a:rPr>
              <a:t>语句</a:t>
            </a:r>
            <a:r>
              <a:rPr lang="zh-CN" altLang="zh-CN" sz="2200" b="1" dirty="0">
                <a:latin typeface="黑体" pitchFamily="49" charset="-122"/>
              </a:rPr>
              <a:t>3</a:t>
            </a:r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5132073" y="1791891"/>
            <a:ext cx="2292787" cy="2204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rgbClr val="009900"/>
              </a:buClr>
              <a:buSzPct val="85000"/>
            </a:pPr>
            <a:r>
              <a:rPr lang="zh-CN" altLang="zh-CN" sz="2200" b="1" dirty="0"/>
              <a:t>if </a:t>
            </a:r>
            <a:r>
              <a:rPr lang="zh-CN" altLang="zh-CN" sz="2200" b="1" dirty="0">
                <a:latin typeface="Times New Roman" pitchFamily="18" charset="0"/>
              </a:rPr>
              <a:t>(    )</a:t>
            </a:r>
          </a:p>
          <a:p>
            <a:pPr>
              <a:lnSpc>
                <a:spcPct val="105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zh-CN" sz="2200" b="1" dirty="0"/>
              <a:t>   if </a:t>
            </a:r>
            <a:r>
              <a:rPr lang="zh-CN" altLang="zh-CN" sz="2200" b="1" dirty="0">
                <a:latin typeface="Times New Roman" pitchFamily="18" charset="0"/>
              </a:rPr>
              <a:t>(    )</a:t>
            </a:r>
            <a:r>
              <a:rPr lang="zh-CN" altLang="zh-CN" sz="2200" b="1" dirty="0"/>
              <a:t>  </a:t>
            </a:r>
            <a:r>
              <a:rPr lang="zh-CN" altLang="en-US" sz="2200" b="1" dirty="0">
                <a:latin typeface="黑体" pitchFamily="49" charset="-122"/>
                <a:ea typeface="黑体" pitchFamily="49" charset="-122"/>
              </a:rPr>
              <a:t>语句</a:t>
            </a:r>
            <a:r>
              <a:rPr lang="zh-CN" altLang="zh-CN" sz="2200" b="1" dirty="0">
                <a:latin typeface="黑体" pitchFamily="49" charset="-122"/>
                <a:ea typeface="黑体" pitchFamily="49" charset="-122"/>
              </a:rPr>
              <a:t>1</a:t>
            </a:r>
          </a:p>
          <a:p>
            <a:pPr>
              <a:lnSpc>
                <a:spcPct val="105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zh-CN" sz="2200" b="1" dirty="0"/>
              <a:t>   else</a:t>
            </a:r>
          </a:p>
          <a:p>
            <a:pPr>
              <a:lnSpc>
                <a:spcPct val="105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zh-CN" sz="2200" b="1" dirty="0"/>
              <a:t>if </a:t>
            </a:r>
            <a:r>
              <a:rPr lang="zh-CN" altLang="zh-CN" sz="2200" b="1" dirty="0">
                <a:latin typeface="Times New Roman" pitchFamily="18" charset="0"/>
              </a:rPr>
              <a:t>(    )  </a:t>
            </a:r>
            <a:r>
              <a:rPr lang="zh-CN" altLang="en-US" sz="2200" b="1" dirty="0">
                <a:latin typeface="黑体" pitchFamily="49" charset="-122"/>
                <a:ea typeface="黑体" pitchFamily="49" charset="-122"/>
              </a:rPr>
              <a:t>语句</a:t>
            </a:r>
            <a:r>
              <a:rPr lang="zh-CN" altLang="zh-CN" sz="2200" b="1" dirty="0">
                <a:latin typeface="黑体" pitchFamily="49" charset="-122"/>
                <a:ea typeface="黑体" pitchFamily="49" charset="-122"/>
              </a:rPr>
              <a:t>2</a:t>
            </a:r>
            <a:endParaRPr lang="zh-CN" altLang="zh-CN" sz="2200" b="1" dirty="0"/>
          </a:p>
          <a:p>
            <a:pPr>
              <a:lnSpc>
                <a:spcPct val="105000"/>
              </a:lnSpc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zh-CN" sz="2200" b="1" dirty="0"/>
              <a:t>else    </a:t>
            </a:r>
            <a:r>
              <a:rPr lang="zh-CN" altLang="en-US" sz="2200" b="1" dirty="0">
                <a:latin typeface="黑体" pitchFamily="49" charset="-122"/>
                <a:ea typeface="黑体" pitchFamily="49" charset="-122"/>
              </a:rPr>
              <a:t>语句</a:t>
            </a:r>
            <a:r>
              <a:rPr lang="zh-CN" altLang="zh-CN" sz="2200" b="1" dirty="0">
                <a:latin typeface="黑体" pitchFamily="49" charset="-122"/>
                <a:ea typeface="黑体" pitchFamily="49" charset="-122"/>
              </a:rPr>
              <a:t>3</a:t>
            </a:r>
          </a:p>
        </p:txBody>
      </p:sp>
      <p:sp>
        <p:nvSpPr>
          <p:cNvPr id="227334" name="AutoShape 6"/>
          <p:cNvSpPr>
            <a:spLocks/>
          </p:cNvSpPr>
          <p:nvPr/>
        </p:nvSpPr>
        <p:spPr bwMode="auto">
          <a:xfrm>
            <a:off x="5353348" y="2383631"/>
            <a:ext cx="60008" cy="514350"/>
          </a:xfrm>
          <a:prstGeom prst="leftBracket">
            <a:avLst>
              <a:gd name="adj" fmla="val 75000"/>
            </a:avLst>
          </a:prstGeom>
          <a:noFill/>
          <a:ln w="22225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537" tIns="35268" rIns="70537" bIns="35268" anchor="ctr"/>
          <a:lstStyle/>
          <a:p>
            <a:endParaRPr lang="zh-CN" altLang="en-US"/>
          </a:p>
        </p:txBody>
      </p:sp>
      <p:sp>
        <p:nvSpPr>
          <p:cNvPr id="227335" name="AutoShape 7"/>
          <p:cNvSpPr>
            <a:spLocks/>
          </p:cNvSpPr>
          <p:nvPr/>
        </p:nvSpPr>
        <p:spPr bwMode="auto">
          <a:xfrm>
            <a:off x="5102066" y="3292080"/>
            <a:ext cx="60008" cy="514350"/>
          </a:xfrm>
          <a:prstGeom prst="leftBracket">
            <a:avLst>
              <a:gd name="adj" fmla="val 75000"/>
            </a:avLst>
          </a:prstGeom>
          <a:noFill/>
          <a:ln w="22225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537" tIns="35268" rIns="70537" bIns="35268" anchor="ctr"/>
          <a:lstStyle/>
          <a:p>
            <a:endParaRPr lang="zh-CN" alt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75406" y="2669381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zh-CN" b="1" dirty="0">
                <a:solidFill>
                  <a:srgbClr val="C00000"/>
                </a:solidFill>
                <a:ea typeface="宋体" pitchFamily="2" charset="-122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244710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3" grpId="0" autoUpdateAnimBg="0"/>
      <p:bldP spid="227334" grpId="0" animBg="1"/>
      <p:bldP spid="227335" grpId="0" animBg="1"/>
      <p:bldP spid="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500">
                <a:latin typeface="楷体_GB2312" pitchFamily="49" charset="-122"/>
              </a:rPr>
              <a:t>说明</a:t>
            </a:r>
            <a:r>
              <a:rPr lang="zh-CN" altLang="zh-CN" sz="2500">
                <a:latin typeface="楷体_GB2312" pitchFamily="49" charset="-122"/>
              </a:rPr>
              <a:t>: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11856" indent="-211856">
              <a:lnSpc>
                <a:spcPct val="120000"/>
              </a:lnSpc>
              <a:spcBef>
                <a:spcPts val="309"/>
              </a:spcBef>
              <a:spcAft>
                <a:spcPts val="309"/>
              </a:spcAft>
            </a:pPr>
            <a:r>
              <a:rPr lang="zh-CN" altLang="en-US" sz="2200" b="1" dirty="0">
                <a:latin typeface="黑体" pitchFamily="49" charset="-122"/>
              </a:rPr>
              <a:t>如果</a:t>
            </a:r>
            <a:r>
              <a:rPr lang="zh-CN" altLang="en-US" sz="1200" b="1" dirty="0">
                <a:latin typeface="黑体" pitchFamily="49" charset="-122"/>
              </a:rPr>
              <a:t> </a:t>
            </a:r>
            <a:r>
              <a:rPr lang="zh-CN" altLang="zh-CN" sz="2200" b="1" dirty="0">
                <a:latin typeface="Arial" pitchFamily="34" charset="0"/>
              </a:rPr>
              <a:t>if</a:t>
            </a:r>
            <a:r>
              <a:rPr lang="zh-CN" altLang="en-US" sz="2200" b="1" dirty="0">
                <a:latin typeface="黑体" pitchFamily="49" charset="-122"/>
              </a:rPr>
              <a:t>与</a:t>
            </a:r>
            <a:r>
              <a:rPr lang="zh-CN" altLang="zh-CN" sz="2200" b="1" dirty="0">
                <a:latin typeface="Arial" pitchFamily="34" charset="0"/>
              </a:rPr>
              <a:t>else</a:t>
            </a:r>
            <a:r>
              <a:rPr lang="zh-CN" altLang="en-US" sz="2200" b="1" dirty="0">
                <a:latin typeface="黑体" pitchFamily="49" charset="-122"/>
              </a:rPr>
              <a:t>的数目不同</a:t>
            </a:r>
            <a:r>
              <a:rPr lang="zh-CN" altLang="zh-CN" sz="2200" b="1" dirty="0">
                <a:latin typeface="Times New Roman" pitchFamily="18" charset="0"/>
              </a:rPr>
              <a:t>, </a:t>
            </a:r>
            <a:r>
              <a:rPr lang="zh-CN" altLang="en-US" sz="2200" b="1" dirty="0">
                <a:latin typeface="黑体" pitchFamily="49" charset="-122"/>
              </a:rPr>
              <a:t>为实现指定的操作</a:t>
            </a:r>
            <a:r>
              <a:rPr lang="zh-CN" altLang="zh-CN" sz="2200" b="1" dirty="0">
                <a:latin typeface="Times New Roman" pitchFamily="18" charset="0"/>
              </a:rPr>
              <a:t>, </a:t>
            </a:r>
            <a:r>
              <a:rPr lang="zh-CN" altLang="en-US" sz="2200" b="1" dirty="0">
                <a:latin typeface="黑体" pitchFamily="49" charset="-122"/>
              </a:rPr>
              <a:t>可以加花括号来确定配对关系。</a:t>
            </a:r>
          </a:p>
          <a:p>
            <a:pPr marL="211856" indent="-211856">
              <a:buNone/>
            </a:pPr>
            <a:r>
              <a:rPr lang="zh-CN" altLang="en-US" sz="2200" b="1" dirty="0">
                <a:latin typeface="黑体" pitchFamily="49" charset="-122"/>
              </a:rPr>
              <a:t> </a:t>
            </a:r>
            <a:r>
              <a:rPr lang="zh-CN" altLang="en-US" sz="1400" b="1" dirty="0">
                <a:latin typeface="黑体" pitchFamily="49" charset="-122"/>
              </a:rPr>
              <a:t> </a:t>
            </a:r>
            <a:r>
              <a:rPr lang="zh-CN" altLang="en-US" sz="2200" b="1" dirty="0">
                <a:latin typeface="黑体" pitchFamily="49" charset="-122"/>
              </a:rPr>
              <a:t>如</a:t>
            </a:r>
            <a:r>
              <a:rPr lang="zh-CN" altLang="zh-CN" sz="2200" b="1" dirty="0">
                <a:latin typeface="Times New Roman" pitchFamily="18" charset="0"/>
              </a:rPr>
              <a:t>:</a:t>
            </a:r>
            <a:r>
              <a:rPr lang="zh-CN" altLang="zh-CN" sz="2200" dirty="0"/>
              <a:t> </a:t>
            </a:r>
          </a:p>
          <a:p>
            <a:pPr marL="211856" indent="-211856">
              <a:buNone/>
            </a:pPr>
            <a:r>
              <a:rPr lang="zh-CN" altLang="zh-CN" sz="2200" dirty="0"/>
              <a:t>                </a:t>
            </a:r>
            <a:r>
              <a:rPr lang="zh-CN" altLang="zh-CN" sz="2200" b="1" dirty="0"/>
              <a:t>if </a:t>
            </a:r>
            <a:r>
              <a:rPr lang="zh-CN" altLang="zh-CN" sz="2200" b="1" dirty="0">
                <a:latin typeface="Times New Roman" pitchFamily="18" charset="0"/>
              </a:rPr>
              <a:t>(    )</a:t>
            </a:r>
          </a:p>
          <a:p>
            <a:pPr marL="211856" indent="-211856">
              <a:lnSpc>
                <a:spcPct val="105000"/>
              </a:lnSpc>
              <a:spcBef>
                <a:spcPct val="35000"/>
              </a:spcBef>
              <a:buNone/>
            </a:pPr>
            <a:r>
              <a:rPr lang="zh-CN" altLang="zh-CN" sz="2200" b="1" dirty="0"/>
              <a:t> 		           </a:t>
            </a:r>
            <a:r>
              <a:rPr lang="zh-CN" altLang="zh-CN" sz="2200" dirty="0">
                <a:solidFill>
                  <a:srgbClr val="C00000"/>
                </a:solidFill>
              </a:rPr>
              <a:t>{</a:t>
            </a:r>
            <a:r>
              <a:rPr lang="zh-CN" altLang="zh-CN" sz="2200" b="1" dirty="0">
                <a:solidFill>
                  <a:srgbClr val="C00000"/>
                </a:solidFill>
                <a:latin typeface="Times New Roman" pitchFamily="18" charset="0"/>
              </a:rPr>
              <a:t> </a:t>
            </a:r>
            <a:r>
              <a:rPr lang="zh-CN" altLang="zh-CN" sz="2200" b="1" dirty="0">
                <a:solidFill>
                  <a:srgbClr val="C00000"/>
                </a:solidFill>
              </a:rPr>
              <a:t>if</a:t>
            </a:r>
            <a:r>
              <a:rPr lang="zh-CN" altLang="zh-CN" sz="2200" b="1" dirty="0">
                <a:solidFill>
                  <a:srgbClr val="C00000"/>
                </a:solidFill>
                <a:latin typeface="Times New Roman" pitchFamily="18" charset="0"/>
              </a:rPr>
              <a:t> (    )  </a:t>
            </a:r>
            <a:r>
              <a:rPr lang="zh-CN" altLang="en-US" sz="2200" b="1" dirty="0">
                <a:solidFill>
                  <a:srgbClr val="C00000"/>
                </a:solidFill>
                <a:latin typeface="Times New Roman" pitchFamily="18" charset="0"/>
              </a:rPr>
              <a:t>语句</a:t>
            </a:r>
            <a:r>
              <a:rPr lang="zh-CN" altLang="zh-CN" sz="2200" b="1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  <a:r>
              <a:rPr lang="zh-CN" altLang="zh-CN" sz="2200" dirty="0">
                <a:solidFill>
                  <a:srgbClr val="C00000"/>
                </a:solidFill>
              </a:rPr>
              <a:t>}</a:t>
            </a:r>
          </a:p>
          <a:p>
            <a:pPr marL="211856" indent="-211856">
              <a:lnSpc>
                <a:spcPct val="105000"/>
              </a:lnSpc>
              <a:spcBef>
                <a:spcPct val="35000"/>
              </a:spcBef>
              <a:buNone/>
            </a:pPr>
            <a:r>
              <a:rPr lang="zh-CN" altLang="zh-CN" sz="2200" b="1" dirty="0"/>
              <a:t>                 else</a:t>
            </a:r>
          </a:p>
          <a:p>
            <a:pPr marL="211856" indent="-211856">
              <a:lnSpc>
                <a:spcPct val="105000"/>
              </a:lnSpc>
              <a:spcBef>
                <a:spcPct val="35000"/>
              </a:spcBef>
              <a:buNone/>
            </a:pPr>
            <a:r>
              <a:rPr lang="zh-CN" altLang="zh-CN" sz="2200" b="1" dirty="0"/>
              <a:t>                     </a:t>
            </a:r>
            <a:r>
              <a:rPr lang="zh-CN" altLang="en-US" sz="2200" b="1" dirty="0">
                <a:latin typeface="黑体" pitchFamily="49" charset="-122"/>
              </a:rPr>
              <a:t>语句</a:t>
            </a:r>
            <a:r>
              <a:rPr lang="zh-CN" altLang="zh-CN" sz="2200" b="1" dirty="0">
                <a:latin typeface="黑体" pitchFamily="49" charset="-122"/>
              </a:rPr>
              <a:t>2</a:t>
            </a:r>
          </a:p>
        </p:txBody>
      </p:sp>
      <p:sp>
        <p:nvSpPr>
          <p:cNvPr id="228356" name="AutoShape 4"/>
          <p:cNvSpPr>
            <a:spLocks/>
          </p:cNvSpPr>
          <p:nvPr/>
        </p:nvSpPr>
        <p:spPr bwMode="auto">
          <a:xfrm>
            <a:off x="2483043" y="2355651"/>
            <a:ext cx="60008" cy="971550"/>
          </a:xfrm>
          <a:prstGeom prst="leftBracket">
            <a:avLst>
              <a:gd name="adj" fmla="val 141667"/>
            </a:avLst>
          </a:prstGeom>
          <a:noFill/>
          <a:ln w="22225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537" tIns="35268" rIns="70537" bIns="35268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47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500" dirty="0">
                <a:latin typeface="楷体_GB2312" pitchFamily="49" charset="-122"/>
              </a:rPr>
              <a:t>说明</a:t>
            </a:r>
            <a:r>
              <a:rPr lang="zh-CN" altLang="zh-CN" sz="2500" dirty="0">
                <a:latin typeface="楷体_GB2312" pitchFamily="49" charset="-122"/>
              </a:rPr>
              <a:t>: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11856" indent="-211856">
              <a:lnSpc>
                <a:spcPct val="110000"/>
              </a:lnSpc>
              <a:spcBef>
                <a:spcPts val="1620"/>
              </a:spcBef>
              <a:spcAft>
                <a:spcPts val="309"/>
              </a:spcAft>
            </a:pPr>
            <a:r>
              <a:rPr lang="zh-CN" altLang="en-US" sz="1900" b="1" dirty="0"/>
              <a:t>内层的选择结构必须完整地嵌套在外层的选择结构内</a:t>
            </a:r>
            <a:r>
              <a:rPr lang="zh-CN" altLang="zh-CN" sz="1900" b="1" dirty="0">
                <a:latin typeface="Times New Roman" pitchFamily="18" charset="0"/>
              </a:rPr>
              <a:t>, </a:t>
            </a:r>
            <a:r>
              <a:rPr lang="zh-CN" altLang="en-US" sz="1900" b="1" dirty="0"/>
              <a:t>两者不允许交叉</a:t>
            </a:r>
            <a:r>
              <a:rPr lang="en-US" altLang="zh-CN" sz="1900" b="1" dirty="0"/>
              <a:t>,</a:t>
            </a:r>
            <a:r>
              <a:rPr lang="zh-CN" altLang="en-US" sz="1900" b="1" dirty="0"/>
              <a:t>下面的</a:t>
            </a:r>
            <a:r>
              <a:rPr lang="zh-CN" altLang="en-US" sz="1900" b="1" dirty="0">
                <a:solidFill>
                  <a:srgbClr val="C00000"/>
                </a:solidFill>
              </a:rPr>
              <a:t>理解</a:t>
            </a:r>
            <a:r>
              <a:rPr lang="zh-CN" altLang="en-US" sz="1900" b="1" dirty="0"/>
              <a:t>是</a:t>
            </a:r>
            <a:r>
              <a:rPr lang="zh-CN" altLang="en-US" sz="1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错误的</a:t>
            </a:r>
            <a:r>
              <a:rPr lang="zh-CN" altLang="en-US" sz="1900" b="1" dirty="0"/>
              <a:t>。</a:t>
            </a:r>
          </a:p>
          <a:p>
            <a:pPr marL="211856" indent="-211856">
              <a:lnSpc>
                <a:spcPct val="110000"/>
              </a:lnSpc>
              <a:spcBef>
                <a:spcPct val="30000"/>
              </a:spcBef>
              <a:buSzPct val="85000"/>
            </a:pPr>
            <a:endParaRPr lang="zh-CN" altLang="zh-CN" sz="1900" b="1" dirty="0"/>
          </a:p>
        </p:txBody>
      </p:sp>
      <p:graphicFrame>
        <p:nvGraphicFramePr>
          <p:cNvPr id="229380" name="Object 4"/>
          <p:cNvGraphicFramePr>
            <a:graphicFrameLocks noChangeAspect="1"/>
          </p:cNvGraphicFramePr>
          <p:nvPr/>
        </p:nvGraphicFramePr>
        <p:xfrm>
          <a:off x="2805533" y="1508526"/>
          <a:ext cx="2651581" cy="2169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r:id="rId3" imgW="1652333" imgH="1414589" progId="Word.Picture.8">
                  <p:embed/>
                </p:oleObj>
              </mc:Choice>
              <mc:Fallback>
                <p:oleObj r:id="rId3" imgW="1652333" imgH="1414589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533" y="1508526"/>
                        <a:ext cx="2651581" cy="2169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1" name="Text Box 5"/>
          <p:cNvSpPr txBox="1">
            <a:spLocks noChangeArrowheads="1"/>
          </p:cNvSpPr>
          <p:nvPr/>
        </p:nvSpPr>
        <p:spPr bwMode="auto">
          <a:xfrm>
            <a:off x="5640884" y="2318147"/>
            <a:ext cx="540068" cy="348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>
            <a:spAutoFit/>
          </a:bodyPr>
          <a:lstStyle/>
          <a:p>
            <a:pPr eaLnBrk="0" hangingPunct="0"/>
            <a:r>
              <a:rPr lang="zh-CN" altLang="zh-CN" b="1">
                <a:solidFill>
                  <a:schemeClr val="hlink"/>
                </a:solidFill>
                <a:ea typeface="宋体" pitchFamily="2" charset="-122"/>
              </a:rPr>
              <a:t>×</a:t>
            </a:r>
          </a:p>
        </p:txBody>
      </p:sp>
      <p:sp>
        <p:nvSpPr>
          <p:cNvPr id="229382" name="Rectangle 6"/>
          <p:cNvSpPr>
            <a:spLocks noChangeArrowheads="1"/>
          </p:cNvSpPr>
          <p:nvPr/>
        </p:nvSpPr>
        <p:spPr bwMode="auto">
          <a:xfrm>
            <a:off x="1456614" y="3827860"/>
            <a:ext cx="6360795" cy="654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>
            <a:spAutoFit/>
          </a:bodyPr>
          <a:lstStyle/>
          <a:p>
            <a:pPr marL="151850" indent="-151850">
              <a:lnSpc>
                <a:spcPct val="110000"/>
              </a:lnSpc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b="1" dirty="0">
                <a:ea typeface="黑体" pitchFamily="49" charset="-122"/>
              </a:rPr>
              <a:t>为了表示嵌套关系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程序书写时应采用缩进格式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b="1" dirty="0">
                <a:ea typeface="黑体" pitchFamily="49" charset="-122"/>
              </a:rPr>
              <a:t>使程序层次分明，易于理解。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B0FA2B-B29D-4A65-BB84-E9AC0BC547B7}"/>
              </a:ext>
            </a:extLst>
          </p:cNvPr>
          <p:cNvSpPr txBox="1"/>
          <p:nvPr/>
        </p:nvSpPr>
        <p:spPr>
          <a:xfrm>
            <a:off x="3275012" y="1508523"/>
            <a:ext cx="3602044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ea typeface="黑体" pitchFamily="49" charset="-122"/>
              </a:rPr>
              <a:t>if (表达式1）</a:t>
            </a:r>
          </a:p>
          <a:p>
            <a:r>
              <a:rPr lang="zh-CN" altLang="en-US" b="1" dirty="0">
                <a:ea typeface="黑体" pitchFamily="49" charset="-122"/>
              </a:rPr>
              <a:t>    </a:t>
            </a:r>
            <a:r>
              <a:rPr lang="zh-CN" altLang="en-US" b="1" dirty="0">
                <a:solidFill>
                  <a:srgbClr val="FF0000"/>
                </a:solidFill>
                <a:ea typeface="黑体" pitchFamily="49" charset="-122"/>
              </a:rPr>
              <a:t>if(表达式2）</a:t>
            </a:r>
          </a:p>
          <a:p>
            <a:r>
              <a:rPr lang="zh-CN" altLang="en-US" b="1" dirty="0">
                <a:ea typeface="黑体" pitchFamily="49" charset="-122"/>
              </a:rPr>
              <a:t>        语句 A</a:t>
            </a:r>
          </a:p>
          <a:p>
            <a:r>
              <a:rPr lang="zh-CN" altLang="en-US" b="1" dirty="0">
                <a:ea typeface="黑体" pitchFamily="49" charset="-122"/>
              </a:rPr>
              <a:t>    </a:t>
            </a:r>
            <a:r>
              <a:rPr lang="zh-CN" altLang="en-US" b="1" dirty="0">
                <a:solidFill>
                  <a:srgbClr val="FF0000"/>
                </a:solidFill>
                <a:ea typeface="黑体" pitchFamily="49" charset="-122"/>
              </a:rPr>
              <a:t>else</a:t>
            </a:r>
            <a:r>
              <a:rPr lang="zh-CN" altLang="en-US" b="1" dirty="0">
                <a:ea typeface="黑体" pitchFamily="49" charset="-122"/>
              </a:rPr>
              <a:t> </a:t>
            </a:r>
          </a:p>
          <a:p>
            <a:r>
              <a:rPr lang="zh-CN" altLang="en-US" b="1" dirty="0">
                <a:ea typeface="黑体" pitchFamily="49" charset="-122"/>
              </a:rPr>
              <a:t>        语句 B</a:t>
            </a:r>
          </a:p>
          <a:p>
            <a:r>
              <a:rPr lang="zh-CN" altLang="en-US" b="1" dirty="0">
                <a:ea typeface="黑体" pitchFamily="49" charset="-122"/>
              </a:rPr>
              <a:t>else</a:t>
            </a:r>
          </a:p>
          <a:p>
            <a:r>
              <a:rPr lang="zh-CN" altLang="en-US" b="1" dirty="0">
                <a:ea typeface="黑体" pitchFamily="49" charset="-122"/>
              </a:rPr>
              <a:t>    语句 C</a:t>
            </a:r>
            <a:endParaRPr lang="en-US" altLang="zh-CN" b="1" dirty="0">
              <a:ea typeface="黑体" pitchFamily="49" charset="-122"/>
            </a:endParaRPr>
          </a:p>
          <a:p>
            <a:endParaRPr lang="zh-CN" altLang="en-US" b="1" dirty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974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9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1" grpId="0" build="p" autoUpdateAnimBg="0"/>
      <p:bldP spid="229382" grpId="0" build="p" autoUpdateAnimBg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tx1"/>
                </a:solidFill>
              </a:rPr>
              <a:t>嵌套的</a:t>
            </a:r>
            <a:r>
              <a:rPr lang="en-US" altLang="zh-CN" sz="4000" i="1" dirty="0">
                <a:solidFill>
                  <a:schemeClr val="tx1"/>
                </a:solidFill>
                <a:latin typeface="Palatino Linotype" pitchFamily="18" charset="0"/>
              </a:rPr>
              <a:t>if </a:t>
            </a:r>
            <a:r>
              <a:rPr lang="zh-CN" altLang="en-US" sz="4000" dirty="0">
                <a:solidFill>
                  <a:schemeClr val="tx1"/>
                </a:solidFill>
              </a:rPr>
              <a:t>语句结构 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1114416" y="1185862"/>
            <a:ext cx="3745716" cy="30861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形式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2000" dirty="0"/>
              <a:t>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/>
              <a:t>    if (</a:t>
            </a:r>
            <a:r>
              <a:rPr lang="zh-CN" altLang="en-US" sz="2000" dirty="0"/>
              <a:t>表达式</a:t>
            </a:r>
            <a:r>
              <a:rPr lang="en-US" altLang="zh-CN" sz="2000" dirty="0"/>
              <a:t>1)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/>
              <a:t>        if (</a:t>
            </a:r>
            <a:r>
              <a:rPr lang="zh-CN" altLang="en-US" sz="2000" dirty="0"/>
              <a:t>表达式</a:t>
            </a:r>
            <a:r>
              <a:rPr lang="en-US" altLang="zh-CN" sz="2000" dirty="0"/>
              <a:t>2) </a:t>
            </a:r>
            <a:r>
              <a:rPr lang="zh-CN" altLang="en-US" sz="2000" dirty="0"/>
              <a:t>语句</a:t>
            </a:r>
            <a:r>
              <a:rPr lang="en-US" altLang="zh-CN" sz="2000" dirty="0"/>
              <a:t>1</a:t>
            </a:r>
            <a:r>
              <a:rPr lang="zh-CN" altLang="en-US" sz="2000" dirty="0"/>
              <a:t>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 dirty="0"/>
              <a:t>        </a:t>
            </a:r>
            <a:r>
              <a:rPr lang="en-US" altLang="zh-CN" sz="2000" dirty="0"/>
              <a:t>else  </a:t>
            </a:r>
            <a:r>
              <a:rPr lang="zh-CN" altLang="en-US" sz="2000" dirty="0"/>
              <a:t>语句</a:t>
            </a:r>
            <a:r>
              <a:rPr lang="en-US" altLang="zh-CN" sz="2000" dirty="0"/>
              <a:t>2</a:t>
            </a:r>
            <a:r>
              <a:rPr lang="zh-CN" altLang="en-US" sz="2000" dirty="0"/>
              <a:t>；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else </a:t>
            </a:r>
            <a:r>
              <a:rPr lang="zh-CN" altLang="en-US" sz="2000" dirty="0"/>
              <a:t>语句</a:t>
            </a:r>
            <a:r>
              <a:rPr lang="en-US" altLang="zh-CN" sz="2000" dirty="0"/>
              <a:t>3</a:t>
            </a:r>
            <a:r>
              <a:rPr lang="zh-CN" altLang="en-US" sz="2000" dirty="0"/>
              <a:t>；</a:t>
            </a:r>
          </a:p>
          <a:p>
            <a:pPr>
              <a:lnSpc>
                <a:spcPct val="80000"/>
              </a:lnSpc>
              <a:buFontTx/>
              <a:buNone/>
            </a:pPr>
            <a:endParaRPr lang="zh-CN" altLang="en-US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形式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2000" dirty="0"/>
              <a:t>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/>
              <a:t>    if (</a:t>
            </a:r>
            <a:r>
              <a:rPr lang="zh-CN" altLang="en-US" sz="2000" dirty="0"/>
              <a:t>表达式</a:t>
            </a:r>
            <a:r>
              <a:rPr lang="en-US" altLang="zh-CN" sz="2000" dirty="0"/>
              <a:t>1)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/>
              <a:t>       { if (</a:t>
            </a:r>
            <a:r>
              <a:rPr lang="zh-CN" altLang="en-US" sz="2000" dirty="0"/>
              <a:t>表达式</a:t>
            </a:r>
            <a:r>
              <a:rPr lang="en-US" altLang="zh-CN" sz="2000" dirty="0"/>
              <a:t>2) </a:t>
            </a:r>
            <a:r>
              <a:rPr lang="zh-CN" altLang="en-US" sz="2000" dirty="0"/>
              <a:t>语句</a:t>
            </a:r>
            <a:r>
              <a:rPr lang="en-US" altLang="zh-CN" sz="2000" dirty="0"/>
              <a:t>1</a:t>
            </a:r>
            <a:r>
              <a:rPr lang="zh-CN" altLang="en-US" sz="2000" dirty="0"/>
              <a:t>；</a:t>
            </a:r>
            <a:r>
              <a:rPr lang="en-US" altLang="zh-CN" sz="2000" dirty="0"/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/>
              <a:t>    else </a:t>
            </a:r>
            <a:r>
              <a:rPr lang="zh-CN" altLang="en-US" sz="2000" dirty="0"/>
              <a:t>语句</a:t>
            </a:r>
            <a:r>
              <a:rPr lang="en-US" altLang="zh-CN" sz="2000" dirty="0"/>
              <a:t>2</a:t>
            </a:r>
            <a:r>
              <a:rPr lang="zh-CN" altLang="en-US" sz="2000" dirty="0"/>
              <a:t>；</a:t>
            </a:r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4716069" y="1059060"/>
            <a:ext cx="3487737" cy="356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70" tIns="45685" rIns="91370" bIns="45685"/>
          <a:lstStyle/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形式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：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(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 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 if (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endParaRPr lang="en-US" altLang="zh-CN" sz="2000" b="1" dirty="0"/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endParaRPr lang="zh-CN" altLang="en-US" sz="2000" b="1" dirty="0"/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>
                <a:ea typeface="黑体" pitchFamily="49" charset="-122"/>
              </a:rPr>
              <a:t>形式</a:t>
            </a:r>
            <a:r>
              <a:rPr lang="en-US" altLang="zh-CN" sz="2000" b="1" dirty="0">
                <a:ea typeface="黑体" pitchFamily="49" charset="-122"/>
              </a:rPr>
              <a:t>4</a:t>
            </a:r>
            <a:r>
              <a:rPr lang="zh-CN" altLang="en-US" sz="2000" b="1" dirty="0">
                <a:ea typeface="黑体" pitchFamily="49" charset="-122"/>
              </a:rPr>
              <a:t>：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/>
              <a:t>     </a:t>
            </a:r>
            <a:r>
              <a:rPr lang="en-US" altLang="zh-CN" sz="2000" b="1" dirty="0"/>
              <a:t>if (</a:t>
            </a:r>
            <a:r>
              <a:rPr lang="zh-CN" altLang="en-US" sz="2000" b="1" dirty="0"/>
              <a:t>表达式</a:t>
            </a:r>
            <a:r>
              <a:rPr lang="en-US" altLang="zh-CN" sz="2000" b="1" dirty="0"/>
              <a:t>1) 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/>
              <a:t>         if (</a:t>
            </a:r>
            <a:r>
              <a:rPr lang="zh-CN" altLang="en-US" sz="2000" b="1" dirty="0"/>
              <a:t>表达式</a:t>
            </a:r>
            <a:r>
              <a:rPr lang="en-US" altLang="zh-CN" sz="2000" b="1" dirty="0"/>
              <a:t>2) </a:t>
            </a:r>
            <a:r>
              <a:rPr lang="zh-CN" altLang="en-US" sz="2000" b="1" dirty="0"/>
              <a:t>语句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；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/>
              <a:t>         </a:t>
            </a:r>
            <a:r>
              <a:rPr lang="en-US" altLang="zh-CN" sz="2000" b="1" dirty="0"/>
              <a:t>else  </a:t>
            </a:r>
            <a:r>
              <a:rPr lang="zh-CN" altLang="en-US" sz="2000" b="1" dirty="0"/>
              <a:t>语句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；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/>
              <a:t>     </a:t>
            </a:r>
            <a:r>
              <a:rPr lang="en-US" altLang="zh-CN" sz="2000" b="1" dirty="0"/>
              <a:t>else  if (</a:t>
            </a:r>
            <a:r>
              <a:rPr lang="zh-CN" altLang="en-US" sz="2000" b="1" dirty="0"/>
              <a:t>表达式</a:t>
            </a:r>
            <a:r>
              <a:rPr lang="en-US" altLang="zh-CN" sz="2000" b="1" dirty="0"/>
              <a:t>3) </a:t>
            </a:r>
            <a:r>
              <a:rPr lang="zh-CN" altLang="en-US" sz="2000" b="1" dirty="0"/>
              <a:t>语句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；</a:t>
            </a:r>
          </a:p>
          <a:p>
            <a:pPr marL="341313" indent="-341313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b="1" dirty="0"/>
              <a:t>              </a:t>
            </a:r>
            <a:r>
              <a:rPr lang="en-US" altLang="zh-CN" sz="2000" b="1" dirty="0"/>
              <a:t>else </a:t>
            </a:r>
            <a:r>
              <a:rPr lang="zh-CN" altLang="en-US" sz="2000" b="1" dirty="0"/>
              <a:t>语句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4089202933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2"/>
          <p:cNvSpPr txBox="1">
            <a:spLocks noChangeArrowheads="1"/>
          </p:cNvSpPr>
          <p:nvPr/>
        </p:nvSpPr>
        <p:spPr bwMode="auto">
          <a:xfrm>
            <a:off x="1978813" y="1131091"/>
            <a:ext cx="4560887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</a:rPr>
              <a:t>if(</a:t>
            </a:r>
            <a:r>
              <a:rPr kumimoji="1" lang="zh-CN" altLang="zh-CN" sz="2800" dirty="0">
                <a:solidFill>
                  <a:srgbClr val="000000"/>
                </a:solidFill>
                <a:latin typeface="Times New Roman" pitchFamily="18" charset="0"/>
              </a:rPr>
              <a:t>表达式1)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zh-CN" sz="2800" dirty="0">
                <a:solidFill>
                  <a:srgbClr val="000000"/>
                </a:solidFill>
                <a:latin typeface="Times New Roman" pitchFamily="18" charset="0"/>
              </a:rPr>
              <a:t>语句1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zh-CN" sz="2800" dirty="0">
                <a:solidFill>
                  <a:srgbClr val="000000"/>
                </a:solidFill>
                <a:latin typeface="Times New Roman" pitchFamily="18" charset="0"/>
              </a:rPr>
              <a:t>             </a:t>
            </a:r>
            <a:endParaRPr kumimoji="1" lang="en-US" altLang="zh-CN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1997085" y="1733731"/>
            <a:ext cx="36242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</a:rPr>
              <a:t>else if (</a:t>
            </a:r>
            <a:r>
              <a:rPr kumimoji="1" lang="zh-CN" altLang="zh-CN" sz="2800" dirty="0">
                <a:solidFill>
                  <a:srgbClr val="000000"/>
                </a:solidFill>
                <a:latin typeface="Times New Roman" pitchFamily="18" charset="0"/>
              </a:rPr>
              <a:t>表达式2) 语句2</a:t>
            </a:r>
            <a:endParaRPr kumimoji="1" lang="en-US" altLang="zh-CN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1997085" y="2329043"/>
            <a:ext cx="36242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itchFamily="18" charset="0"/>
              </a:rPr>
              <a:t>else if (</a:t>
            </a:r>
            <a:r>
              <a:rPr kumimoji="1" lang="zh-CN" altLang="zh-CN" sz="2800">
                <a:solidFill>
                  <a:srgbClr val="000000"/>
                </a:solidFill>
                <a:latin typeface="Times New Roman" pitchFamily="18" charset="0"/>
              </a:rPr>
              <a:t>表达式3) 语句3</a:t>
            </a:r>
            <a:endParaRPr kumimoji="1" lang="en-US" altLang="zh-CN" sz="2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1997085" y="2856093"/>
            <a:ext cx="1889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800">
                <a:solidFill>
                  <a:srgbClr val="000000"/>
                </a:solidFill>
                <a:latin typeface="Times New Roman" pitchFamily="18" charset="0"/>
              </a:rPr>
              <a:t>…           …</a:t>
            </a:r>
            <a:endParaRPr kumimoji="1" lang="en-US" altLang="zh-CN" sz="2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1997082" y="3426006"/>
            <a:ext cx="38036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itchFamily="18" charset="0"/>
              </a:rPr>
              <a:t>else  if(</a:t>
            </a:r>
            <a:r>
              <a:rPr kumimoji="1" lang="zh-CN" altLang="zh-CN" sz="2800">
                <a:solidFill>
                  <a:srgbClr val="000000"/>
                </a:solidFill>
                <a:latin typeface="Times New Roman" pitchFamily="18" charset="0"/>
              </a:rPr>
              <a:t>表达式</a:t>
            </a:r>
            <a:r>
              <a:rPr kumimoji="1" lang="en-US" altLang="zh-CN" sz="2800">
                <a:solidFill>
                  <a:srgbClr val="000000"/>
                </a:solidFill>
                <a:latin typeface="Times New Roman" pitchFamily="18" charset="0"/>
              </a:rPr>
              <a:t>n)   </a:t>
            </a:r>
            <a:r>
              <a:rPr kumimoji="1" lang="zh-CN" altLang="zh-CN" sz="280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800">
                <a:solidFill>
                  <a:srgbClr val="0000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1997082" y="4011793"/>
            <a:ext cx="2109732" cy="523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</a:rPr>
              <a:t>else </a:t>
            </a:r>
            <a:r>
              <a:rPr kumimoji="1" lang="zh-CN" altLang="zh-CN" sz="2800" dirty="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</a:rPr>
              <a:t>n+1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D878E0B-9B3B-919B-FF2B-63E027547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8648" y="608559"/>
            <a:ext cx="6137275" cy="140498"/>
          </a:xfrm>
        </p:spPr>
        <p:txBody>
          <a:bodyPr/>
          <a:lstStyle/>
          <a:p>
            <a:r>
              <a:rPr lang="zh-CN" altLang="en-US" sz="2500" dirty="0">
                <a:latin typeface="楷体_GB2312" pitchFamily="49" charset="-122"/>
              </a:rPr>
              <a:t>多分支的最常用格式</a:t>
            </a:r>
            <a:r>
              <a:rPr lang="en-US" altLang="zh-CN" sz="2500" dirty="0">
                <a:latin typeface="楷体_GB2312" pitchFamily="49" charset="-122"/>
              </a:rPr>
              <a:t>:</a:t>
            </a:r>
            <a:endParaRPr lang="zh-CN" altLang="zh-CN" sz="2500" dirty="0">
              <a:latin typeface="楷体_GB2312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autoUpdateAnimBg="0"/>
      <p:bldP spid="149507" grpId="0" autoUpdateAnimBg="0"/>
      <p:bldP spid="149508" grpId="0" autoUpdateAnimBg="0"/>
      <p:bldP spid="149509" grpId="0" autoUpdateAnimBg="0"/>
      <p:bldP spid="149510" grpId="0" autoUpdateAnimBg="0"/>
      <p:bldP spid="14951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971550" y="285750"/>
            <a:ext cx="7200900" cy="457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971550" y="342900"/>
            <a:ext cx="922338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2B2BFF"/>
                </a:solidFill>
                <a:latin typeface="Times New Roman" pitchFamily="18" charset="0"/>
              </a:rPr>
              <a:t>流程</a:t>
            </a:r>
            <a:r>
              <a:rPr kumimoji="1" lang="en-US" altLang="zh-CN" sz="2000">
                <a:solidFill>
                  <a:srgbClr val="2B2BFF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1795463" y="830263"/>
            <a:ext cx="118110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600">
                <a:solidFill>
                  <a:srgbClr val="000000"/>
                </a:solidFill>
                <a:latin typeface="Times New Roman" pitchFamily="18" charset="0"/>
              </a:rPr>
              <a:t>表达式</a:t>
            </a:r>
            <a:r>
              <a:rPr kumimoji="1" lang="en-US" altLang="zh-CN" sz="16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3192463" y="817563"/>
            <a:ext cx="118110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600">
                <a:solidFill>
                  <a:srgbClr val="000000"/>
                </a:solidFill>
                <a:latin typeface="Times New Roman" pitchFamily="18" charset="0"/>
              </a:rPr>
              <a:t>表达式</a:t>
            </a:r>
            <a:r>
              <a:rPr kumimoji="1" lang="en-US" altLang="zh-CN" sz="16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4611688" y="830263"/>
            <a:ext cx="118110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600">
                <a:solidFill>
                  <a:srgbClr val="000000"/>
                </a:solidFill>
                <a:latin typeface="Times New Roman" pitchFamily="18" charset="0"/>
              </a:rPr>
              <a:t>表达式</a:t>
            </a:r>
            <a:r>
              <a:rPr kumimoji="1" lang="en-US" altLang="zh-CN" sz="16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09575" name="Text Box 7"/>
          <p:cNvSpPr txBox="1">
            <a:spLocks noChangeArrowheads="1"/>
          </p:cNvSpPr>
          <p:nvPr/>
        </p:nvSpPr>
        <p:spPr bwMode="auto">
          <a:xfrm>
            <a:off x="6178550" y="828678"/>
            <a:ext cx="118110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600">
                <a:solidFill>
                  <a:srgbClr val="000000"/>
                </a:solidFill>
                <a:latin typeface="Times New Roman" pitchFamily="18" charset="0"/>
              </a:rPr>
              <a:t>表达式</a:t>
            </a:r>
            <a:r>
              <a:rPr kumimoji="1" lang="en-US" altLang="zh-CN" sz="1600">
                <a:solidFill>
                  <a:srgbClr val="0000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1795466" y="3076575"/>
            <a:ext cx="113982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09577" name="Text Box 9"/>
          <p:cNvSpPr txBox="1">
            <a:spLocks noChangeArrowheads="1"/>
          </p:cNvSpPr>
          <p:nvPr/>
        </p:nvSpPr>
        <p:spPr bwMode="auto">
          <a:xfrm>
            <a:off x="3198816" y="3076575"/>
            <a:ext cx="113982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09578" name="Text Box 10"/>
          <p:cNvSpPr txBox="1">
            <a:spLocks noChangeArrowheads="1"/>
          </p:cNvSpPr>
          <p:nvPr/>
        </p:nvSpPr>
        <p:spPr bwMode="auto">
          <a:xfrm>
            <a:off x="4487866" y="3076575"/>
            <a:ext cx="113982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09579" name="Text Box 11"/>
          <p:cNvSpPr txBox="1">
            <a:spLocks noChangeArrowheads="1"/>
          </p:cNvSpPr>
          <p:nvPr/>
        </p:nvSpPr>
        <p:spPr bwMode="auto">
          <a:xfrm>
            <a:off x="6146803" y="3063875"/>
            <a:ext cx="113982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109580" name="Text Box 12"/>
          <p:cNvSpPr txBox="1">
            <a:spLocks noChangeArrowheads="1"/>
          </p:cNvSpPr>
          <p:nvPr/>
        </p:nvSpPr>
        <p:spPr bwMode="auto">
          <a:xfrm>
            <a:off x="7032625" y="2008191"/>
            <a:ext cx="941388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109581" name="AutoShape 13"/>
          <p:cNvSpPr>
            <a:spLocks noChangeArrowheads="1"/>
          </p:cNvSpPr>
          <p:nvPr/>
        </p:nvSpPr>
        <p:spPr bwMode="auto">
          <a:xfrm>
            <a:off x="1682753" y="646113"/>
            <a:ext cx="1069975" cy="7366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82" name="AutoShape 14"/>
          <p:cNvSpPr>
            <a:spLocks noChangeArrowheads="1"/>
          </p:cNvSpPr>
          <p:nvPr/>
        </p:nvSpPr>
        <p:spPr bwMode="auto">
          <a:xfrm>
            <a:off x="3043241" y="646113"/>
            <a:ext cx="1069975" cy="7366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83" name="AutoShape 15"/>
          <p:cNvSpPr>
            <a:spLocks noChangeArrowheads="1"/>
          </p:cNvSpPr>
          <p:nvPr/>
        </p:nvSpPr>
        <p:spPr bwMode="auto">
          <a:xfrm>
            <a:off x="4462466" y="658816"/>
            <a:ext cx="1069975" cy="738187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84" name="AutoShape 16"/>
          <p:cNvSpPr>
            <a:spLocks noChangeArrowheads="1"/>
          </p:cNvSpPr>
          <p:nvPr/>
        </p:nvSpPr>
        <p:spPr bwMode="auto">
          <a:xfrm>
            <a:off x="6022978" y="658816"/>
            <a:ext cx="1069975" cy="738187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85" name="Rectangle 17"/>
          <p:cNvSpPr>
            <a:spLocks noChangeArrowheads="1"/>
          </p:cNvSpPr>
          <p:nvPr/>
        </p:nvSpPr>
        <p:spPr bwMode="auto">
          <a:xfrm>
            <a:off x="1781178" y="3068641"/>
            <a:ext cx="912813" cy="371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86" name="Text Box 18"/>
          <p:cNvSpPr txBox="1">
            <a:spLocks noChangeArrowheads="1"/>
          </p:cNvSpPr>
          <p:nvPr/>
        </p:nvSpPr>
        <p:spPr bwMode="auto">
          <a:xfrm>
            <a:off x="1795466" y="3076575"/>
            <a:ext cx="113982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00"/>
                </a:solidFill>
                <a:latin typeface="Times New Roman" pitchFamily="18" charset="0"/>
              </a:rPr>
              <a:t>语句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09587" name="Rectangle 19"/>
          <p:cNvSpPr>
            <a:spLocks noChangeArrowheads="1"/>
          </p:cNvSpPr>
          <p:nvPr/>
        </p:nvSpPr>
        <p:spPr bwMode="auto">
          <a:xfrm>
            <a:off x="3222628" y="3068641"/>
            <a:ext cx="887413" cy="371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88" name="Rectangle 20"/>
          <p:cNvSpPr>
            <a:spLocks noChangeArrowheads="1"/>
          </p:cNvSpPr>
          <p:nvPr/>
        </p:nvSpPr>
        <p:spPr bwMode="auto">
          <a:xfrm>
            <a:off x="4486278" y="3068641"/>
            <a:ext cx="835025" cy="371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89" name="Rectangle 21"/>
          <p:cNvSpPr>
            <a:spLocks noChangeArrowheads="1"/>
          </p:cNvSpPr>
          <p:nvPr/>
        </p:nvSpPr>
        <p:spPr bwMode="auto">
          <a:xfrm>
            <a:off x="6148388" y="3068641"/>
            <a:ext cx="889000" cy="371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90" name="Rectangle 22"/>
          <p:cNvSpPr>
            <a:spLocks noChangeArrowheads="1"/>
          </p:cNvSpPr>
          <p:nvPr/>
        </p:nvSpPr>
        <p:spPr bwMode="auto">
          <a:xfrm>
            <a:off x="7037388" y="2020891"/>
            <a:ext cx="825500" cy="371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591" name="Line 23"/>
          <p:cNvSpPr>
            <a:spLocks noChangeShapeType="1"/>
          </p:cNvSpPr>
          <p:nvPr/>
        </p:nvSpPr>
        <p:spPr bwMode="auto">
          <a:xfrm>
            <a:off x="2222500" y="342903"/>
            <a:ext cx="0" cy="366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592" name="Line 24"/>
          <p:cNvSpPr>
            <a:spLocks noChangeShapeType="1"/>
          </p:cNvSpPr>
          <p:nvPr/>
        </p:nvSpPr>
        <p:spPr bwMode="auto">
          <a:xfrm>
            <a:off x="2751138" y="1014413"/>
            <a:ext cx="2905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593" name="Line 25"/>
          <p:cNvSpPr>
            <a:spLocks noChangeShapeType="1"/>
          </p:cNvSpPr>
          <p:nvPr/>
        </p:nvSpPr>
        <p:spPr bwMode="auto">
          <a:xfrm>
            <a:off x="4140203" y="1027113"/>
            <a:ext cx="27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594" name="Line 26"/>
          <p:cNvSpPr>
            <a:spLocks noChangeShapeType="1"/>
          </p:cNvSpPr>
          <p:nvPr/>
        </p:nvSpPr>
        <p:spPr bwMode="auto">
          <a:xfrm>
            <a:off x="5486400" y="1027113"/>
            <a:ext cx="249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595" name="Line 27"/>
          <p:cNvSpPr>
            <a:spLocks noChangeShapeType="1"/>
          </p:cNvSpPr>
          <p:nvPr/>
        </p:nvSpPr>
        <p:spPr bwMode="auto">
          <a:xfrm>
            <a:off x="7110416" y="1016000"/>
            <a:ext cx="388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596" name="Text Box 28"/>
          <p:cNvSpPr txBox="1">
            <a:spLocks noChangeArrowheads="1"/>
          </p:cNvSpPr>
          <p:nvPr/>
        </p:nvSpPr>
        <p:spPr bwMode="auto">
          <a:xfrm>
            <a:off x="5694366" y="830266"/>
            <a:ext cx="611187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109597" name="Line 29"/>
          <p:cNvSpPr>
            <a:spLocks noChangeShapeType="1"/>
          </p:cNvSpPr>
          <p:nvPr/>
        </p:nvSpPr>
        <p:spPr bwMode="auto">
          <a:xfrm>
            <a:off x="7486650" y="1027113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598" name="Line 30"/>
          <p:cNvSpPr>
            <a:spLocks noChangeShapeType="1"/>
          </p:cNvSpPr>
          <p:nvPr/>
        </p:nvSpPr>
        <p:spPr bwMode="auto">
          <a:xfrm>
            <a:off x="2222500" y="1282703"/>
            <a:ext cx="0" cy="498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599" name="Line 31"/>
          <p:cNvSpPr>
            <a:spLocks noChangeShapeType="1"/>
          </p:cNvSpPr>
          <p:nvPr/>
        </p:nvSpPr>
        <p:spPr bwMode="auto">
          <a:xfrm>
            <a:off x="2222500" y="1789113"/>
            <a:ext cx="0" cy="1173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0" name="Line 32"/>
          <p:cNvSpPr>
            <a:spLocks noChangeShapeType="1"/>
          </p:cNvSpPr>
          <p:nvPr/>
        </p:nvSpPr>
        <p:spPr bwMode="auto">
          <a:xfrm>
            <a:off x="3584575" y="1293816"/>
            <a:ext cx="0" cy="473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1" name="Line 33"/>
          <p:cNvSpPr>
            <a:spLocks noChangeShapeType="1"/>
          </p:cNvSpPr>
          <p:nvPr/>
        </p:nvSpPr>
        <p:spPr bwMode="auto">
          <a:xfrm>
            <a:off x="3584575" y="1787528"/>
            <a:ext cx="0" cy="1173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2" name="Line 34"/>
          <p:cNvSpPr>
            <a:spLocks noChangeShapeType="1"/>
          </p:cNvSpPr>
          <p:nvPr/>
        </p:nvSpPr>
        <p:spPr bwMode="auto">
          <a:xfrm>
            <a:off x="4932363" y="1306516"/>
            <a:ext cx="0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3" name="Line 35"/>
          <p:cNvSpPr>
            <a:spLocks noChangeShapeType="1"/>
          </p:cNvSpPr>
          <p:nvPr/>
        </p:nvSpPr>
        <p:spPr bwMode="auto">
          <a:xfrm>
            <a:off x="4932363" y="1800225"/>
            <a:ext cx="0" cy="117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4" name="Line 36"/>
          <p:cNvSpPr>
            <a:spLocks noChangeShapeType="1"/>
          </p:cNvSpPr>
          <p:nvPr/>
        </p:nvSpPr>
        <p:spPr bwMode="auto">
          <a:xfrm>
            <a:off x="6557963" y="1293813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5" name="Line 37"/>
          <p:cNvSpPr>
            <a:spLocks noChangeShapeType="1"/>
          </p:cNvSpPr>
          <p:nvPr/>
        </p:nvSpPr>
        <p:spPr bwMode="auto">
          <a:xfrm>
            <a:off x="6557963" y="1800225"/>
            <a:ext cx="0" cy="117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6" name="Line 38"/>
          <p:cNvSpPr>
            <a:spLocks noChangeShapeType="1"/>
          </p:cNvSpPr>
          <p:nvPr/>
        </p:nvSpPr>
        <p:spPr bwMode="auto">
          <a:xfrm>
            <a:off x="7473950" y="2430463"/>
            <a:ext cx="0" cy="174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7" name="Line 39"/>
          <p:cNvSpPr>
            <a:spLocks noChangeShapeType="1"/>
          </p:cNvSpPr>
          <p:nvPr/>
        </p:nvSpPr>
        <p:spPr bwMode="auto">
          <a:xfrm>
            <a:off x="2222500" y="3490916"/>
            <a:ext cx="0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8" name="Line 40"/>
          <p:cNvSpPr>
            <a:spLocks noChangeShapeType="1"/>
          </p:cNvSpPr>
          <p:nvPr/>
        </p:nvSpPr>
        <p:spPr bwMode="auto">
          <a:xfrm>
            <a:off x="3611563" y="3463928"/>
            <a:ext cx="0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09" name="Line 41"/>
          <p:cNvSpPr>
            <a:spLocks noChangeShapeType="1"/>
          </p:cNvSpPr>
          <p:nvPr/>
        </p:nvSpPr>
        <p:spPr bwMode="auto">
          <a:xfrm>
            <a:off x="4945063" y="3490916"/>
            <a:ext cx="0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10" name="Line 42"/>
          <p:cNvSpPr>
            <a:spLocks noChangeShapeType="1"/>
          </p:cNvSpPr>
          <p:nvPr/>
        </p:nvSpPr>
        <p:spPr bwMode="auto">
          <a:xfrm>
            <a:off x="6599238" y="3463928"/>
            <a:ext cx="0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11" name="Text Box 43"/>
          <p:cNvSpPr txBox="1">
            <a:spLocks noChangeArrowheads="1"/>
          </p:cNvSpPr>
          <p:nvPr/>
        </p:nvSpPr>
        <p:spPr bwMode="auto">
          <a:xfrm>
            <a:off x="5457825" y="3079750"/>
            <a:ext cx="611188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109612" name="Line 44"/>
          <p:cNvSpPr>
            <a:spLocks noChangeShapeType="1"/>
          </p:cNvSpPr>
          <p:nvPr/>
        </p:nvSpPr>
        <p:spPr bwMode="auto">
          <a:xfrm>
            <a:off x="2208216" y="4162425"/>
            <a:ext cx="5278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13" name="Line 45"/>
          <p:cNvSpPr>
            <a:spLocks noChangeShapeType="1"/>
          </p:cNvSpPr>
          <p:nvPr/>
        </p:nvSpPr>
        <p:spPr bwMode="auto">
          <a:xfrm>
            <a:off x="4459288" y="4165603"/>
            <a:ext cx="0" cy="671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 anchor="ctr">
            <a:spAutoFit/>
          </a:bodyPr>
          <a:lstStyle/>
          <a:p>
            <a:endParaRPr lang="zh-CN" altLang="en-US"/>
          </a:p>
        </p:txBody>
      </p:sp>
      <p:sp>
        <p:nvSpPr>
          <p:cNvPr id="109614" name="Text Box 46"/>
          <p:cNvSpPr txBox="1">
            <a:spLocks noChangeArrowheads="1"/>
          </p:cNvSpPr>
          <p:nvPr/>
        </p:nvSpPr>
        <p:spPr bwMode="auto">
          <a:xfrm>
            <a:off x="2292350" y="1306516"/>
            <a:ext cx="7493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 0</a:t>
            </a:r>
            <a:endParaRPr kumimoji="1" lang="en-US" altLang="zh-CN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615" name="Text Box 47"/>
          <p:cNvSpPr txBox="1">
            <a:spLocks noChangeArrowheads="1"/>
          </p:cNvSpPr>
          <p:nvPr/>
        </p:nvSpPr>
        <p:spPr bwMode="auto">
          <a:xfrm>
            <a:off x="2693991" y="696916"/>
            <a:ext cx="750887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= 0</a:t>
            </a:r>
            <a:endParaRPr kumimoji="1" lang="en-US" altLang="zh-CN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616" name="Text Box 48"/>
          <p:cNvSpPr txBox="1">
            <a:spLocks noChangeArrowheads="1"/>
          </p:cNvSpPr>
          <p:nvPr/>
        </p:nvSpPr>
        <p:spPr bwMode="auto">
          <a:xfrm>
            <a:off x="4110041" y="671516"/>
            <a:ext cx="750887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= 0</a:t>
            </a:r>
            <a:endParaRPr kumimoji="1" lang="en-US" altLang="zh-CN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617" name="Text Box 49"/>
          <p:cNvSpPr txBox="1">
            <a:spLocks noChangeArrowheads="1"/>
          </p:cNvSpPr>
          <p:nvPr/>
        </p:nvSpPr>
        <p:spPr bwMode="auto">
          <a:xfrm>
            <a:off x="3598863" y="1306516"/>
            <a:ext cx="7493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 0</a:t>
            </a:r>
            <a:endParaRPr kumimoji="1" lang="en-US" altLang="zh-CN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618" name="Text Box 50"/>
          <p:cNvSpPr txBox="1">
            <a:spLocks noChangeArrowheads="1"/>
          </p:cNvSpPr>
          <p:nvPr/>
        </p:nvSpPr>
        <p:spPr bwMode="auto">
          <a:xfrm>
            <a:off x="4945066" y="1319216"/>
            <a:ext cx="750887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 0</a:t>
            </a:r>
            <a:endParaRPr kumimoji="1" lang="en-US" altLang="zh-CN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9619" name="Text Box 51"/>
          <p:cNvSpPr txBox="1">
            <a:spLocks noChangeArrowheads="1"/>
          </p:cNvSpPr>
          <p:nvPr/>
        </p:nvSpPr>
        <p:spPr bwMode="auto">
          <a:xfrm>
            <a:off x="6557963" y="1279528"/>
            <a:ext cx="7493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 0</a:t>
            </a:r>
            <a:endParaRPr kumimoji="1" lang="en-US" altLang="zh-CN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876DB0A-F5D8-8BB1-9581-9E3D411FD6A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91640" y="635000"/>
            <a:ext cx="5760720" cy="395367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main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( )</a:t>
            </a: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zh-CN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{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int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a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=2,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b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=1,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c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=2; </a:t>
            </a:r>
          </a:p>
          <a:p>
            <a:pPr marL="341313" indent="-341313" algn="just"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if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(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a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)  </a:t>
            </a:r>
          </a:p>
          <a:p>
            <a:pPr marL="341313" indent="-341313" algn="just"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 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if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(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b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&lt;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0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)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c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=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0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; </a:t>
            </a:r>
          </a:p>
          <a:p>
            <a:pPr marL="341313" indent="-341313" algn="just"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 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else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c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++ 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；</a:t>
            </a: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zh-CN" altLang="en-US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printf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(“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%d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\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n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”,</a:t>
            </a:r>
            <a:r>
              <a:rPr kumimoji="1" lang="zh-CN" altLang="zh-CN" sz="2000" b="1" kern="0" dirty="0">
                <a:solidFill>
                  <a:srgbClr val="000000"/>
                </a:solidFill>
                <a:ea typeface="宋体"/>
              </a:rPr>
              <a:t>c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);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输出</a:t>
            </a:r>
            <a:r>
              <a:rPr kumimoji="1" lang="zh-CN" altLang="en-US" sz="2000" b="1" kern="0" dirty="0">
                <a:solidFill>
                  <a:srgbClr val="639EF4"/>
                </a:solidFill>
                <a:latin typeface="Times New Roman" pitchFamily="18" charset="0"/>
                <a:ea typeface="宋体"/>
              </a:rPr>
              <a:t> </a:t>
            </a:r>
            <a:r>
              <a:rPr kumimoji="1" lang="en-US" altLang="zh-CN" sz="2000" b="1" kern="0" dirty="0">
                <a:solidFill>
                  <a:srgbClr val="639EF4"/>
                </a:solidFill>
                <a:latin typeface="Times New Roman" pitchFamily="18" charset="0"/>
                <a:ea typeface="宋体"/>
              </a:rPr>
              <a:t>[</a:t>
            </a:r>
            <a:r>
              <a:rPr kumimoji="1" lang="zh-CN" altLang="en-US" sz="2000" b="1" kern="0" dirty="0">
                <a:solidFill>
                  <a:srgbClr val="639EF4"/>
                </a:solidFill>
                <a:latin typeface="Times New Roman" pitchFamily="18" charset="0"/>
                <a:ea typeface="宋体"/>
              </a:rPr>
              <a:t>填空</a:t>
            </a:r>
            <a:r>
              <a:rPr kumimoji="1" lang="en-US" altLang="zh-CN" sz="2000" b="1" kern="0" dirty="0">
                <a:solidFill>
                  <a:srgbClr val="639EF4"/>
                </a:solidFill>
                <a:latin typeface="Times New Roman" pitchFamily="18" charset="0"/>
                <a:ea typeface="宋体"/>
              </a:rPr>
              <a:t>1]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</a:t>
            </a:r>
            <a:endParaRPr kumimoji="1" lang="zh-CN" altLang="zh-CN" sz="2000" b="1" kern="0" dirty="0">
              <a:solidFill>
                <a:srgbClr val="000000"/>
              </a:solidFill>
              <a:latin typeface="Times New Roman" pitchFamily="18" charset="0"/>
              <a:ea typeface="宋体"/>
            </a:endParaRP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</a:t>
            </a:r>
            <a:r>
              <a:rPr kumimoji="1" lang="zh-CN" altLang="zh-CN" sz="2000" kern="0" dirty="0">
                <a:solidFill>
                  <a:srgbClr val="000000"/>
                </a:solidFill>
                <a:latin typeface="Times New Roman"/>
                <a:ea typeface="宋体"/>
              </a:rPr>
              <a:t>}</a:t>
            </a:r>
            <a:r>
              <a:rPr kumimoji="1" lang="zh-CN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EB8EF2-2566-85A1-9308-6F0B9F55425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590931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ap="sq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6714B3-3B46-4725-FB06-81723180390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7200900" cy="635000"/>
            <a:chOff x="-971550" y="0"/>
            <a:chExt cx="72009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C546CE5B-901D-2D4E-78D6-9B74D46EE04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-971550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12700" cap="sq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  <a:extLst>
              <a:ext uri="{91240B29-F687-4F45-9708-019B960494DF}">
                <a14:hiddenLine xmlns:a14="http://schemas.microsoft.com/office/drawing/2010/main"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1" lang="zh-CN" altLang="en-US" sz="2400">
                <a:latin typeface="Times New Roman" pitchFamily="18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78FD0DFC-CD33-5FF4-D1E7-7BAC367FA0F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-97155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sq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  <a:extLst>
              <a:ext uri="{91240B29-F687-4F45-9708-019B960494DF}">
                <a14:hiddenLine xmlns:a14="http://schemas.microsoft.com/office/drawing/2010/main"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1" lang="zh-CN" altLang="en-US" sz="2400">
                <a:latin typeface="Times New Roman" pitchFamily="18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026CA74A-AC1E-A131-63F5-E6BE4A21D54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-71755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F5009C1-FDB2-0D5C-AA43-7F4A94CABDE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5543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492AB65-7DA1-A800-576B-CED646FB374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9764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876DB0A-F5D8-8BB1-9581-9E3D411FD6A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91640" y="635000"/>
            <a:ext cx="5760720" cy="395367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main( )</a:t>
            </a: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{ </a:t>
            </a: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   int  a=2, b=1, c=2; </a:t>
            </a: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   if  (a)  </a:t>
            </a: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        { if (b&lt;0) c=0; }</a:t>
            </a: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   else  </a:t>
            </a:r>
            <a:r>
              <a:rPr kumimoji="1" lang="en-US" altLang="zh-CN" sz="2000" b="1" kern="0" dirty="0" err="1">
                <a:solidFill>
                  <a:srgbClr val="000000"/>
                </a:solidFill>
                <a:ea typeface="宋体"/>
              </a:rPr>
              <a:t>c++</a:t>
            </a: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 </a:t>
            </a:r>
            <a:r>
              <a:rPr kumimoji="1" lang="zh-CN" altLang="en-US" sz="2000" b="1" kern="0" dirty="0">
                <a:solidFill>
                  <a:srgbClr val="000000"/>
                </a:solidFill>
                <a:ea typeface="宋体"/>
              </a:rPr>
              <a:t>；</a:t>
            </a: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zh-CN" altLang="en-US" sz="2000" b="1" kern="0" dirty="0">
                <a:solidFill>
                  <a:srgbClr val="000000"/>
                </a:solidFill>
                <a:ea typeface="宋体"/>
              </a:rPr>
              <a:t>   </a:t>
            </a:r>
            <a:r>
              <a:rPr kumimoji="1" lang="en-US" altLang="zh-CN" sz="2000" b="1" kern="0" dirty="0" err="1">
                <a:solidFill>
                  <a:srgbClr val="000000"/>
                </a:solidFill>
                <a:ea typeface="宋体"/>
              </a:rPr>
              <a:t>printf</a:t>
            </a: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(“%d\</a:t>
            </a:r>
            <a:r>
              <a:rPr kumimoji="1" lang="en-US" altLang="zh-CN" sz="2000" b="1" kern="0" dirty="0" err="1">
                <a:solidFill>
                  <a:srgbClr val="000000"/>
                </a:solidFill>
                <a:ea typeface="宋体"/>
              </a:rPr>
              <a:t>n”,c</a:t>
            </a: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 );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输出</a:t>
            </a:r>
            <a:r>
              <a:rPr kumimoji="1" lang="zh-CN" altLang="en-US" sz="2000" b="1" kern="0" dirty="0">
                <a:solidFill>
                  <a:srgbClr val="639EF4"/>
                </a:solidFill>
                <a:latin typeface="Times New Roman" pitchFamily="18" charset="0"/>
                <a:ea typeface="宋体"/>
              </a:rPr>
              <a:t> </a:t>
            </a:r>
            <a:r>
              <a:rPr kumimoji="1" lang="en-US" altLang="zh-CN" sz="2000" b="1" kern="0" dirty="0">
                <a:solidFill>
                  <a:srgbClr val="639EF4"/>
                </a:solidFill>
                <a:latin typeface="Times New Roman" pitchFamily="18" charset="0"/>
                <a:ea typeface="宋体"/>
              </a:rPr>
              <a:t>[</a:t>
            </a:r>
            <a:r>
              <a:rPr kumimoji="1" lang="zh-CN" altLang="en-US" sz="2000" b="1" kern="0" dirty="0">
                <a:solidFill>
                  <a:srgbClr val="639EF4"/>
                </a:solidFill>
                <a:latin typeface="Times New Roman" pitchFamily="18" charset="0"/>
                <a:ea typeface="宋体"/>
              </a:rPr>
              <a:t>填空</a:t>
            </a:r>
            <a:r>
              <a:rPr kumimoji="1" lang="en-US" altLang="zh-CN" sz="2000" b="1" kern="0" dirty="0">
                <a:solidFill>
                  <a:srgbClr val="639EF4"/>
                </a:solidFill>
                <a:latin typeface="Times New Roman" pitchFamily="18" charset="0"/>
                <a:ea typeface="宋体"/>
              </a:rPr>
              <a:t>1]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</a:t>
            </a:r>
            <a:endParaRPr kumimoji="1" lang="en-US" altLang="zh-CN" sz="2000" b="1" kern="0" dirty="0">
              <a:solidFill>
                <a:srgbClr val="000000"/>
              </a:solidFill>
              <a:ea typeface="宋体"/>
            </a:endParaRPr>
          </a:p>
          <a:p>
            <a:pPr marL="341313" indent="-341313" algn="just" eaLnBrk="0" hangingPunct="0">
              <a:spcBef>
                <a:spcPct val="20000"/>
              </a:spcBef>
              <a:defRPr/>
            </a:pPr>
            <a:r>
              <a:rPr kumimoji="1" lang="en-US" altLang="zh-CN" sz="2000" b="1" kern="0" dirty="0">
                <a:solidFill>
                  <a:srgbClr val="000000"/>
                </a:solidFill>
                <a:ea typeface="宋体"/>
              </a:rPr>
              <a:t> }</a:t>
            </a:r>
            <a:endParaRPr kumimoji="1" lang="zh-CN" altLang="zh-CN" sz="2000" b="1" kern="0" dirty="0">
              <a:solidFill>
                <a:srgbClr val="000000"/>
              </a:solidFill>
              <a:latin typeface="Times New Roman" pitchFamily="18" charset="0"/>
              <a:ea typeface="宋体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EB8EF2-2566-85A1-9308-6F0B9F55425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590931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ap="sq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6714B3-3B46-4725-FB06-81723180390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7200900" cy="635000"/>
            <a:chOff x="-971550" y="0"/>
            <a:chExt cx="72009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C546CE5B-901D-2D4E-78D6-9B74D46EE04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-971550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12700" cap="sq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  <a:extLst>
              <a:ext uri="{91240B29-F687-4F45-9708-019B960494DF}">
                <a14:hiddenLine xmlns:a14="http://schemas.microsoft.com/office/drawing/2010/main"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1" lang="zh-CN" altLang="en-US" sz="2400">
                <a:latin typeface="Times New Roman" pitchFamily="18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78FD0DFC-CD33-5FF4-D1E7-7BAC367FA0F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-97155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sq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  <a:extLst>
              <a:ext uri="{91240B29-F687-4F45-9708-019B960494DF}">
                <a14:hiddenLine xmlns:a14="http://schemas.microsoft.com/office/drawing/2010/main"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1" lang="zh-CN" altLang="en-US" sz="2400">
                <a:latin typeface="Times New Roman" pitchFamily="18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026CA74A-AC1E-A131-63F5-E6BE4A21D54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-71755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F5009C1-FDB2-0D5C-AA43-7F4A94CABDE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5543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492AB65-7DA1-A800-576B-CED646FB374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3812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845283" y="-86325"/>
            <a:ext cx="6137275" cy="857250"/>
          </a:xfrm>
        </p:spPr>
        <p:txBody>
          <a:bodyPr/>
          <a:lstStyle/>
          <a:p>
            <a:pPr algn="l"/>
            <a:r>
              <a:rPr lang="zh-CN" altLang="en-US" sz="2200" dirty="0">
                <a:solidFill>
                  <a:srgbClr val="C00000"/>
                </a:solidFill>
                <a:ea typeface="黑体" pitchFamily="49" charset="-122"/>
              </a:rPr>
              <a:t>任意输入一个字符</a:t>
            </a:r>
            <a:r>
              <a:rPr lang="zh-CN" altLang="zh-CN" sz="22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200" dirty="0">
                <a:solidFill>
                  <a:srgbClr val="C00000"/>
                </a:solidFill>
                <a:ea typeface="黑体" pitchFamily="49" charset="-122"/>
              </a:rPr>
              <a:t>判断它是字母还是数字还是其他字符</a:t>
            </a:r>
            <a:r>
              <a:rPr lang="zh-CN" altLang="en-US" sz="1900" dirty="0">
                <a:solidFill>
                  <a:srgbClr val="C00000"/>
                </a:solidFill>
                <a:ea typeface="黑体" pitchFamily="49" charset="-122"/>
              </a:rPr>
              <a:t>。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>
          <a:xfrm>
            <a:off x="1186449" y="770925"/>
            <a:ext cx="7059234" cy="3086100"/>
          </a:xfrm>
        </p:spPr>
        <p:txBody>
          <a:bodyPr/>
          <a:lstStyle/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/>
              <a:t>#include  </a:t>
            </a:r>
            <a:r>
              <a:rPr lang="zh-CN" altLang="zh-CN" sz="1900" dirty="0"/>
              <a:t>&lt;</a:t>
            </a:r>
            <a:r>
              <a:rPr lang="zh-CN" altLang="zh-CN" sz="1900" b="1" dirty="0"/>
              <a:t>stdio </a:t>
            </a:r>
            <a:r>
              <a:rPr lang="zh-CN" altLang="zh-CN" sz="1900" b="1" dirty="0">
                <a:latin typeface="Times New Roman" pitchFamily="18" charset="0"/>
              </a:rPr>
              <a:t>.</a:t>
            </a:r>
            <a:r>
              <a:rPr lang="zh-CN" altLang="zh-CN" sz="1900" b="1" dirty="0"/>
              <a:t>h</a:t>
            </a:r>
            <a:r>
              <a:rPr lang="zh-CN" altLang="zh-CN" sz="1900" dirty="0"/>
              <a:t>&gt;</a:t>
            </a:r>
            <a:r>
              <a:rPr lang="zh-CN" altLang="zh-CN" sz="1900" b="1" dirty="0"/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/>
              <a:t>main</a:t>
            </a:r>
            <a:r>
              <a:rPr lang="zh-CN" altLang="zh-CN" sz="1900" b="1" dirty="0">
                <a:latin typeface="Times New Roman" pitchFamily="18" charset="0"/>
              </a:rPr>
              <a:t>( )</a:t>
            </a:r>
            <a:r>
              <a:rPr lang="zh-CN" altLang="zh-CN" sz="1900" b="1" dirty="0"/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/>
              <a:t>{ </a:t>
            </a:r>
            <a:endParaRPr lang="en-US" altLang="zh-CN" sz="190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1900" b="1" dirty="0"/>
              <a:t>   </a:t>
            </a:r>
            <a:r>
              <a:rPr lang="zh-CN" altLang="zh-CN" sz="1900" b="1" dirty="0"/>
              <a:t> char  </a:t>
            </a:r>
            <a:r>
              <a:rPr lang="zh-CN" altLang="zh-CN" sz="1900" b="1" dirty="0">
                <a:solidFill>
                  <a:srgbClr val="CC3300"/>
                </a:solidFill>
              </a:rPr>
              <a:t>c</a:t>
            </a:r>
            <a:r>
              <a:rPr lang="zh-CN" altLang="zh-CN" sz="1900" b="1" dirty="0"/>
              <a:t>=getchar</a:t>
            </a:r>
            <a:r>
              <a:rPr lang="zh-CN" altLang="zh-CN" sz="1900" b="1" dirty="0">
                <a:latin typeface="Times New Roman" pitchFamily="18" charset="0"/>
              </a:rPr>
              <a:t>();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/>
              <a:t>    if </a:t>
            </a:r>
            <a:r>
              <a:rPr lang="zh-CN" altLang="zh-CN" sz="1900" b="1" dirty="0">
                <a:latin typeface="Times New Roman" pitchFamily="18" charset="0"/>
              </a:rPr>
              <a:t>(</a:t>
            </a:r>
            <a:r>
              <a:rPr lang="zh-CN" altLang="zh-CN" sz="1900" b="1" dirty="0">
                <a:solidFill>
                  <a:srgbClr val="B40000"/>
                </a:solidFill>
                <a:latin typeface="Times New Roman" pitchFamily="18" charset="0"/>
              </a:rPr>
              <a:t>( </a:t>
            </a:r>
            <a:r>
              <a:rPr lang="zh-CN" altLang="zh-CN" sz="1900" b="1" dirty="0">
                <a:solidFill>
                  <a:srgbClr val="B40000"/>
                </a:solidFill>
              </a:rPr>
              <a:t>c</a:t>
            </a:r>
            <a:r>
              <a:rPr lang="zh-CN" altLang="zh-CN" sz="1900" dirty="0">
                <a:solidFill>
                  <a:srgbClr val="B40000"/>
                </a:solidFill>
              </a:rPr>
              <a:t>&gt;</a:t>
            </a:r>
            <a:r>
              <a:rPr lang="zh-CN" altLang="zh-CN" sz="1900" b="1" dirty="0">
                <a:solidFill>
                  <a:srgbClr val="B40000"/>
                </a:solidFill>
              </a:rPr>
              <a:t>=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‘</a:t>
            </a:r>
            <a:r>
              <a:rPr lang="zh-CN" altLang="zh-CN" sz="1900" b="1" dirty="0">
                <a:solidFill>
                  <a:srgbClr val="B40000"/>
                </a:solidFill>
              </a:rPr>
              <a:t>A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’</a:t>
            </a:r>
            <a:r>
              <a:rPr lang="zh-CN" altLang="zh-CN" sz="1900" dirty="0">
                <a:solidFill>
                  <a:srgbClr val="B40000"/>
                </a:solidFill>
              </a:rPr>
              <a:t>&amp;&amp;</a:t>
            </a:r>
            <a:r>
              <a:rPr lang="zh-CN" altLang="zh-CN" sz="1900" b="1" dirty="0">
                <a:solidFill>
                  <a:srgbClr val="B40000"/>
                </a:solidFill>
              </a:rPr>
              <a:t>c</a:t>
            </a:r>
            <a:r>
              <a:rPr lang="zh-CN" altLang="zh-CN" sz="1900" dirty="0">
                <a:solidFill>
                  <a:srgbClr val="B40000"/>
                </a:solidFill>
              </a:rPr>
              <a:t>&lt;</a:t>
            </a:r>
            <a:r>
              <a:rPr lang="zh-CN" altLang="zh-CN" sz="1900" b="1" dirty="0">
                <a:solidFill>
                  <a:srgbClr val="B40000"/>
                </a:solidFill>
              </a:rPr>
              <a:t>=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‘</a:t>
            </a:r>
            <a:r>
              <a:rPr lang="zh-CN" altLang="zh-CN" sz="1900" b="1" dirty="0">
                <a:solidFill>
                  <a:srgbClr val="B40000"/>
                </a:solidFill>
              </a:rPr>
              <a:t>Z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’</a:t>
            </a:r>
            <a:r>
              <a:rPr lang="zh-CN" altLang="zh-CN" sz="1900" b="1" dirty="0">
                <a:solidFill>
                  <a:srgbClr val="B40000"/>
                </a:solidFill>
                <a:latin typeface="Times New Roman" pitchFamily="18" charset="0"/>
              </a:rPr>
              <a:t>)</a:t>
            </a:r>
            <a:r>
              <a:rPr lang="zh-CN" altLang="zh-CN" sz="1900" dirty="0">
                <a:solidFill>
                  <a:srgbClr val="B40000"/>
                </a:solidFill>
              </a:rPr>
              <a:t>||</a:t>
            </a:r>
            <a:r>
              <a:rPr lang="zh-CN" altLang="zh-CN" sz="1900" b="1" dirty="0">
                <a:solidFill>
                  <a:srgbClr val="B40000"/>
                </a:solidFill>
                <a:latin typeface="Times New Roman" pitchFamily="18" charset="0"/>
              </a:rPr>
              <a:t>(</a:t>
            </a:r>
            <a:r>
              <a:rPr lang="zh-CN" altLang="zh-CN" sz="1900" b="1" dirty="0">
                <a:solidFill>
                  <a:srgbClr val="B40000"/>
                </a:solidFill>
              </a:rPr>
              <a:t>c</a:t>
            </a:r>
            <a:r>
              <a:rPr lang="zh-CN" altLang="zh-CN" sz="1900" dirty="0">
                <a:solidFill>
                  <a:srgbClr val="B40000"/>
                </a:solidFill>
              </a:rPr>
              <a:t>&gt;</a:t>
            </a:r>
            <a:r>
              <a:rPr lang="zh-CN" altLang="zh-CN" sz="1900" b="1" dirty="0">
                <a:solidFill>
                  <a:srgbClr val="B40000"/>
                </a:solidFill>
              </a:rPr>
              <a:t>=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‘</a:t>
            </a:r>
            <a:r>
              <a:rPr lang="zh-CN" altLang="zh-CN" sz="1900" b="1" dirty="0">
                <a:solidFill>
                  <a:srgbClr val="B40000"/>
                </a:solidFill>
              </a:rPr>
              <a:t>a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’</a:t>
            </a:r>
            <a:r>
              <a:rPr lang="zh-CN" altLang="zh-CN" sz="1900" dirty="0">
                <a:solidFill>
                  <a:srgbClr val="B40000"/>
                </a:solidFill>
              </a:rPr>
              <a:t>&amp;&amp;</a:t>
            </a:r>
            <a:r>
              <a:rPr lang="zh-CN" altLang="zh-CN" sz="1900" b="1" dirty="0">
                <a:solidFill>
                  <a:srgbClr val="B40000"/>
                </a:solidFill>
              </a:rPr>
              <a:t>c</a:t>
            </a:r>
            <a:r>
              <a:rPr lang="zh-CN" altLang="zh-CN" sz="1900" dirty="0">
                <a:solidFill>
                  <a:srgbClr val="B40000"/>
                </a:solidFill>
              </a:rPr>
              <a:t>&lt;</a:t>
            </a:r>
            <a:r>
              <a:rPr lang="zh-CN" altLang="zh-CN" sz="1900" b="1" dirty="0">
                <a:solidFill>
                  <a:srgbClr val="B40000"/>
                </a:solidFill>
              </a:rPr>
              <a:t>=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‘</a:t>
            </a:r>
            <a:r>
              <a:rPr lang="zh-CN" altLang="zh-CN" sz="1900" b="1" dirty="0">
                <a:solidFill>
                  <a:srgbClr val="B40000"/>
                </a:solidFill>
              </a:rPr>
              <a:t>z</a:t>
            </a:r>
            <a:r>
              <a:rPr lang="zh-CN" altLang="zh-CN" sz="1900" b="1" dirty="0">
                <a:solidFill>
                  <a:srgbClr val="B40000"/>
                </a:solidFill>
                <a:latin typeface="Times New Roman" pitchFamily="18" charset="0"/>
              </a:rPr>
              <a:t>’)</a:t>
            </a:r>
            <a:r>
              <a:rPr lang="zh-CN" altLang="zh-CN" sz="1900" b="1" dirty="0">
                <a:latin typeface="Times New Roman" pitchFamily="18" charset="0"/>
              </a:rPr>
              <a:t>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/>
              <a:t>        printf</a:t>
            </a:r>
            <a:r>
              <a:rPr lang="zh-CN" altLang="zh-CN" sz="1900" b="1" dirty="0">
                <a:latin typeface="Times New Roman" pitchFamily="18" charset="0"/>
              </a:rPr>
              <a:t>(</a:t>
            </a:r>
            <a:r>
              <a:rPr lang="zh-CN" altLang="zh-CN" sz="1900" b="1" dirty="0">
                <a:latin typeface="Times New Roman"/>
              </a:rPr>
              <a:t>“</a:t>
            </a:r>
            <a:r>
              <a:rPr lang="zh-CN" altLang="zh-CN" sz="1900" b="1" dirty="0"/>
              <a:t>%c </a:t>
            </a:r>
            <a:r>
              <a:rPr lang="zh-CN" altLang="en-US" sz="1900" b="1" dirty="0"/>
              <a:t>是一个字母。</a:t>
            </a:r>
            <a:r>
              <a:rPr lang="zh-CN" altLang="en-US" sz="1900" b="1" dirty="0">
                <a:latin typeface="Times New Roman"/>
              </a:rPr>
              <a:t>”</a:t>
            </a:r>
            <a:r>
              <a:rPr lang="zh-CN" altLang="zh-CN" sz="1900" b="1" dirty="0">
                <a:latin typeface="Times New Roman" pitchFamily="18" charset="0"/>
              </a:rPr>
              <a:t>,</a:t>
            </a:r>
            <a:r>
              <a:rPr lang="zh-CN" altLang="zh-CN" sz="1900" b="1" dirty="0"/>
              <a:t> c </a:t>
            </a:r>
            <a:r>
              <a:rPr lang="zh-CN" altLang="zh-CN" sz="1900" b="1" dirty="0">
                <a:latin typeface="Times New Roman" pitchFamily="18" charset="0"/>
              </a:rPr>
              <a:t>);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/>
              <a:t>    else if</a:t>
            </a:r>
            <a:r>
              <a:rPr lang="zh-CN" altLang="zh-CN" sz="1900" b="1" dirty="0">
                <a:latin typeface="Times New Roman" pitchFamily="18" charset="0"/>
              </a:rPr>
              <a:t> (</a:t>
            </a:r>
            <a:r>
              <a:rPr lang="zh-CN" altLang="zh-CN" sz="1900" b="1" dirty="0">
                <a:solidFill>
                  <a:srgbClr val="B40000"/>
                </a:solidFill>
              </a:rPr>
              <a:t>c</a:t>
            </a:r>
            <a:r>
              <a:rPr lang="zh-CN" altLang="zh-CN" sz="1900" dirty="0">
                <a:solidFill>
                  <a:srgbClr val="B40000"/>
                </a:solidFill>
              </a:rPr>
              <a:t>&gt;</a:t>
            </a:r>
            <a:r>
              <a:rPr lang="zh-CN" altLang="zh-CN" sz="1900" b="1" dirty="0">
                <a:solidFill>
                  <a:srgbClr val="B40000"/>
                </a:solidFill>
              </a:rPr>
              <a:t>=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‘</a:t>
            </a:r>
            <a:r>
              <a:rPr lang="zh-CN" altLang="zh-CN" sz="1900" b="1" dirty="0">
                <a:solidFill>
                  <a:srgbClr val="B40000"/>
                </a:solidFill>
              </a:rPr>
              <a:t>0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’</a:t>
            </a:r>
            <a:r>
              <a:rPr lang="zh-CN" altLang="zh-CN" sz="1900" dirty="0">
                <a:solidFill>
                  <a:srgbClr val="B40000"/>
                </a:solidFill>
              </a:rPr>
              <a:t>&amp;&amp;</a:t>
            </a:r>
            <a:r>
              <a:rPr lang="zh-CN" altLang="zh-CN" sz="1900" b="1" dirty="0">
                <a:solidFill>
                  <a:srgbClr val="B40000"/>
                </a:solidFill>
              </a:rPr>
              <a:t>c</a:t>
            </a:r>
            <a:r>
              <a:rPr lang="zh-CN" altLang="zh-CN" sz="1900" dirty="0">
                <a:solidFill>
                  <a:srgbClr val="B40000"/>
                </a:solidFill>
              </a:rPr>
              <a:t>&lt;</a:t>
            </a:r>
            <a:r>
              <a:rPr lang="zh-CN" altLang="zh-CN" sz="1900" b="1" dirty="0">
                <a:solidFill>
                  <a:srgbClr val="B40000"/>
                </a:solidFill>
              </a:rPr>
              <a:t>=</a:t>
            </a:r>
            <a:r>
              <a:rPr lang="zh-CN" altLang="zh-CN" sz="1900" b="1" dirty="0">
                <a:solidFill>
                  <a:srgbClr val="B40000"/>
                </a:solidFill>
                <a:latin typeface="Times New Roman"/>
              </a:rPr>
              <a:t>‘</a:t>
            </a:r>
            <a:r>
              <a:rPr lang="zh-CN" altLang="zh-CN" sz="1900" b="1" dirty="0">
                <a:solidFill>
                  <a:srgbClr val="B40000"/>
                </a:solidFill>
              </a:rPr>
              <a:t>9</a:t>
            </a:r>
            <a:r>
              <a:rPr lang="zh-CN" altLang="zh-CN" sz="1900" b="1" dirty="0">
                <a:solidFill>
                  <a:srgbClr val="B40000"/>
                </a:solidFill>
                <a:latin typeface="Times New Roman" pitchFamily="18" charset="0"/>
              </a:rPr>
              <a:t>’</a:t>
            </a:r>
            <a:r>
              <a:rPr lang="zh-CN" altLang="zh-CN" sz="1900" b="1" dirty="0">
                <a:latin typeface="Times New Roman" pitchFamily="18" charset="0"/>
              </a:rPr>
              <a:t>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/>
              <a:t>        printf</a:t>
            </a:r>
            <a:r>
              <a:rPr lang="zh-CN" altLang="zh-CN" sz="1900" b="1" dirty="0">
                <a:latin typeface="Times New Roman" pitchFamily="18" charset="0"/>
              </a:rPr>
              <a:t>(</a:t>
            </a:r>
            <a:r>
              <a:rPr lang="zh-CN" altLang="zh-CN" sz="1900" b="1" dirty="0">
                <a:latin typeface="Times New Roman"/>
              </a:rPr>
              <a:t>“</a:t>
            </a:r>
            <a:r>
              <a:rPr lang="zh-CN" altLang="zh-CN" sz="1900" b="1" dirty="0"/>
              <a:t>%c </a:t>
            </a:r>
            <a:r>
              <a:rPr lang="zh-CN" altLang="en-US" sz="1900" b="1" dirty="0"/>
              <a:t>是一个数字。</a:t>
            </a:r>
            <a:r>
              <a:rPr lang="zh-CN" altLang="en-US" sz="1900" b="1" dirty="0">
                <a:latin typeface="Times New Roman" pitchFamily="18" charset="0"/>
              </a:rPr>
              <a:t>”</a:t>
            </a:r>
            <a:r>
              <a:rPr lang="zh-CN" altLang="zh-CN" sz="1900" b="1" dirty="0">
                <a:latin typeface="Times New Roman" pitchFamily="18" charset="0"/>
              </a:rPr>
              <a:t>, </a:t>
            </a:r>
            <a:r>
              <a:rPr lang="zh-CN" altLang="zh-CN" sz="1900" b="1" dirty="0"/>
              <a:t>c </a:t>
            </a:r>
            <a:r>
              <a:rPr lang="zh-CN" altLang="zh-CN" sz="1900" b="1" dirty="0">
                <a:latin typeface="Times New Roman" pitchFamily="18" charset="0"/>
              </a:rPr>
              <a:t>);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>
                <a:latin typeface="Times New Roman" pitchFamily="18" charset="0"/>
              </a:rPr>
              <a:t>    </a:t>
            </a:r>
            <a:r>
              <a:rPr lang="zh-CN" altLang="zh-CN" sz="1900" b="1" dirty="0"/>
              <a:t>else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zh-CN" altLang="zh-CN" sz="1900" b="1" dirty="0"/>
              <a:t>        printf</a:t>
            </a:r>
            <a:r>
              <a:rPr lang="zh-CN" altLang="zh-CN" sz="1900" b="1" dirty="0">
                <a:latin typeface="Times New Roman" pitchFamily="18" charset="0"/>
              </a:rPr>
              <a:t>(</a:t>
            </a:r>
            <a:r>
              <a:rPr lang="zh-CN" altLang="zh-CN" sz="1900" b="1" dirty="0">
                <a:latin typeface="Times New Roman"/>
              </a:rPr>
              <a:t>“</a:t>
            </a:r>
            <a:r>
              <a:rPr lang="zh-CN" altLang="zh-CN" sz="1900" b="1" dirty="0"/>
              <a:t>%c </a:t>
            </a:r>
            <a:r>
              <a:rPr lang="zh-CN" altLang="en-US" sz="1900" b="1" dirty="0"/>
              <a:t>是其他字符。</a:t>
            </a:r>
            <a:r>
              <a:rPr lang="zh-CN" altLang="en-US" sz="1900" b="1" dirty="0">
                <a:latin typeface="Times New Roman"/>
              </a:rPr>
              <a:t>”</a:t>
            </a:r>
            <a:r>
              <a:rPr lang="zh-CN" altLang="zh-CN" sz="1900" b="1" dirty="0">
                <a:latin typeface="Times New Roman" pitchFamily="18" charset="0"/>
              </a:rPr>
              <a:t>,</a:t>
            </a:r>
            <a:r>
              <a:rPr lang="zh-CN" altLang="zh-CN" sz="1900" b="1" dirty="0"/>
              <a:t> c </a:t>
            </a:r>
            <a:r>
              <a:rPr lang="zh-CN" altLang="zh-CN" sz="1900" b="1" dirty="0">
                <a:latin typeface="Times New Roman" pitchFamily="18" charset="0"/>
              </a:rPr>
              <a:t>);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zh-CN" sz="1900" b="1" dirty="0"/>
              <a:t>}</a:t>
            </a:r>
            <a:r>
              <a:rPr lang="zh-CN" altLang="zh-CN" sz="1900" dirty="0"/>
              <a:t> </a:t>
            </a:r>
            <a:endParaRPr lang="zh-CN" altLang="en-US" sz="1900" b="1" dirty="0"/>
          </a:p>
        </p:txBody>
      </p:sp>
      <p:pic>
        <p:nvPicPr>
          <p:cNvPr id="231428" name="Picture 4" descr="b19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619" y="4572000"/>
            <a:ext cx="143768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322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7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1970091" y="1744663"/>
            <a:ext cx="2917825" cy="97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 anchor="ctr"/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2B2BFF"/>
                </a:solidFill>
                <a:latin typeface="Times New Roman" pitchFamily="18" charset="0"/>
              </a:rPr>
              <a:t>如</a:t>
            </a:r>
            <a:r>
              <a:rPr kumimoji="1" lang="en-US" altLang="zh-CN" sz="2400" dirty="0">
                <a:solidFill>
                  <a:srgbClr val="2B2BFF"/>
                </a:solidFill>
                <a:latin typeface="Times New Roman" pitchFamily="18" charset="0"/>
              </a:rPr>
              <a:t>: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if (3) 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prinft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("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o.k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");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     if ('a')…</a:t>
            </a:r>
            <a:endParaRPr kumimoji="1" lang="en-US" altLang="zh-CN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1556" name="Text Box 4"/>
          <p:cNvSpPr txBox="1">
            <a:spLocks noChangeArrowheads="1"/>
          </p:cNvSpPr>
          <p:nvPr/>
        </p:nvSpPr>
        <p:spPr bwMode="auto">
          <a:xfrm>
            <a:off x="1438275" y="1298578"/>
            <a:ext cx="6478588" cy="46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1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. 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条件可以是</a:t>
            </a:r>
            <a:r>
              <a:rPr kumimoji="1" lang="zh-CN" altLang="en-US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任意类型的表达式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。</a:t>
            </a:r>
            <a:endParaRPr kumimoji="1" lang="zh-CN" altLang="en-US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1450975" y="3370266"/>
            <a:ext cx="6369050" cy="83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marL="476250" indent="-4762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2.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上述形式中的语句可以是由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{ }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括起来的复合语句。此时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在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{ }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外可以不用分号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244A1E-F98C-4B6A-9C65-6C6BED78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384" y="-180974"/>
            <a:ext cx="6137275" cy="857250"/>
          </a:xfrm>
        </p:spPr>
        <p:txBody>
          <a:bodyPr/>
          <a:lstStyle/>
          <a:p>
            <a:r>
              <a:rPr kumimoji="1" lang="zh-CN" altLang="en-US" sz="3600" dirty="0">
                <a:solidFill>
                  <a:srgbClr val="FF3300"/>
                </a:solidFill>
                <a:latin typeface="Times New Roman" pitchFamily="18" charset="0"/>
              </a:rPr>
              <a:t>注意</a:t>
            </a:r>
            <a:r>
              <a:rPr kumimoji="1" lang="en-US" altLang="zh-CN" sz="3600" dirty="0">
                <a:solidFill>
                  <a:srgbClr val="FF3300"/>
                </a:solidFill>
                <a:latin typeface="Times New Roman" pitchFamily="18" charset="0"/>
              </a:rPr>
              <a:t>: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autoUpdateAnimBg="0"/>
      <p:bldP spid="151556" grpId="0" autoUpdateAnimBg="0"/>
      <p:bldP spid="15155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2"/>
          <p:cNvSpPr txBox="1">
            <a:spLocks noChangeArrowheads="1"/>
          </p:cNvSpPr>
          <p:nvPr/>
        </p:nvSpPr>
        <p:spPr bwMode="auto">
          <a:xfrm>
            <a:off x="1978813" y="914991"/>
            <a:ext cx="4460875" cy="394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1.</a:t>
            </a:r>
            <a:r>
              <a:rPr kumimoji="1" lang="zh-CN" altLang="en-US" sz="2000" dirty="0">
                <a:solidFill>
                  <a:srgbClr val="000000"/>
                </a:solidFill>
                <a:latin typeface="Times New Roman" pitchFamily="18" charset="0"/>
              </a:rPr>
              <a:t>使用中间变量</a:t>
            </a:r>
            <a:b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</a:t>
            </a:r>
            <a:r>
              <a:rPr kumimoji="1" lang="zh-CN" altLang="en-US" sz="2000" dirty="0">
                <a:solidFill>
                  <a:srgbClr val="000000"/>
                </a:solidFill>
                <a:latin typeface="Times New Roman" pitchFamily="18" charset="0"/>
              </a:rPr>
              <a:t>如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:int a=10,b=20,t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 t=a;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 a=b;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 b=t;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2.</a:t>
            </a:r>
            <a:r>
              <a:rPr kumimoji="1" lang="zh-CN" altLang="en-US" sz="2000" dirty="0">
                <a:solidFill>
                  <a:srgbClr val="000000"/>
                </a:solidFill>
                <a:latin typeface="Times New Roman" pitchFamily="18" charset="0"/>
              </a:rPr>
              <a:t>使用算术方法</a:t>
            </a:r>
            <a:endParaRPr kumimoji="1" lang="en-US" altLang="zh-CN" sz="2000" dirty="0">
              <a:solidFill>
                <a:srgbClr val="0000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a=</a:t>
            </a:r>
            <a:r>
              <a:rPr kumimoji="1" lang="en-US" altLang="zh-CN" sz="2000" dirty="0" err="1">
                <a:solidFill>
                  <a:srgbClr val="000000"/>
                </a:solidFill>
                <a:latin typeface="Times New Roman" pitchFamily="18" charset="0"/>
              </a:rPr>
              <a:t>a+b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b=a-b;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a=a-b;</a:t>
            </a:r>
          </a:p>
        </p:txBody>
      </p:sp>
      <p:sp>
        <p:nvSpPr>
          <p:cNvPr id="152579" name="Text Box 3"/>
          <p:cNvSpPr txBox="1">
            <a:spLocks noChangeArrowheads="1"/>
          </p:cNvSpPr>
          <p:nvPr/>
        </p:nvSpPr>
        <p:spPr bwMode="auto">
          <a:xfrm>
            <a:off x="1450978" y="400050"/>
            <a:ext cx="63277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000000"/>
                </a:solidFill>
                <a:latin typeface="Times New Roman" pitchFamily="18" charset="0"/>
              </a:rPr>
              <a:t>两个变量交换其数值有两种方式</a:t>
            </a:r>
            <a:r>
              <a:rPr kumimoji="1" lang="zh-CN" altLang="zh-CN" sz="2000" dirty="0">
                <a:solidFill>
                  <a:srgbClr val="000000"/>
                </a:solidFill>
                <a:latin typeface="Times New Roman" pitchFamily="18" charset="0"/>
              </a:rPr>
              <a:t>。</a:t>
            </a:r>
            <a:endParaRPr kumimoji="1" lang="zh-CN" alt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85569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autoUpdateAnimBg="0"/>
      <p:bldP spid="15257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2"/>
          <p:cNvSpPr txBox="1">
            <a:spLocks noChangeArrowheads="1"/>
          </p:cNvSpPr>
          <p:nvPr/>
        </p:nvSpPr>
        <p:spPr bwMode="auto">
          <a:xfrm>
            <a:off x="2613028" y="1011241"/>
            <a:ext cx="4460875" cy="363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main ( 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{ 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float a, b, t;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</a:t>
            </a:r>
            <a:r>
              <a:rPr kumimoji="1" lang="en-US" altLang="zh-CN" sz="2000" dirty="0" err="1">
                <a:solidFill>
                  <a:srgbClr val="000000"/>
                </a:solidFill>
                <a:latin typeface="Times New Roman" pitchFamily="18" charset="0"/>
              </a:rPr>
              <a:t>scabf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("%f, %f", &amp;a, &amp;b);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if (a&gt;b)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 {t=a; a=b; b=t;}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     </a:t>
            </a:r>
            <a:r>
              <a:rPr kumimoji="1" lang="en-US" altLang="zh-CN" sz="2000" dirty="0" err="1">
                <a:solidFill>
                  <a:srgbClr val="000000"/>
                </a:solidFill>
                <a:latin typeface="Times New Roman" pitchFamily="18" charset="0"/>
              </a:rPr>
              <a:t>printf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("%5.2f, %5.2f", a, b);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}</a:t>
            </a:r>
          </a:p>
        </p:txBody>
      </p:sp>
      <p:sp>
        <p:nvSpPr>
          <p:cNvPr id="152579" name="Text Box 3"/>
          <p:cNvSpPr txBox="1">
            <a:spLocks noChangeArrowheads="1"/>
          </p:cNvSpPr>
          <p:nvPr/>
        </p:nvSpPr>
        <p:spPr bwMode="auto">
          <a:xfrm>
            <a:off x="1450978" y="400050"/>
            <a:ext cx="63277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zh-CN" sz="2000">
                <a:solidFill>
                  <a:srgbClr val="0000FF"/>
                </a:solidFill>
                <a:latin typeface="Times New Roman" pitchFamily="18" charset="0"/>
              </a:rPr>
              <a:t>例</a:t>
            </a:r>
            <a:r>
              <a:rPr kumimoji="1" lang="zh-CN" altLang="zh-CN" sz="2000">
                <a:solidFill>
                  <a:srgbClr val="000000"/>
                </a:solidFill>
                <a:latin typeface="Times New Roman" pitchFamily="18" charset="0"/>
              </a:rPr>
              <a:t> 输入两个实数，按数值由小到大次序输出这两个数。</a:t>
            </a:r>
            <a:endParaRPr kumimoji="1" lang="zh-CN" altLang="en-US" sz="20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autoUpdateAnimBg="0"/>
      <p:bldP spid="15257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1421606" y="194661"/>
            <a:ext cx="6300788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000" dirty="0">
                <a:solidFill>
                  <a:srgbClr val="0000FF"/>
                </a:solidFill>
                <a:latin typeface="Times New Roman" pitchFamily="18" charset="0"/>
              </a:rPr>
              <a:t>例</a:t>
            </a:r>
            <a:r>
              <a:rPr kumimoji="1" lang="zh-CN" altLang="zh-CN" sz="2000" dirty="0">
                <a:solidFill>
                  <a:srgbClr val="000000"/>
                </a:solidFill>
                <a:latin typeface="Times New Roman" pitchFamily="18" charset="0"/>
              </a:rPr>
              <a:t> 输入三个数，按大小顺序输出。</a:t>
            </a:r>
            <a:endParaRPr kumimoji="1" lang="zh-CN" alt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1421609" y="698892"/>
            <a:ext cx="5978739" cy="4341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 main ( 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 sz="2400" dirty="0">
                <a:solidFill>
                  <a:srgbClr val="2B2BFF"/>
                </a:solidFill>
                <a:latin typeface="Times New Roman" pitchFamily="18" charset="0"/>
              </a:rPr>
              <a:t>{</a:t>
            </a:r>
            <a:endParaRPr kumimoji="1" lang="en-US" altLang="zh-CN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  float a, b, 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c,t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scanf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("%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f,%f,%f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", &amp;a, &amp;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b,&amp;c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 if (a&gt;b)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     {t=a; a=b; b=t;}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 if (a&gt;c)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      {t=a; a=c; c=t;}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autoUpdateAnimBg="0"/>
      <p:bldP spid="15462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2652716" y="493713"/>
            <a:ext cx="4848225" cy="212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if (b&gt;c)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{t=b; b=c; c=t;}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printf("%5.2f, %5.2f, %5.2f", a, b, c);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2B2BFF"/>
                </a:solidFill>
                <a:latin typeface="Times New Roman" pitchFamily="18" charset="0"/>
              </a:rPr>
              <a:t>}</a:t>
            </a:r>
            <a:endParaRPr kumimoji="1" lang="en-US" altLang="zh-CN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1450975" y="2579688"/>
            <a:ext cx="35766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3300"/>
                </a:solidFill>
                <a:latin typeface="Times New Roman" pitchFamily="18" charset="0"/>
              </a:rPr>
              <a:t>运行情况如下：</a:t>
            </a:r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2830516" y="3117850"/>
            <a:ext cx="241617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70" tIns="45685" rIns="91370" bIns="45685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7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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  <a:sym typeface="Wingdings" pitchFamily="2" charset="2"/>
              </a:rPr>
              <a:t>    1.00, 3.00, 7.00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autoUpdateAnimBg="0"/>
      <p:bldP spid="155651" grpId="0" autoUpdateAnimBg="0"/>
      <p:bldP spid="15565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5947" y="194661"/>
            <a:ext cx="6415802" cy="464344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sz="19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输入一个整数</a:t>
            </a:r>
            <a:r>
              <a:rPr lang="zh-CN" altLang="zh-CN" sz="19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19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判断它是奇数还是偶数并打印出来。</a:t>
            </a:r>
          </a:p>
        </p:txBody>
      </p:sp>
      <p:sp>
        <p:nvSpPr>
          <p:cNvPr id="220163" name="Text Box 3"/>
          <p:cNvSpPr txBox="1">
            <a:spLocks noChangeArrowheads="1"/>
          </p:cNvSpPr>
          <p:nvPr/>
        </p:nvSpPr>
        <p:spPr bwMode="auto">
          <a:xfrm>
            <a:off x="1589131" y="954885"/>
            <a:ext cx="5529441" cy="3990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>
            <a:sp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</a:pPr>
            <a:r>
              <a:rPr lang="zh-CN" altLang="zh-CN" b="1" dirty="0"/>
              <a:t>#include  </a:t>
            </a:r>
            <a:r>
              <a:rPr lang="zh-CN" altLang="zh-CN" dirty="0"/>
              <a:t>&lt;</a:t>
            </a:r>
            <a:r>
              <a:rPr lang="zh-CN" altLang="zh-CN" b="1" dirty="0"/>
              <a:t>stdio </a:t>
            </a:r>
            <a:r>
              <a:rPr lang="zh-CN" altLang="zh-CN" b="1" dirty="0">
                <a:latin typeface="Times New Roman" pitchFamily="18" charset="0"/>
              </a:rPr>
              <a:t>.</a:t>
            </a:r>
            <a:r>
              <a:rPr lang="zh-CN" altLang="zh-CN" b="1" dirty="0"/>
              <a:t>h</a:t>
            </a:r>
            <a:r>
              <a:rPr lang="zh-CN" altLang="zh-CN" dirty="0"/>
              <a:t>&gt;</a:t>
            </a:r>
            <a:r>
              <a:rPr lang="zh-CN" altLang="zh-CN" dirty="0">
                <a:ea typeface="宋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15000"/>
              </a:spcBef>
            </a:pPr>
            <a:r>
              <a:rPr lang="zh-CN" altLang="zh-CN" b="1" dirty="0">
                <a:ea typeface="宋体" pitchFamily="2" charset="-122"/>
              </a:rPr>
              <a:t>void  main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 )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zh-CN" b="1" dirty="0">
                <a:ea typeface="宋体" pitchFamily="2" charset="-122"/>
              </a:rPr>
              <a:t>{</a:t>
            </a:r>
            <a:endParaRPr lang="en-US" altLang="zh-CN" b="1" dirty="0"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/>
              <a:t>  </a:t>
            </a:r>
            <a:r>
              <a:rPr lang="zh-CN" altLang="zh-CN" b="1" dirty="0">
                <a:ea typeface="宋体" pitchFamily="2" charset="-122"/>
              </a:rPr>
              <a:t> int  n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  <a:endParaRPr lang="en-US" altLang="zh-CN" b="1" dirty="0">
              <a:latin typeface="Times New Roman" pitchFamily="18" charset="0"/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    printf(</a:t>
            </a:r>
            <a:r>
              <a:rPr lang="en-US" altLang="zh-CN" b="1" dirty="0">
                <a:latin typeface="Times New Roman" pitchFamily="18" charset="0"/>
              </a:rPr>
              <a:t>“</a:t>
            </a:r>
            <a:r>
              <a:rPr lang="zh-CN" altLang="en-US" b="1" dirty="0">
                <a:latin typeface="Times New Roman" pitchFamily="18" charset="0"/>
              </a:rPr>
              <a:t>请输入一个整数</a:t>
            </a:r>
            <a:r>
              <a:rPr lang="en-US" altLang="zh-CN" b="1" dirty="0">
                <a:latin typeface="Times New Roman" pitchFamily="18" charset="0"/>
              </a:rPr>
              <a:t>:”);</a:t>
            </a:r>
            <a:endParaRPr lang="zh-CN" altLang="zh-CN" b="1" dirty="0">
              <a:latin typeface="Times New Roman" pitchFamily="18" charset="0"/>
              <a:ea typeface="宋体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zh-CN" b="1" dirty="0">
                <a:ea typeface="宋体" pitchFamily="2" charset="-122"/>
              </a:rPr>
              <a:t>   scanf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b="1" dirty="0">
                <a:latin typeface="Times New Roman"/>
                <a:ea typeface="宋体" pitchFamily="2" charset="-122"/>
              </a:rPr>
              <a:t>”</a:t>
            </a:r>
            <a:r>
              <a:rPr lang="zh-CN" altLang="zh-CN" b="1" dirty="0">
                <a:ea typeface="宋体" pitchFamily="2" charset="-122"/>
              </a:rPr>
              <a:t>%d</a:t>
            </a:r>
            <a:r>
              <a:rPr lang="zh-CN" altLang="zh-CN" b="1" dirty="0">
                <a:latin typeface="Times New Roman"/>
                <a:ea typeface="宋体" pitchFamily="2" charset="-122"/>
              </a:rPr>
              <a:t>”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dirty="0">
                <a:ea typeface="宋体" pitchFamily="2" charset="-122"/>
              </a:rPr>
              <a:t>&amp;</a:t>
            </a:r>
            <a:r>
              <a:rPr lang="zh-CN" altLang="zh-CN" b="1" dirty="0">
                <a:ea typeface="宋体" pitchFamily="2" charset="-122"/>
              </a:rPr>
              <a:t>n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zh-CN" b="1" dirty="0">
                <a:ea typeface="宋体" pitchFamily="2" charset="-122"/>
              </a:rPr>
              <a:t>   </a:t>
            </a:r>
            <a:r>
              <a:rPr lang="zh-CN" altLang="zh-CN" b="1" dirty="0">
                <a:solidFill>
                  <a:srgbClr val="C20000"/>
                </a:solidFill>
                <a:ea typeface="宋体" pitchFamily="2" charset="-122"/>
              </a:rPr>
              <a:t>if </a:t>
            </a:r>
            <a:r>
              <a:rPr lang="zh-CN" altLang="zh-CN" b="1" dirty="0">
                <a:solidFill>
                  <a:srgbClr val="C20000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zh-CN" b="1" dirty="0">
                <a:solidFill>
                  <a:srgbClr val="C20000"/>
                </a:solidFill>
                <a:ea typeface="宋体" pitchFamily="2" charset="-122"/>
              </a:rPr>
              <a:t>n%2</a:t>
            </a:r>
            <a:r>
              <a:rPr lang="zh-CN" altLang="zh-CN" b="1" dirty="0">
                <a:solidFill>
                  <a:srgbClr val="C20000"/>
                </a:solidFill>
                <a:latin typeface="Times New Roman" pitchFamily="18" charset="0"/>
                <a:ea typeface="宋体" pitchFamily="2" charset="-122"/>
              </a:rPr>
              <a:t>==</a:t>
            </a:r>
            <a:r>
              <a:rPr lang="zh-CN" altLang="zh-CN" b="1" dirty="0">
                <a:solidFill>
                  <a:srgbClr val="C20000"/>
                </a:solidFill>
                <a:ea typeface="宋体" pitchFamily="2" charset="-122"/>
              </a:rPr>
              <a:t>0</a:t>
            </a:r>
            <a:r>
              <a:rPr lang="zh-CN" altLang="zh-CN" b="1" dirty="0">
                <a:solidFill>
                  <a:srgbClr val="C20000"/>
                </a:solidFill>
                <a:latin typeface="黑体" pitchFamily="49" charset="-122"/>
                <a:ea typeface="黑体" pitchFamily="49" charset="-122"/>
              </a:rPr>
              <a:t>)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zh-CN" b="1" dirty="0">
                <a:ea typeface="宋体" pitchFamily="2" charset="-122"/>
              </a:rPr>
              <a:t>       printf</a:t>
            </a:r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zh-CN" b="1" dirty="0">
                <a:latin typeface="Times New Roman"/>
                <a:ea typeface="宋体" pitchFamily="2" charset="-122"/>
              </a:rPr>
              <a:t>”</a:t>
            </a:r>
            <a:r>
              <a:rPr lang="zh-CN" altLang="zh-CN" b="1" dirty="0">
                <a:ea typeface="宋体" pitchFamily="2" charset="-122"/>
              </a:rPr>
              <a:t>%d </a:t>
            </a:r>
            <a:r>
              <a:rPr lang="zh-CN" b="1" dirty="0">
                <a:ea typeface="黑体" pitchFamily="49" charset="-122"/>
              </a:rPr>
              <a:t>是偶数</a:t>
            </a:r>
            <a:r>
              <a:rPr lang="zh-CN" altLang="zh-CN" dirty="0">
                <a:ea typeface="宋体" pitchFamily="2" charset="-122"/>
              </a:rPr>
              <a:t>\</a:t>
            </a:r>
            <a:r>
              <a:rPr lang="zh-CN" altLang="zh-CN" b="1" dirty="0">
                <a:ea typeface="宋体" pitchFamily="2" charset="-122"/>
              </a:rPr>
              <a:t>n</a:t>
            </a:r>
            <a:r>
              <a:rPr lang="zh-CN" altLang="zh-CN" b="1" dirty="0">
                <a:latin typeface="Times New Roman"/>
                <a:ea typeface="宋体" pitchFamily="2" charset="-122"/>
              </a:rPr>
              <a:t>”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b="1" dirty="0">
                <a:ea typeface="宋体" pitchFamily="2" charset="-122"/>
              </a:rPr>
              <a:t> n</a:t>
            </a:r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zh-CN" b="1" dirty="0">
                <a:ea typeface="宋体" pitchFamily="2" charset="-122"/>
              </a:rPr>
              <a:t>   </a:t>
            </a:r>
            <a:r>
              <a:rPr lang="zh-CN" altLang="zh-CN" b="1" dirty="0">
                <a:solidFill>
                  <a:srgbClr val="C20000"/>
                </a:solidFill>
                <a:ea typeface="宋体" pitchFamily="2" charset="-122"/>
              </a:rPr>
              <a:t>else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zh-CN" b="1" dirty="0">
                <a:ea typeface="宋体" pitchFamily="2" charset="-122"/>
              </a:rPr>
              <a:t>       printf</a:t>
            </a:r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zh-CN" b="1" dirty="0">
                <a:latin typeface="Times New Roman"/>
                <a:ea typeface="宋体" pitchFamily="2" charset="-122"/>
              </a:rPr>
              <a:t>”</a:t>
            </a:r>
            <a:r>
              <a:rPr lang="zh-CN" altLang="zh-CN" b="1" dirty="0">
                <a:ea typeface="宋体" pitchFamily="2" charset="-122"/>
              </a:rPr>
              <a:t>%d </a:t>
            </a:r>
            <a:r>
              <a:rPr lang="zh-CN" b="1" dirty="0">
                <a:ea typeface="黑体" pitchFamily="49" charset="-122"/>
              </a:rPr>
              <a:t>是奇数</a:t>
            </a:r>
            <a:r>
              <a:rPr lang="zh-CN" altLang="zh-CN" dirty="0">
                <a:ea typeface="宋体" pitchFamily="2" charset="-122"/>
              </a:rPr>
              <a:t>\</a:t>
            </a:r>
            <a:r>
              <a:rPr lang="zh-CN" altLang="zh-CN" b="1" dirty="0">
                <a:ea typeface="宋体" pitchFamily="2" charset="-122"/>
              </a:rPr>
              <a:t>n</a:t>
            </a:r>
            <a:r>
              <a:rPr lang="zh-CN" altLang="zh-CN" b="1" dirty="0">
                <a:latin typeface="Times New Roman"/>
                <a:ea typeface="宋体" pitchFamily="2" charset="-122"/>
              </a:rPr>
              <a:t>”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b="1" dirty="0">
                <a:ea typeface="宋体" pitchFamily="2" charset="-122"/>
              </a:rPr>
              <a:t> n</a:t>
            </a:r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zh-CN" altLang="zh-CN" b="1" dirty="0">
                <a:ea typeface="宋体" pitchFamily="2" charset="-122"/>
              </a:rPr>
              <a:t> }</a:t>
            </a:r>
            <a:endParaRPr lang="zh-CN" b="1" dirty="0">
              <a:solidFill>
                <a:srgbClr val="2F2FBD"/>
              </a:solidFill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66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1450975" y="454025"/>
            <a:ext cx="2230438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00"/>
                </a:solidFill>
                <a:latin typeface="Times New Roman" pitchFamily="18" charset="0"/>
              </a:rPr>
              <a:t>有一函数</a:t>
            </a: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2762250" y="1166816"/>
            <a:ext cx="528638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y=</a:t>
            </a:r>
          </a:p>
        </p:txBody>
      </p:sp>
      <p:sp>
        <p:nvSpPr>
          <p:cNvPr id="158724" name="Text Box 4"/>
          <p:cNvSpPr txBox="1">
            <a:spLocks noChangeArrowheads="1"/>
          </p:cNvSpPr>
          <p:nvPr/>
        </p:nvSpPr>
        <p:spPr bwMode="auto">
          <a:xfrm>
            <a:off x="3556003" y="674688"/>
            <a:ext cx="2195513" cy="132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–1      (x&lt;0)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  0      (x=0)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  1      (x&gt;0)</a:t>
            </a:r>
          </a:p>
        </p:txBody>
      </p:sp>
      <p:sp>
        <p:nvSpPr>
          <p:cNvPr id="158726" name="Text Box 6"/>
          <p:cNvSpPr txBox="1">
            <a:spLocks noChangeArrowheads="1"/>
          </p:cNvSpPr>
          <p:nvPr/>
        </p:nvSpPr>
        <p:spPr bwMode="auto">
          <a:xfrm>
            <a:off x="1450975" y="2027241"/>
            <a:ext cx="504825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930" tIns="46765" rIns="89930" bIns="4676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0000"/>
                </a:solidFill>
                <a:latin typeface="Times New Roman" pitchFamily="18" charset="0"/>
              </a:rPr>
              <a:t>编一程序，输入一个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kumimoji="1" lang="zh-CN" altLang="zh-CN" sz="2000">
                <a:solidFill>
                  <a:srgbClr val="000000"/>
                </a:solidFill>
                <a:latin typeface="Times New Roman" pitchFamily="18" charset="0"/>
              </a:rPr>
              <a:t>值，输出</a:t>
            </a:r>
            <a:r>
              <a:rPr kumimoji="1" lang="en-US" altLang="zh-CN" sz="200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kumimoji="1" lang="zh-CN" altLang="zh-CN" sz="2000">
                <a:solidFill>
                  <a:srgbClr val="000000"/>
                </a:solidFill>
                <a:latin typeface="Times New Roman" pitchFamily="18" charset="0"/>
              </a:rPr>
              <a:t>值。</a:t>
            </a:r>
            <a:endParaRPr kumimoji="1" lang="zh-CN" altLang="en-US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5718" name="左大括号 1"/>
          <p:cNvSpPr>
            <a:spLocks/>
          </p:cNvSpPr>
          <p:nvPr/>
        </p:nvSpPr>
        <p:spPr bwMode="auto">
          <a:xfrm>
            <a:off x="3230566" y="855666"/>
            <a:ext cx="244475" cy="1144587"/>
          </a:xfrm>
          <a:prstGeom prst="leftBrace">
            <a:avLst>
              <a:gd name="adj1" fmla="val 8323"/>
              <a:gd name="adj2" fmla="val 50000"/>
            </a:avLst>
          </a:prstGeom>
          <a:noFill/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370" tIns="45685" rIns="91370" bIns="45685"/>
          <a:lstStyle/>
          <a:p>
            <a:endParaRPr kumimoji="1" lang="zh-CN" altLang="en-US" sz="2400">
              <a:latin typeface="Times New Roman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2" grpId="0" autoUpdateAnimBg="0"/>
      <p:bldP spid="158723" grpId="0" autoUpdateAnimBg="0"/>
      <p:bldP spid="158724" grpId="0" autoUpdateAnimBg="0"/>
      <p:bldP spid="15872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23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529620" y="3"/>
          <a:ext cx="2642830" cy="1102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r:id="rId3" imgW="3819192" imgH="1597854" progId="Word.Picture.8">
                  <p:embed/>
                </p:oleObj>
              </mc:Choice>
              <mc:Fallback>
                <p:oleObj r:id="rId3" imgW="3819192" imgH="1597854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620" y="3"/>
                        <a:ext cx="2642830" cy="1102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7" name="Rectangle 5"/>
          <p:cNvSpPr>
            <a:spLocks noChangeArrowheads="1"/>
          </p:cNvSpPr>
          <p:nvPr/>
        </p:nvSpPr>
        <p:spPr bwMode="auto">
          <a:xfrm>
            <a:off x="1442859" y="1013222"/>
            <a:ext cx="6435804" cy="367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/>
          <a:lstStyle/>
          <a:p>
            <a:pPr marL="264513" indent="-264513">
              <a:lnSpc>
                <a:spcPct val="90000"/>
              </a:lnSpc>
              <a:buClr>
                <a:schemeClr val="folHlink"/>
              </a:buClr>
              <a:buSzPct val="60000"/>
            </a:pPr>
            <a:r>
              <a:rPr lang="zh-CN" altLang="zh-CN" b="1" dirty="0">
                <a:ea typeface="黑体" pitchFamily="49" charset="-122"/>
              </a:rPr>
              <a:t>#include </a:t>
            </a:r>
            <a:r>
              <a:rPr lang="zh-CN" altLang="zh-CN" dirty="0">
                <a:ea typeface="黑体" pitchFamily="49" charset="-122"/>
              </a:rPr>
              <a:t>&lt;</a:t>
            </a:r>
            <a:r>
              <a:rPr lang="zh-CN" altLang="zh-CN" b="1" dirty="0">
                <a:ea typeface="黑体" pitchFamily="49" charset="-122"/>
              </a:rPr>
              <a:t>stdio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b="1" dirty="0">
                <a:ea typeface="黑体" pitchFamily="49" charset="-122"/>
              </a:rPr>
              <a:t>h</a:t>
            </a:r>
            <a:r>
              <a:rPr lang="zh-CN" altLang="zh-CN" dirty="0">
                <a:ea typeface="黑体" pitchFamily="49" charset="-122"/>
              </a:rPr>
              <a:t>&gt;</a:t>
            </a:r>
            <a:r>
              <a:rPr lang="zh-CN" altLang="zh-CN" b="1" dirty="0">
                <a:ea typeface="黑体" pitchFamily="49" charset="-122"/>
              </a:rPr>
              <a:t>	</a:t>
            </a:r>
          </a:p>
          <a:p>
            <a:pPr marL="264513" indent="-264513">
              <a:lnSpc>
                <a:spcPct val="120000"/>
              </a:lnSpc>
              <a:buClr>
                <a:schemeClr val="folHlink"/>
              </a:buClr>
              <a:buSzPct val="60000"/>
            </a:pPr>
            <a:r>
              <a:rPr lang="zh-CN" altLang="zh-CN" b="1" dirty="0">
                <a:ea typeface="黑体" pitchFamily="49" charset="-122"/>
              </a:rPr>
              <a:t>main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( )</a:t>
            </a:r>
            <a:r>
              <a:rPr lang="zh-CN" altLang="zh-CN" b="1" dirty="0">
                <a:ea typeface="黑体" pitchFamily="49" charset="-122"/>
              </a:rPr>
              <a:t>		</a:t>
            </a:r>
          </a:p>
          <a:p>
            <a:pPr marL="264513" indent="-264513">
              <a:lnSpc>
                <a:spcPct val="115000"/>
              </a:lnSpc>
              <a:spcBef>
                <a:spcPct val="15000"/>
              </a:spcBef>
              <a:buClr>
                <a:schemeClr val="folHlink"/>
              </a:buClr>
              <a:buSzPct val="60000"/>
            </a:pPr>
            <a:r>
              <a:rPr lang="zh-CN" altLang="zh-CN" b="1" dirty="0">
                <a:ea typeface="黑体" pitchFamily="49" charset="-122"/>
              </a:rPr>
              <a:t>{	int  x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b="1" dirty="0">
                <a:ea typeface="黑体" pitchFamily="49" charset="-122"/>
              </a:rPr>
              <a:t>y 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b="1" dirty="0">
                <a:ea typeface="黑体" pitchFamily="49" charset="-122"/>
              </a:rPr>
              <a:t> 		  </a:t>
            </a:r>
            <a:r>
              <a:rPr lang="zh-CN" altLang="zh-CN" sz="1500" b="1" dirty="0">
                <a:ea typeface="黑体" pitchFamily="49" charset="-122"/>
              </a:rPr>
              <a:t>//</a:t>
            </a:r>
            <a:r>
              <a:rPr lang="zh-CN" altLang="en-US" sz="1500" b="1" dirty="0">
                <a:ea typeface="黑体" pitchFamily="49" charset="-122"/>
              </a:rPr>
              <a:t>变量</a:t>
            </a:r>
            <a:r>
              <a:rPr lang="zh-CN" altLang="zh-CN" sz="1500" b="1" dirty="0">
                <a:ea typeface="黑体" pitchFamily="49" charset="-122"/>
              </a:rPr>
              <a:t>x</a:t>
            </a:r>
            <a:r>
              <a:rPr lang="zh-CN" altLang="zh-CN" sz="1500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zh-CN" sz="1500" b="1" dirty="0">
                <a:ea typeface="黑体" pitchFamily="49" charset="-122"/>
              </a:rPr>
              <a:t>y</a:t>
            </a:r>
            <a:r>
              <a:rPr lang="zh-CN" altLang="en-US" sz="1500" b="1" dirty="0">
                <a:ea typeface="黑体" pitchFamily="49" charset="-122"/>
              </a:rPr>
              <a:t>为整数类型  </a:t>
            </a:r>
          </a:p>
          <a:p>
            <a:pPr marL="264513" indent="-264513">
              <a:lnSpc>
                <a:spcPct val="120000"/>
              </a:lnSpc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zh-CN" b="1" dirty="0">
                <a:ea typeface="黑体" pitchFamily="49" charset="-122"/>
              </a:rPr>
              <a:t>	</a:t>
            </a:r>
            <a:r>
              <a:rPr lang="zh-CN" altLang="zh-CN" b="1" dirty="0">
                <a:ea typeface="黑体" pitchFamily="49" charset="-122"/>
              </a:rPr>
              <a:t>printf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(“</a:t>
            </a:r>
            <a:r>
              <a:rPr lang="zh-CN" altLang="zh-CN" b="1" dirty="0">
                <a:ea typeface="黑体" pitchFamily="49" charset="-122"/>
              </a:rPr>
              <a:t>x=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”);</a:t>
            </a:r>
            <a:r>
              <a:rPr lang="zh-CN" altLang="zh-CN" b="1" dirty="0">
                <a:ea typeface="黑体" pitchFamily="49" charset="-122"/>
              </a:rPr>
              <a:t> 	 </a:t>
            </a:r>
            <a:r>
              <a:rPr lang="zh-CN" altLang="zh-CN" sz="1500" b="1" dirty="0">
                <a:ea typeface="黑体" pitchFamily="49" charset="-122"/>
              </a:rPr>
              <a:t>//</a:t>
            </a:r>
            <a:r>
              <a:rPr lang="zh-CN" altLang="en-US" sz="1500" b="1" dirty="0">
                <a:ea typeface="黑体" pitchFamily="49" charset="-122"/>
              </a:rPr>
              <a:t>提示信息</a:t>
            </a:r>
          </a:p>
          <a:p>
            <a:pPr marL="264513" indent="-264513">
              <a:lnSpc>
                <a:spcPct val="120000"/>
              </a:lnSpc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zh-CN" b="1" dirty="0">
                <a:ea typeface="黑体" pitchFamily="49" charset="-122"/>
              </a:rPr>
              <a:t>	</a:t>
            </a:r>
            <a:r>
              <a:rPr lang="zh-CN" altLang="zh-CN" b="1" dirty="0">
                <a:ea typeface="黑体" pitchFamily="49" charset="-122"/>
              </a:rPr>
              <a:t>scanf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(“</a:t>
            </a:r>
            <a:r>
              <a:rPr lang="zh-CN" altLang="zh-CN" b="1" dirty="0">
                <a:ea typeface="黑体" pitchFamily="49" charset="-122"/>
              </a:rPr>
              <a:t>%d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”,</a:t>
            </a:r>
            <a:r>
              <a:rPr lang="zh-CN" altLang="zh-CN" dirty="0">
                <a:ea typeface="黑体" pitchFamily="49" charset="-122"/>
              </a:rPr>
              <a:t>&amp;</a:t>
            </a:r>
            <a:r>
              <a:rPr lang="zh-CN" altLang="zh-CN" b="1" dirty="0">
                <a:ea typeface="黑体" pitchFamily="49" charset="-122"/>
              </a:rPr>
              <a:t>x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);</a:t>
            </a:r>
            <a:r>
              <a:rPr lang="zh-CN" altLang="zh-CN" b="1" dirty="0">
                <a:ea typeface="黑体" pitchFamily="49" charset="-122"/>
              </a:rPr>
              <a:t> 	 </a:t>
            </a:r>
            <a:r>
              <a:rPr lang="zh-CN" altLang="zh-CN" sz="1500" b="1" dirty="0">
                <a:ea typeface="黑体" pitchFamily="49" charset="-122"/>
              </a:rPr>
              <a:t>//</a:t>
            </a:r>
            <a:r>
              <a:rPr lang="zh-CN" altLang="en-US" sz="1500" b="1" dirty="0">
                <a:ea typeface="黑体" pitchFamily="49" charset="-122"/>
              </a:rPr>
              <a:t>键盘输入一个整数放入</a:t>
            </a:r>
            <a:r>
              <a:rPr lang="zh-CN" altLang="zh-CN" sz="1500" b="1" dirty="0">
                <a:ea typeface="黑体" pitchFamily="49" charset="-122"/>
              </a:rPr>
              <a:t>x</a:t>
            </a:r>
            <a:r>
              <a:rPr lang="zh-CN" altLang="en-US" sz="1500" b="1" dirty="0">
                <a:ea typeface="黑体" pitchFamily="49" charset="-122"/>
              </a:rPr>
              <a:t>中</a:t>
            </a:r>
          </a:p>
          <a:p>
            <a:pPr marL="264513" indent="-264513">
              <a:lnSpc>
                <a:spcPct val="120000"/>
              </a:lnSpc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zh-CN" b="1" dirty="0">
                <a:ea typeface="黑体" pitchFamily="49" charset="-122"/>
              </a:rPr>
              <a:t>	</a:t>
            </a:r>
            <a:r>
              <a:rPr lang="zh-CN" altLang="zh-CN" b="1" dirty="0">
                <a:solidFill>
                  <a:srgbClr val="CC3300"/>
                </a:solidFill>
                <a:ea typeface="黑体" pitchFamily="49" charset="-122"/>
              </a:rPr>
              <a:t>if 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b="1" dirty="0">
                <a:ea typeface="黑体" pitchFamily="49" charset="-122"/>
              </a:rPr>
              <a:t>x</a:t>
            </a:r>
            <a:r>
              <a:rPr lang="zh-CN" altLang="zh-CN" dirty="0">
                <a:ea typeface="黑体" pitchFamily="49" charset="-122"/>
              </a:rPr>
              <a:t>&gt;</a:t>
            </a:r>
            <a:r>
              <a:rPr lang="zh-CN" altLang="zh-CN" b="1" dirty="0">
                <a:latin typeface="Arial" pitchFamily="34" charset="0"/>
                <a:ea typeface="黑体" pitchFamily="49" charset="-122"/>
              </a:rPr>
              <a:t>0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zh-CN" b="1" dirty="0">
                <a:ea typeface="黑体" pitchFamily="49" charset="-122"/>
              </a:rPr>
              <a:t>y=1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b="1" dirty="0">
                <a:ea typeface="黑体" pitchFamily="49" charset="-122"/>
              </a:rPr>
              <a:t> 		 </a:t>
            </a:r>
            <a:r>
              <a:rPr lang="zh-CN" altLang="zh-CN" sz="1500" b="1" dirty="0">
                <a:ea typeface="黑体" pitchFamily="49" charset="-122"/>
              </a:rPr>
              <a:t>//</a:t>
            </a:r>
            <a:r>
              <a:rPr lang="zh-CN" altLang="en-US" sz="1500" b="1" dirty="0">
                <a:ea typeface="黑体" pitchFamily="49" charset="-122"/>
              </a:rPr>
              <a:t>如果</a:t>
            </a:r>
            <a:r>
              <a:rPr lang="zh-CN" altLang="zh-CN" sz="1500" b="1" dirty="0">
                <a:ea typeface="黑体" pitchFamily="49" charset="-122"/>
              </a:rPr>
              <a:t>x</a:t>
            </a:r>
            <a:r>
              <a:rPr lang="zh-CN" altLang="zh-CN" dirty="0">
                <a:ea typeface="黑体" pitchFamily="49" charset="-122"/>
              </a:rPr>
              <a:t>&gt;</a:t>
            </a:r>
            <a:r>
              <a:rPr lang="zh-CN" altLang="zh-CN" sz="1500" b="1" dirty="0">
                <a:ea typeface="黑体" pitchFamily="49" charset="-122"/>
              </a:rPr>
              <a:t>0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1500" b="1" dirty="0">
                <a:ea typeface="黑体" pitchFamily="49" charset="-122"/>
              </a:rPr>
              <a:t>则将</a:t>
            </a:r>
            <a:r>
              <a:rPr lang="zh-CN" altLang="zh-CN" sz="1500" b="1" dirty="0">
                <a:ea typeface="黑体" pitchFamily="49" charset="-122"/>
              </a:rPr>
              <a:t>1</a:t>
            </a:r>
            <a:r>
              <a:rPr lang="zh-CN" altLang="en-US" sz="1500" b="1" dirty="0">
                <a:ea typeface="黑体" pitchFamily="49" charset="-122"/>
              </a:rPr>
              <a:t>赋给</a:t>
            </a:r>
            <a:r>
              <a:rPr lang="zh-CN" altLang="zh-CN" sz="1500" b="1" dirty="0">
                <a:ea typeface="黑体" pitchFamily="49" charset="-122"/>
              </a:rPr>
              <a:t>y</a:t>
            </a:r>
          </a:p>
          <a:p>
            <a:pPr marL="264513" indent="-264513">
              <a:lnSpc>
                <a:spcPct val="120000"/>
              </a:lnSpc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zh-CN" altLang="zh-CN" b="1" dirty="0">
                <a:ea typeface="黑体" pitchFamily="49" charset="-122"/>
              </a:rPr>
              <a:t>	</a:t>
            </a:r>
            <a:r>
              <a:rPr lang="zh-CN" altLang="zh-CN" b="1" dirty="0">
                <a:solidFill>
                  <a:srgbClr val="CC3300"/>
                </a:solidFill>
                <a:ea typeface="黑体" pitchFamily="49" charset="-122"/>
              </a:rPr>
              <a:t>else</a:t>
            </a:r>
            <a:r>
              <a:rPr lang="zh-CN" altLang="zh-CN" b="1" dirty="0">
                <a:ea typeface="黑体" pitchFamily="49" charset="-122"/>
              </a:rPr>
              <a:t> </a:t>
            </a:r>
            <a:r>
              <a:rPr lang="zh-CN" altLang="zh-CN" b="1" dirty="0">
                <a:solidFill>
                  <a:srgbClr val="CC3300"/>
                </a:solidFill>
                <a:ea typeface="黑体" pitchFamily="49" charset="-122"/>
              </a:rPr>
              <a:t>if 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b="1" dirty="0">
                <a:ea typeface="黑体" pitchFamily="49" charset="-122"/>
              </a:rPr>
              <a:t>x==</a:t>
            </a:r>
            <a:r>
              <a:rPr lang="zh-CN" altLang="zh-CN" b="1" dirty="0">
                <a:latin typeface="Arial" pitchFamily="34" charset="0"/>
                <a:ea typeface="黑体" pitchFamily="49" charset="-122"/>
              </a:rPr>
              <a:t>0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zh-CN" b="1" dirty="0">
                <a:ea typeface="黑体" pitchFamily="49" charset="-122"/>
              </a:rPr>
              <a:t>  y=</a:t>
            </a:r>
            <a:r>
              <a:rPr lang="zh-CN" altLang="zh-CN" b="1" dirty="0">
                <a:latin typeface="Arial" pitchFamily="34" charset="0"/>
                <a:ea typeface="黑体" pitchFamily="49" charset="-122"/>
              </a:rPr>
              <a:t>0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1500" b="1" dirty="0">
                <a:ea typeface="黑体" pitchFamily="49" charset="-122"/>
              </a:rPr>
              <a:t>      //</a:t>
            </a:r>
            <a:r>
              <a:rPr lang="zh-CN" altLang="en-US" sz="1500" b="1" dirty="0">
                <a:ea typeface="黑体" pitchFamily="49" charset="-122"/>
              </a:rPr>
              <a:t>否则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1500" b="1" dirty="0">
                <a:ea typeface="黑体" pitchFamily="49" charset="-122"/>
              </a:rPr>
              <a:t>如果</a:t>
            </a:r>
            <a:r>
              <a:rPr lang="zh-CN" altLang="zh-CN" sz="1500" b="1" dirty="0">
                <a:ea typeface="黑体" pitchFamily="49" charset="-122"/>
              </a:rPr>
              <a:t>x==0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1500" b="1" dirty="0">
                <a:ea typeface="黑体" pitchFamily="49" charset="-122"/>
              </a:rPr>
              <a:t>则将</a:t>
            </a:r>
            <a:r>
              <a:rPr lang="zh-CN" altLang="zh-CN" sz="1500" b="1" dirty="0">
                <a:ea typeface="黑体" pitchFamily="49" charset="-122"/>
              </a:rPr>
              <a:t>0</a:t>
            </a:r>
            <a:r>
              <a:rPr lang="zh-CN" altLang="en-US" sz="1500" b="1" dirty="0">
                <a:ea typeface="黑体" pitchFamily="49" charset="-122"/>
              </a:rPr>
              <a:t>赋给</a:t>
            </a:r>
            <a:r>
              <a:rPr lang="zh-CN" altLang="zh-CN" sz="1500" b="1" dirty="0">
                <a:ea typeface="黑体" pitchFamily="49" charset="-122"/>
              </a:rPr>
              <a:t>y</a:t>
            </a:r>
          </a:p>
          <a:p>
            <a:pPr marL="264513" indent="-264513">
              <a:lnSpc>
                <a:spcPct val="120000"/>
              </a:lnSpc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zh-CN" altLang="zh-CN" b="1" dirty="0">
                <a:ea typeface="黑体" pitchFamily="49" charset="-122"/>
              </a:rPr>
              <a:t>	</a:t>
            </a:r>
            <a:r>
              <a:rPr lang="zh-CN" altLang="zh-CN" b="1" dirty="0">
                <a:solidFill>
                  <a:srgbClr val="CC3300"/>
                </a:solidFill>
                <a:ea typeface="黑体" pitchFamily="49" charset="-122"/>
              </a:rPr>
              <a:t>else</a:t>
            </a:r>
            <a:r>
              <a:rPr lang="zh-CN" altLang="zh-CN" b="1" dirty="0">
                <a:ea typeface="黑体" pitchFamily="49" charset="-122"/>
              </a:rPr>
              <a:t> y=-1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b="1" dirty="0">
                <a:ea typeface="黑体" pitchFamily="49" charset="-122"/>
              </a:rPr>
              <a:t>		</a:t>
            </a:r>
            <a:r>
              <a:rPr lang="zh-CN" altLang="zh-CN" sz="1500" b="1" dirty="0">
                <a:ea typeface="黑体" pitchFamily="49" charset="-122"/>
              </a:rPr>
              <a:t>//</a:t>
            </a:r>
            <a:r>
              <a:rPr lang="zh-CN" altLang="en-US" sz="1500" b="1" dirty="0">
                <a:ea typeface="黑体" pitchFamily="49" charset="-122"/>
              </a:rPr>
              <a:t>否则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1500" b="1" dirty="0">
                <a:ea typeface="黑体" pitchFamily="49" charset="-122"/>
              </a:rPr>
              <a:t>将</a:t>
            </a:r>
            <a:r>
              <a:rPr lang="zh-CN" altLang="zh-CN" sz="1500" b="1" dirty="0">
                <a:ea typeface="黑体" pitchFamily="49" charset="-122"/>
              </a:rPr>
              <a:t>-1</a:t>
            </a:r>
            <a:r>
              <a:rPr lang="zh-CN" altLang="en-US" sz="1500" b="1" dirty="0">
                <a:ea typeface="黑体" pitchFamily="49" charset="-122"/>
              </a:rPr>
              <a:t>赋给</a:t>
            </a:r>
            <a:r>
              <a:rPr lang="zh-CN" altLang="zh-CN" sz="1500" b="1" dirty="0">
                <a:ea typeface="黑体" pitchFamily="49" charset="-122"/>
              </a:rPr>
              <a:t>y</a:t>
            </a:r>
          </a:p>
          <a:p>
            <a:pPr marL="264513" indent="-264513">
              <a:lnSpc>
                <a:spcPct val="120000"/>
              </a:lnSpc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zh-CN" altLang="zh-CN" b="1" dirty="0">
                <a:ea typeface="黑体" pitchFamily="49" charset="-122"/>
              </a:rPr>
              <a:t>	printf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(“</a:t>
            </a:r>
            <a:r>
              <a:rPr lang="zh-CN" altLang="zh-CN" b="1" dirty="0">
                <a:ea typeface="黑体" pitchFamily="49" charset="-122"/>
              </a:rPr>
              <a:t>y=%d</a:t>
            </a:r>
            <a:r>
              <a:rPr lang="zh-CN" altLang="zh-CN" dirty="0">
                <a:ea typeface="黑体" pitchFamily="49" charset="-122"/>
              </a:rPr>
              <a:t>\</a:t>
            </a:r>
            <a:r>
              <a:rPr lang="zh-CN" altLang="zh-CN" b="1" dirty="0">
                <a:ea typeface="黑体" pitchFamily="49" charset="-122"/>
              </a:rPr>
              <a:t>n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”, </a:t>
            </a:r>
            <a:r>
              <a:rPr lang="zh-CN" altLang="zh-CN" b="1" dirty="0">
                <a:ea typeface="黑体" pitchFamily="49" charset="-122"/>
              </a:rPr>
              <a:t>y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);</a:t>
            </a:r>
            <a:r>
              <a:rPr lang="zh-CN" altLang="zh-CN" b="1" dirty="0">
                <a:ea typeface="黑体" pitchFamily="49" charset="-122"/>
              </a:rPr>
              <a:t>	</a:t>
            </a:r>
            <a:r>
              <a:rPr lang="zh-CN" altLang="zh-CN" sz="1500" b="1" dirty="0">
                <a:ea typeface="黑体" pitchFamily="49" charset="-122"/>
              </a:rPr>
              <a:t>//</a:t>
            </a:r>
            <a:r>
              <a:rPr lang="zh-CN" altLang="en-US" sz="1500" b="1" dirty="0">
                <a:ea typeface="黑体" pitchFamily="49" charset="-122"/>
              </a:rPr>
              <a:t>输出</a:t>
            </a:r>
            <a:r>
              <a:rPr lang="zh-CN" altLang="zh-CN" sz="1500" b="1" dirty="0">
                <a:ea typeface="黑体" pitchFamily="49" charset="-122"/>
              </a:rPr>
              <a:t>y</a:t>
            </a:r>
            <a:r>
              <a:rPr lang="zh-CN" altLang="en-US" sz="1500" b="1" dirty="0">
                <a:ea typeface="黑体" pitchFamily="49" charset="-122"/>
              </a:rPr>
              <a:t>的值</a:t>
            </a:r>
          </a:p>
          <a:p>
            <a:pPr marL="264513" indent="-264513">
              <a:lnSpc>
                <a:spcPct val="90000"/>
              </a:lnSpc>
              <a:buClr>
                <a:schemeClr val="folHlink"/>
              </a:buClr>
              <a:buSzPct val="60000"/>
            </a:pPr>
            <a:r>
              <a:rPr lang="zh-CN" altLang="zh-CN" b="1" dirty="0">
                <a:ea typeface="黑体" pitchFamily="49" charset="-122"/>
              </a:rPr>
              <a:t>} 					</a:t>
            </a:r>
          </a:p>
        </p:txBody>
      </p:sp>
    </p:spTree>
    <p:extLst>
      <p:ext uri="{BB962C8B-B14F-4D97-AF65-F5344CB8AC3E}">
        <p14:creationId xmlns:p14="http://schemas.microsoft.com/office/powerpoint/2010/main" val="86655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7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ChangeArrowheads="1"/>
          </p:cNvSpPr>
          <p:nvPr/>
        </p:nvSpPr>
        <p:spPr bwMode="auto">
          <a:xfrm>
            <a:off x="1516621" y="925117"/>
            <a:ext cx="6617077" cy="374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>
            <a:sp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</a:pPr>
            <a:r>
              <a:rPr lang="zh-CN" altLang="zh-CN" b="1" dirty="0"/>
              <a:t>  #include  </a:t>
            </a:r>
            <a:r>
              <a:rPr lang="zh-CN" altLang="zh-CN" dirty="0"/>
              <a:t>&lt;</a:t>
            </a:r>
            <a:r>
              <a:rPr lang="zh-CN" altLang="zh-CN" b="1" dirty="0"/>
              <a:t>stdio</a:t>
            </a:r>
            <a:r>
              <a:rPr lang="zh-CN" altLang="zh-CN" b="1" dirty="0">
                <a:latin typeface="Times New Roman" pitchFamily="18" charset="0"/>
              </a:rPr>
              <a:t> .</a:t>
            </a:r>
            <a:r>
              <a:rPr lang="zh-CN" altLang="zh-CN" b="1" dirty="0"/>
              <a:t>h</a:t>
            </a:r>
            <a:r>
              <a:rPr lang="zh-CN" altLang="zh-CN" dirty="0"/>
              <a:t>&gt; </a:t>
            </a:r>
            <a:r>
              <a:rPr lang="zh-CN" altLang="zh-CN" b="1" dirty="0">
                <a:ea typeface="宋体" pitchFamily="2" charset="-122"/>
              </a:rPr>
              <a:t>    </a:t>
            </a:r>
          </a:p>
          <a:p>
            <a:pPr>
              <a:lnSpc>
                <a:spcPct val="110000"/>
              </a:lnSpc>
              <a:spcBef>
                <a:spcPct val="5000"/>
              </a:spcBef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main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 )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   { float  x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zh-CN" b="1" dirty="0">
                <a:ea typeface="宋体" pitchFamily="2" charset="-122"/>
              </a:rPr>
              <a:t>  printf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b="1" dirty="0">
                <a:ea typeface="黑体" pitchFamily="49" charset="-122"/>
              </a:rPr>
              <a:t>请输入成绩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:</a:t>
            </a:r>
            <a:r>
              <a:rPr lang="zh-CN" altLang="zh-CN" dirty="0">
                <a:ea typeface="宋体" pitchFamily="2" charset="-122"/>
              </a:rPr>
              <a:t>\</a:t>
            </a:r>
            <a:r>
              <a:rPr lang="zh-CN" altLang="zh-CN" b="1" dirty="0">
                <a:ea typeface="宋体" pitchFamily="2" charset="-122"/>
              </a:rPr>
              <a:t>n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”);</a:t>
            </a:r>
            <a:endParaRPr lang="zh-CN" altLang="zh-CN" b="1" dirty="0">
              <a:ea typeface="宋体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      scanf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b="1" dirty="0">
                <a:ea typeface="宋体" pitchFamily="2" charset="-122"/>
              </a:rPr>
              <a:t>%f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”,</a:t>
            </a:r>
            <a:r>
              <a:rPr lang="zh-CN" altLang="zh-CN" b="1" dirty="0">
                <a:ea typeface="宋体" pitchFamily="2" charset="-122"/>
              </a:rPr>
              <a:t> </a:t>
            </a:r>
            <a:r>
              <a:rPr lang="zh-CN" altLang="zh-CN" dirty="0">
                <a:ea typeface="宋体" pitchFamily="2" charset="-122"/>
              </a:rPr>
              <a:t>&amp;</a:t>
            </a:r>
            <a:r>
              <a:rPr lang="zh-CN" altLang="zh-CN" b="1" dirty="0">
                <a:ea typeface="宋体" pitchFamily="2" charset="-122"/>
              </a:rPr>
              <a:t>x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) ;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      </a:t>
            </a:r>
            <a:r>
              <a:rPr lang="zh-CN" altLang="zh-CN" b="1" dirty="0">
                <a:solidFill>
                  <a:srgbClr val="00009E"/>
                </a:solidFill>
                <a:ea typeface="宋体" pitchFamily="2" charset="-122"/>
              </a:rPr>
              <a:t>if  </a:t>
            </a:r>
            <a:r>
              <a:rPr lang="zh-CN" altLang="zh-CN" b="1" dirty="0">
                <a:solidFill>
                  <a:srgbClr val="00009E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b="1" dirty="0">
                <a:solidFill>
                  <a:srgbClr val="00009E"/>
                </a:solidFill>
                <a:ea typeface="宋体" pitchFamily="2" charset="-122"/>
              </a:rPr>
              <a:t> x </a:t>
            </a:r>
            <a:r>
              <a:rPr lang="zh-CN" altLang="zh-CN" dirty="0">
                <a:solidFill>
                  <a:srgbClr val="00009E"/>
                </a:solidFill>
                <a:ea typeface="宋体" pitchFamily="2" charset="-122"/>
              </a:rPr>
              <a:t>&gt;</a:t>
            </a:r>
            <a:r>
              <a:rPr lang="zh-CN" altLang="zh-CN" b="1" dirty="0">
                <a:solidFill>
                  <a:srgbClr val="00009E"/>
                </a:solidFill>
                <a:ea typeface="宋体" pitchFamily="2" charset="-122"/>
              </a:rPr>
              <a:t>= 90 </a:t>
            </a:r>
            <a:r>
              <a:rPr lang="zh-CN" altLang="zh-CN" b="1" dirty="0">
                <a:solidFill>
                  <a:srgbClr val="00009E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b="1" dirty="0">
                <a:ea typeface="宋体" pitchFamily="2" charset="-122"/>
              </a:rPr>
              <a:t> printf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b="1" dirty="0">
                <a:ea typeface="宋体" pitchFamily="2" charset="-122"/>
              </a:rPr>
              <a:t>A</a:t>
            </a:r>
            <a:r>
              <a:rPr lang="zh-CN" altLang="zh-CN" dirty="0">
                <a:ea typeface="宋体" pitchFamily="2" charset="-122"/>
              </a:rPr>
              <a:t>\</a:t>
            </a:r>
            <a:r>
              <a:rPr lang="zh-CN" altLang="zh-CN" b="1" dirty="0">
                <a:ea typeface="宋体" pitchFamily="2" charset="-122"/>
              </a:rPr>
              <a:t>n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”)</a:t>
            </a:r>
            <a:r>
              <a:rPr lang="zh-CN" altLang="zh-CN" b="1" dirty="0">
                <a:ea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      else if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b="1" dirty="0">
                <a:ea typeface="宋体" pitchFamily="2" charset="-122"/>
              </a:rPr>
              <a:t> x</a:t>
            </a:r>
            <a:r>
              <a:rPr lang="zh-CN" altLang="zh-CN" dirty="0">
                <a:ea typeface="宋体" pitchFamily="2" charset="-122"/>
              </a:rPr>
              <a:t>&gt;</a:t>
            </a:r>
            <a:r>
              <a:rPr lang="zh-CN" altLang="zh-CN" b="1" dirty="0">
                <a:ea typeface="宋体" pitchFamily="2" charset="-122"/>
              </a:rPr>
              <a:t>= 80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b="1" dirty="0">
                <a:ea typeface="宋体" pitchFamily="2" charset="-122"/>
              </a:rPr>
              <a:t> printf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b="1" dirty="0">
                <a:ea typeface="宋体" pitchFamily="2" charset="-122"/>
              </a:rPr>
              <a:t>B</a:t>
            </a:r>
            <a:r>
              <a:rPr lang="zh-CN" altLang="zh-CN" dirty="0">
                <a:ea typeface="宋体" pitchFamily="2" charset="-122"/>
              </a:rPr>
              <a:t>\</a:t>
            </a:r>
            <a:r>
              <a:rPr lang="zh-CN" altLang="zh-CN" b="1" dirty="0">
                <a:ea typeface="宋体" pitchFamily="2" charset="-122"/>
              </a:rPr>
              <a:t>n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”)</a:t>
            </a:r>
            <a:r>
              <a:rPr lang="zh-CN" altLang="zh-CN" b="1" dirty="0">
                <a:ea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      else if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 (</a:t>
            </a:r>
            <a:r>
              <a:rPr lang="zh-CN" altLang="zh-CN" b="1" dirty="0">
                <a:ea typeface="宋体" pitchFamily="2" charset="-122"/>
              </a:rPr>
              <a:t> x</a:t>
            </a:r>
            <a:r>
              <a:rPr lang="zh-CN" altLang="zh-CN" dirty="0">
                <a:ea typeface="宋体" pitchFamily="2" charset="-122"/>
              </a:rPr>
              <a:t>&gt;</a:t>
            </a:r>
            <a:r>
              <a:rPr lang="zh-CN" altLang="zh-CN" b="1" dirty="0">
                <a:ea typeface="宋体" pitchFamily="2" charset="-122"/>
              </a:rPr>
              <a:t>= 70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b="1" dirty="0">
                <a:ea typeface="宋体" pitchFamily="2" charset="-122"/>
              </a:rPr>
              <a:t> printf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b="1" dirty="0">
                <a:ea typeface="宋体" pitchFamily="2" charset="-122"/>
              </a:rPr>
              <a:t>C</a:t>
            </a:r>
            <a:r>
              <a:rPr lang="zh-CN" altLang="zh-CN" dirty="0">
                <a:ea typeface="宋体" pitchFamily="2" charset="-122"/>
              </a:rPr>
              <a:t>\</a:t>
            </a:r>
            <a:r>
              <a:rPr lang="zh-CN" altLang="zh-CN" b="1" dirty="0">
                <a:ea typeface="宋体" pitchFamily="2" charset="-122"/>
              </a:rPr>
              <a:t>n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”)</a:t>
            </a:r>
            <a:r>
              <a:rPr lang="zh-CN" altLang="zh-CN" b="1" dirty="0">
                <a:ea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      else if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b="1" dirty="0">
                <a:ea typeface="宋体" pitchFamily="2" charset="-122"/>
              </a:rPr>
              <a:t> x</a:t>
            </a:r>
            <a:r>
              <a:rPr lang="zh-CN" altLang="zh-CN" dirty="0">
                <a:ea typeface="宋体" pitchFamily="2" charset="-122"/>
              </a:rPr>
              <a:t>&gt;</a:t>
            </a:r>
            <a:r>
              <a:rPr lang="zh-CN" altLang="zh-CN" b="1" dirty="0">
                <a:ea typeface="宋体" pitchFamily="2" charset="-122"/>
              </a:rPr>
              <a:t>= 60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b="1" dirty="0">
                <a:ea typeface="宋体" pitchFamily="2" charset="-122"/>
              </a:rPr>
              <a:t> printf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b="1" dirty="0">
                <a:ea typeface="宋体" pitchFamily="2" charset="-122"/>
              </a:rPr>
              <a:t>D</a:t>
            </a:r>
            <a:r>
              <a:rPr lang="zh-CN" altLang="zh-CN" dirty="0">
                <a:ea typeface="宋体" pitchFamily="2" charset="-122"/>
              </a:rPr>
              <a:t>\</a:t>
            </a:r>
            <a:r>
              <a:rPr lang="zh-CN" altLang="zh-CN" b="1" dirty="0">
                <a:ea typeface="宋体" pitchFamily="2" charset="-122"/>
              </a:rPr>
              <a:t>n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”)</a:t>
            </a:r>
            <a:r>
              <a:rPr lang="zh-CN" altLang="zh-CN" b="1" dirty="0">
                <a:ea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      </a:t>
            </a:r>
            <a:r>
              <a:rPr lang="zh-CN" altLang="zh-CN" b="1" dirty="0">
                <a:solidFill>
                  <a:srgbClr val="00009E"/>
                </a:solidFill>
                <a:ea typeface="宋体" pitchFamily="2" charset="-122"/>
              </a:rPr>
              <a:t>else printf</a:t>
            </a:r>
            <a:r>
              <a:rPr lang="zh-CN" altLang="zh-CN" b="1" dirty="0">
                <a:ea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b="1" dirty="0">
                <a:ea typeface="黑体" pitchFamily="49" charset="-122"/>
              </a:rPr>
              <a:t>不及格</a:t>
            </a:r>
            <a:r>
              <a:rPr lang="zh-CN" altLang="zh-CN" dirty="0">
                <a:ea typeface="黑体" pitchFamily="49" charset="-122"/>
              </a:rPr>
              <a:t>\</a:t>
            </a:r>
            <a:r>
              <a:rPr lang="zh-CN" altLang="zh-CN" b="1" dirty="0">
                <a:ea typeface="黑体" pitchFamily="49" charset="-122"/>
              </a:rPr>
              <a:t>n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”</a:t>
            </a:r>
            <a:r>
              <a:rPr lang="zh-CN" altLang="zh-CN" b="1" dirty="0">
                <a:ea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zh-CN" b="1" dirty="0">
                <a:ea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宋体" pitchFamily="2" charset="-122"/>
              </a:rPr>
              <a:t>;</a:t>
            </a:r>
          </a:p>
          <a:p>
            <a:pPr>
              <a:lnSpc>
                <a:spcPct val="120000"/>
              </a:lnSpc>
              <a:buClr>
                <a:schemeClr val="tx2"/>
              </a:buClr>
            </a:pPr>
            <a:r>
              <a:rPr lang="zh-CN" altLang="zh-CN" b="1" dirty="0">
                <a:ea typeface="宋体" pitchFamily="2" charset="-122"/>
              </a:rPr>
              <a:t>   }</a:t>
            </a:r>
          </a:p>
        </p:txBody>
      </p:sp>
      <p:sp>
        <p:nvSpPr>
          <p:cNvPr id="222211" name="Rectangle 3"/>
          <p:cNvSpPr>
            <a:spLocks noChangeArrowheads="1"/>
          </p:cNvSpPr>
          <p:nvPr/>
        </p:nvSpPr>
        <p:spPr bwMode="auto">
          <a:xfrm>
            <a:off x="1186449" y="59532"/>
            <a:ext cx="6350794" cy="72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>
            <a:spAutoFit/>
          </a:bodyPr>
          <a:lstStyle/>
          <a:p>
            <a:pPr>
              <a:lnSpc>
                <a:spcPct val="125000"/>
              </a:lnSpc>
              <a:spcBef>
                <a:spcPct val="25000"/>
              </a:spcBef>
            </a:pP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输入某同学的成绩</a:t>
            </a:r>
            <a:r>
              <a:rPr lang="zh-CN" altLang="zh-CN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若≥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90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</a:t>
            </a:r>
            <a:r>
              <a:rPr lang="zh-CN" altLang="zh-CN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输出</a:t>
            </a:r>
            <a:r>
              <a:rPr 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”</a:t>
            </a:r>
            <a:r>
              <a:rPr lang="zh-CN" altLang="zh-CN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若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80-89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为</a:t>
            </a:r>
            <a:r>
              <a:rPr 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”</a:t>
            </a:r>
            <a:r>
              <a:rPr lang="zh-CN" altLang="zh-CN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若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70-79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为</a:t>
            </a:r>
            <a:r>
              <a:rPr 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C</a:t>
            </a:r>
            <a:r>
              <a:rPr lang="zh-CN" alt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”</a:t>
            </a:r>
            <a:r>
              <a:rPr lang="zh-CN" altLang="zh-CN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若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60-69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为</a:t>
            </a:r>
            <a:r>
              <a:rPr 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D</a:t>
            </a:r>
            <a:r>
              <a:rPr lang="zh-CN" alt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”</a:t>
            </a:r>
            <a:r>
              <a:rPr lang="zh-CN" altLang="zh-CN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若</a:t>
            </a:r>
            <a:r>
              <a:rPr lang="zh-CN" alt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&lt;60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分输出</a:t>
            </a:r>
            <a:r>
              <a:rPr lang="zh-CN" b="1" dirty="0">
                <a:solidFill>
                  <a:srgbClr val="C00000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不及格</a:t>
            </a:r>
            <a:r>
              <a:rPr lang="zh-CN" b="1" dirty="0">
                <a:solidFill>
                  <a:srgbClr val="C00000"/>
                </a:solidFill>
                <a:latin typeface="Times New Roman"/>
                <a:ea typeface="宋体" pitchFamily="2" charset="-122"/>
              </a:rPr>
              <a:t>”</a:t>
            </a:r>
            <a:r>
              <a:rPr lang="zh-CN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。</a:t>
            </a:r>
          </a:p>
        </p:txBody>
      </p:sp>
      <p:sp>
        <p:nvSpPr>
          <p:cNvPr id="222212" name="Rectangle 4"/>
          <p:cNvSpPr>
            <a:spLocks noChangeArrowheads="1"/>
          </p:cNvSpPr>
          <p:nvPr/>
        </p:nvSpPr>
        <p:spPr bwMode="auto">
          <a:xfrm>
            <a:off x="971550" y="3620691"/>
            <a:ext cx="7200900" cy="348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>
            <a:spAutoFit/>
          </a:bodyPr>
          <a:lstStyle/>
          <a:p>
            <a:endParaRPr lang="zh-CN" altLang="en-US"/>
          </a:p>
        </p:txBody>
      </p:sp>
      <p:sp>
        <p:nvSpPr>
          <p:cNvPr id="222213" name="Rectangle 5"/>
          <p:cNvSpPr>
            <a:spLocks noChangeArrowheads="1"/>
          </p:cNvSpPr>
          <p:nvPr/>
        </p:nvSpPr>
        <p:spPr bwMode="auto">
          <a:xfrm>
            <a:off x="6278467" y="2195513"/>
            <a:ext cx="1756469" cy="864394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00B4"/>
            </a:solidFill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lIns="70537" tIns="35268" rIns="70537" bIns="35268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500" b="1">
                <a:ea typeface="黑体" pitchFamily="49" charset="-122"/>
              </a:rPr>
              <a:t>请按</a:t>
            </a:r>
            <a:r>
              <a:rPr lang="zh-CN" altLang="zh-CN" sz="1500" b="1"/>
              <a:t>%f</a:t>
            </a:r>
            <a:r>
              <a:rPr lang="zh-CN" altLang="en-US" sz="1500" b="1">
                <a:latin typeface="黑体" pitchFamily="49" charset="-122"/>
                <a:ea typeface="黑体" pitchFamily="49" charset="-122"/>
              </a:rPr>
              <a:t>输入成绩</a:t>
            </a:r>
            <a:r>
              <a:rPr lang="zh-CN" altLang="zh-CN" sz="1500" b="1">
                <a:latin typeface="Times New Roman" pitchFamily="18" charset="0"/>
                <a:ea typeface="黑体" pitchFamily="49" charset="-122"/>
              </a:rPr>
              <a:t>:</a:t>
            </a:r>
          </a:p>
          <a:p>
            <a:pPr>
              <a:spcBef>
                <a:spcPct val="20000"/>
              </a:spcBef>
            </a:pPr>
            <a:r>
              <a:rPr lang="zh-CN" altLang="zh-CN" sz="1500" b="1"/>
              <a:t>90</a:t>
            </a:r>
            <a:r>
              <a:rPr lang="zh-CN" altLang="zh-CN" sz="1500" b="1">
                <a:latin typeface="黑体" pitchFamily="49" charset="-122"/>
                <a:ea typeface="黑体" pitchFamily="49" charset="-122"/>
              </a:rPr>
              <a:t>↙</a:t>
            </a:r>
            <a:endParaRPr lang="zh-CN" altLang="zh-CN" sz="1500" b="1"/>
          </a:p>
          <a:p>
            <a:pPr>
              <a:spcBef>
                <a:spcPct val="20000"/>
              </a:spcBef>
            </a:pPr>
            <a:r>
              <a:rPr lang="zh-CN" altLang="zh-CN" sz="1500" b="1"/>
              <a:t>A</a:t>
            </a:r>
          </a:p>
        </p:txBody>
      </p:sp>
      <p:sp>
        <p:nvSpPr>
          <p:cNvPr id="222214" name="Rectangle 6"/>
          <p:cNvSpPr>
            <a:spLocks noChangeArrowheads="1"/>
          </p:cNvSpPr>
          <p:nvPr/>
        </p:nvSpPr>
        <p:spPr bwMode="auto">
          <a:xfrm>
            <a:off x="6329719" y="2484838"/>
            <a:ext cx="780098" cy="5444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35268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 sz="1500" b="1"/>
              <a:t>85</a:t>
            </a:r>
            <a:r>
              <a:rPr lang="zh-CN" altLang="zh-CN" sz="1500" b="1">
                <a:latin typeface="黑体" pitchFamily="49" charset="-122"/>
                <a:ea typeface="黑体" pitchFamily="49" charset="-122"/>
              </a:rPr>
              <a:t>↙</a:t>
            </a:r>
            <a:endParaRPr lang="zh-CN" altLang="zh-CN" sz="1500" b="1"/>
          </a:p>
          <a:p>
            <a:pPr>
              <a:spcBef>
                <a:spcPct val="5000"/>
              </a:spcBef>
            </a:pPr>
            <a:r>
              <a:rPr lang="zh-CN" altLang="zh-CN" sz="1500" b="1"/>
              <a:t>B</a:t>
            </a:r>
          </a:p>
        </p:txBody>
      </p:sp>
      <p:sp>
        <p:nvSpPr>
          <p:cNvPr id="222215" name="Rectangle 7"/>
          <p:cNvSpPr>
            <a:spLocks noChangeArrowheads="1"/>
          </p:cNvSpPr>
          <p:nvPr/>
        </p:nvSpPr>
        <p:spPr bwMode="auto">
          <a:xfrm>
            <a:off x="6329720" y="2453882"/>
            <a:ext cx="960120" cy="5203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0537" tIns="35268" rIns="70537" bIns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 sz="1500" b="1">
                <a:ea typeface="黑体" pitchFamily="49" charset="-122"/>
              </a:rPr>
              <a:t>55 ↙</a:t>
            </a:r>
          </a:p>
          <a:p>
            <a:pPr>
              <a:spcBef>
                <a:spcPct val="10000"/>
              </a:spcBef>
            </a:pPr>
            <a:r>
              <a:rPr lang="zh-CN" altLang="en-US" sz="1500" b="1">
                <a:ea typeface="黑体" pitchFamily="49" charset="-122"/>
              </a:rPr>
              <a:t>不及格</a:t>
            </a:r>
          </a:p>
        </p:txBody>
      </p:sp>
    </p:spTree>
    <p:extLst>
      <p:ext uri="{BB962C8B-B14F-4D97-AF65-F5344CB8AC3E}">
        <p14:creationId xmlns:p14="http://schemas.microsoft.com/office/powerpoint/2010/main" val="259043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build="p" autoUpdateAnimBg="0"/>
      <p:bldP spid="222213" grpId="0" build="p" animBg="1" autoUpdateAnimBg="0"/>
      <p:bldP spid="222214" grpId="0" build="p" animBg="1" autoUpdateAnimBg="0"/>
      <p:bldP spid="222215" grpId="0" build="p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4912" y="836445"/>
            <a:ext cx="4970277" cy="1266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zh-CN" altLang="zh-CN" b="1">
                <a:latin typeface="Times New Roman" pitchFamily="18" charset="0"/>
              </a:rPr>
              <a:t>C</a:t>
            </a:r>
            <a:r>
              <a:rPr lang="zh-CN" altLang="en-US" b="1">
                <a:latin typeface="Times New Roman" pitchFamily="18" charset="0"/>
              </a:rPr>
              <a:t>语言中规定</a:t>
            </a:r>
            <a:r>
              <a:rPr lang="zh-CN" altLang="zh-CN" b="1">
                <a:latin typeface="Times New Roman" pitchFamily="18" charset="0"/>
              </a:rPr>
              <a:t>,</a:t>
            </a:r>
            <a:r>
              <a:rPr lang="zh-CN" altLang="zh-CN" b="1"/>
              <a:t>else</a:t>
            </a:r>
            <a:r>
              <a:rPr lang="zh-CN" altLang="en-US" b="1">
                <a:latin typeface="Times New Roman" pitchFamily="18" charset="0"/>
              </a:rPr>
              <a:t>总是与</a:t>
            </a:r>
            <a:r>
              <a:rPr lang="zh-CN" altLang="en-US" b="1" u="sng">
                <a:latin typeface="Times New Roman" pitchFamily="18" charset="0"/>
              </a:rPr>
              <a:t>      </a:t>
            </a:r>
            <a:r>
              <a:rPr lang="zh-CN" altLang="en-US" b="1">
                <a:latin typeface="Times New Roman" pitchFamily="18" charset="0"/>
              </a:rPr>
              <a:t>的 </a:t>
            </a:r>
            <a:r>
              <a:rPr lang="zh-CN" altLang="zh-CN" b="1">
                <a:latin typeface="Times New Roman" pitchFamily="18" charset="0"/>
              </a:rPr>
              <a:t>if </a:t>
            </a:r>
            <a:r>
              <a:rPr lang="zh-CN" altLang="en-US" b="1">
                <a:latin typeface="Times New Roman" pitchFamily="18" charset="0"/>
              </a:rPr>
              <a:t>组成配对关系。</a:t>
            </a:r>
          </a:p>
        </p:txBody>
      </p:sp>
      <p:sp>
        <p:nvSpPr>
          <p:cNvPr id="130051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61232" y="1981587"/>
            <a:ext cx="4349677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itchFamily="18" charset="0"/>
              </a:rPr>
              <a:t>缩进距离相等 </a:t>
            </a:r>
            <a:endParaRPr lang="zh-CN" altLang="en-US" sz="240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0052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61232" y="2487901"/>
            <a:ext cx="4349677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同一行上</a:t>
            </a:r>
          </a:p>
        </p:txBody>
      </p:sp>
      <p:sp>
        <p:nvSpPr>
          <p:cNvPr id="130053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61232" y="2994214"/>
            <a:ext cx="4349677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itchFamily="18" charset="0"/>
              </a:rPr>
              <a:t>前面一行上</a:t>
            </a:r>
            <a:endParaRPr lang="zh-CN" altLang="en-US" sz="240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0054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61232" y="3500527"/>
            <a:ext cx="4349677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在它前面距离最近且未与其它</a:t>
            </a:r>
            <a:r>
              <a:rPr lang="zh-CN" altLang="zh-CN" b="1">
                <a:latin typeface="Times New Roman" pitchFamily="18" charset="0"/>
              </a:rPr>
              <a:t>else</a:t>
            </a:r>
            <a:r>
              <a:rPr lang="zh-CN" altLang="en-US" b="1">
                <a:latin typeface="Times New Roman" pitchFamily="18" charset="0"/>
              </a:rPr>
              <a:t>配对</a:t>
            </a:r>
          </a:p>
        </p:txBody>
      </p:sp>
      <p:sp>
        <p:nvSpPr>
          <p:cNvPr id="130055" name="圆角矩形 1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624632" y="4216958"/>
            <a:ext cx="911364" cy="243781"/>
          </a:xfrm>
          <a:prstGeom prst="roundRect">
            <a:avLst>
              <a:gd name="adj" fmla="val 16667"/>
            </a:avLst>
          </a:prstGeom>
          <a:solidFill>
            <a:srgbClr val="808080">
              <a:alpha val="50195"/>
            </a:srgbClr>
          </a:solidFill>
          <a:ln w="38100" algn="ctr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r>
              <a:rPr lang="zh-CN" altLang="en-US" sz="126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sp>
        <p:nvSpPr>
          <p:cNvPr id="21" name="椭圆 2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326177" y="2020343"/>
            <a:ext cx="332904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326177" y="2526657"/>
            <a:ext cx="332904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326177" y="3032969"/>
            <a:ext cx="332904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2326177" y="3539284"/>
            <a:ext cx="332904" cy="3037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30060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5670709" cy="509270"/>
            <a:chOff x="-2205266" y="-693964"/>
            <a:chExt cx="7200900" cy="646692"/>
          </a:xfrm>
        </p:grpSpPr>
        <p:sp>
          <p:nvSpPr>
            <p:cNvPr id="130062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2205266" y="-693964"/>
              <a:ext cx="7200900" cy="635001"/>
            </a:xfrm>
            <a:prstGeom prst="rect">
              <a:avLst/>
            </a:prstGeom>
            <a:solidFill>
              <a:srgbClr val="F6F7F8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0063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2205266" y="-693964"/>
              <a:ext cx="190500" cy="635001"/>
            </a:xfrm>
            <a:prstGeom prst="rect">
              <a:avLst/>
            </a:prstGeom>
            <a:solidFill>
              <a:srgbClr val="639EF4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0064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882726" y="-693964"/>
              <a:ext cx="1905001" cy="635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048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130065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561926" y="-555272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8908492-0D0F-F33D-DAA8-969E1E8D2C0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13967" y="1620619"/>
            <a:ext cx="4535567" cy="16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main()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int a=2,b=-1,c=2;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if</a:t>
            </a:r>
            <a:r>
              <a:rPr lang="en-US" altLang="zh-CN" b="1"/>
              <a:t>(a&gt;b</a:t>
            </a:r>
            <a:r>
              <a:rPr lang="en-US" altLang="zh-CN" b="1" dirty="0"/>
              <a:t>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/>
              <a:t>      </a:t>
            </a:r>
            <a:r>
              <a:rPr lang="en-US" altLang="zh-CN" b="1" dirty="0"/>
              <a:t>if(b&lt;0) c=0;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/>
              <a:t>     else </a:t>
            </a:r>
            <a:r>
              <a:rPr lang="en-US" altLang="zh-CN" b="1" dirty="0" err="1"/>
              <a:t>c++</a:t>
            </a:r>
            <a:r>
              <a:rPr lang="en-US" altLang="zh-CN" b="1" dirty="0"/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("%d\</a:t>
            </a:r>
            <a:r>
              <a:rPr lang="en-US" altLang="zh-CN" b="1" dirty="0" err="1"/>
              <a:t>n",c</a:t>
            </a:r>
            <a:r>
              <a:rPr lang="en-US" altLang="zh-CN" b="1" dirty="0"/>
              <a:t>);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}</a:t>
            </a:r>
          </a:p>
        </p:txBody>
      </p:sp>
      <p:sp>
        <p:nvSpPr>
          <p:cNvPr id="132099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54237" y="3786902"/>
            <a:ext cx="737592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575" b="1" dirty="0">
                <a:ea typeface="黑体" pitchFamily="49" charset="-122"/>
              </a:rPr>
              <a:t>0</a:t>
            </a:r>
            <a:endParaRPr lang="zh-CN" altLang="en-US" sz="189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2100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55636" y="3786902"/>
            <a:ext cx="860108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575" b="1" dirty="0">
                <a:latin typeface="Times New Roman" pitchFamily="18" charset="0"/>
                <a:ea typeface="黑体" pitchFamily="49" charset="-122"/>
              </a:rPr>
              <a:t>1</a:t>
            </a:r>
            <a:endParaRPr lang="zh-CN" altLang="en-US" sz="1575" b="1" dirty="0">
              <a:latin typeface="Times New Roman" pitchFamily="18" charset="0"/>
            </a:endParaRPr>
          </a:p>
        </p:txBody>
      </p:sp>
      <p:sp>
        <p:nvSpPr>
          <p:cNvPr id="132101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32059" y="3786902"/>
            <a:ext cx="802600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575" b="1" dirty="0">
                <a:ea typeface="黑体" pitchFamily="49" charset="-122"/>
              </a:rPr>
              <a:t>2</a:t>
            </a:r>
            <a:endParaRPr lang="zh-CN" altLang="en-US" sz="189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2102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269714" y="3749398"/>
            <a:ext cx="967621" cy="378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sz="1575" b="1" dirty="0">
                <a:ea typeface="黑体" pitchFamily="49" charset="-122"/>
              </a:rPr>
              <a:t>3</a:t>
            </a:r>
            <a:endParaRPr lang="zh-CN" altLang="zh-CN" sz="1575" b="1" dirty="0">
              <a:ea typeface="黑体" pitchFamily="49" charset="-122"/>
            </a:endParaRPr>
          </a:p>
        </p:txBody>
      </p:sp>
      <p:sp>
        <p:nvSpPr>
          <p:cNvPr id="132103" name="圆角矩形 1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11686" y="4454431"/>
            <a:ext cx="911364" cy="243781"/>
          </a:xfrm>
          <a:prstGeom prst="roundRect">
            <a:avLst>
              <a:gd name="adj" fmla="val 16667"/>
            </a:avLst>
          </a:prstGeom>
          <a:solidFill>
            <a:srgbClr val="808080">
              <a:alpha val="50195"/>
            </a:srgbClr>
          </a:solidFill>
          <a:ln w="38100" algn="ctr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r>
              <a:rPr lang="zh-CN" altLang="en-US" sz="126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sp>
        <p:nvSpPr>
          <p:cNvPr id="21" name="椭圆 2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019182" y="3824408"/>
            <a:ext cx="303788" cy="3037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3220582" y="3824408"/>
            <a:ext cx="256282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580751" y="3824408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833408" y="3786903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6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2108" name="TextBox 1"/>
          <p:cNvSpPr txBox="1">
            <a:spLocks noChangeArrowheads="1"/>
          </p:cNvSpPr>
          <p:nvPr/>
        </p:nvSpPr>
        <p:spPr bwMode="auto">
          <a:xfrm>
            <a:off x="1487038" y="741798"/>
            <a:ext cx="1970411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90" b="1" dirty="0"/>
              <a:t>程序输出结果是</a:t>
            </a:r>
            <a:r>
              <a:rPr lang="en-US" altLang="zh-CN" sz="1890" b="1" dirty="0"/>
              <a:t>:</a:t>
            </a:r>
            <a:endParaRPr lang="zh-CN" altLang="en-US" sz="1890" b="1" dirty="0"/>
          </a:p>
        </p:txBody>
      </p:sp>
      <p:grpSp>
        <p:nvGrpSpPr>
          <p:cNvPr id="132109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5670709" cy="509270"/>
            <a:chOff x="-2183293" y="-680119"/>
            <a:chExt cx="7200900" cy="646692"/>
          </a:xfrm>
        </p:grpSpPr>
        <p:sp>
          <p:nvSpPr>
            <p:cNvPr id="132111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2183293" y="-680119"/>
              <a:ext cx="7200900" cy="635001"/>
            </a:xfrm>
            <a:prstGeom prst="rect">
              <a:avLst/>
            </a:prstGeom>
            <a:solidFill>
              <a:srgbClr val="F6F7F8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2112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2183293" y="-680119"/>
              <a:ext cx="190500" cy="635001"/>
            </a:xfrm>
            <a:prstGeom prst="rect">
              <a:avLst/>
            </a:prstGeom>
            <a:solidFill>
              <a:srgbClr val="639EF4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2113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860753" y="-680119"/>
              <a:ext cx="1905001" cy="635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048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132114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539953" y="-54142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EF3B09C-3617-3CDF-96DF-9C047EF8BFD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8817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13967" y="1620619"/>
            <a:ext cx="4535567" cy="16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main()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int a=2,b=-1,c=2;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if(a&lt;b)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/>
              <a:t>      if</a:t>
            </a:r>
            <a:r>
              <a:rPr lang="en-US" altLang="zh-CN" b="1" dirty="0"/>
              <a:t>(b&lt;0) c=0;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/>
              <a:t>      else </a:t>
            </a:r>
            <a:r>
              <a:rPr lang="en-US" altLang="zh-CN" b="1" dirty="0" err="1"/>
              <a:t>c++</a:t>
            </a:r>
            <a:r>
              <a:rPr lang="en-US" altLang="zh-CN" b="1" dirty="0"/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("%d\</a:t>
            </a:r>
            <a:r>
              <a:rPr lang="en-US" altLang="zh-CN" b="1" dirty="0" err="1"/>
              <a:t>n",c</a:t>
            </a:r>
            <a:r>
              <a:rPr lang="en-US" altLang="zh-CN" b="1" dirty="0"/>
              <a:t>);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}</a:t>
            </a:r>
          </a:p>
        </p:txBody>
      </p:sp>
      <p:sp>
        <p:nvSpPr>
          <p:cNvPr id="132099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54237" y="3786902"/>
            <a:ext cx="737592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575" b="1" dirty="0">
                <a:ea typeface="黑体" pitchFamily="49" charset="-122"/>
              </a:rPr>
              <a:t>0</a:t>
            </a:r>
            <a:endParaRPr lang="zh-CN" altLang="en-US" sz="189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2100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55636" y="3786902"/>
            <a:ext cx="860108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575" b="1" dirty="0">
                <a:latin typeface="Times New Roman" pitchFamily="18" charset="0"/>
                <a:ea typeface="黑体" pitchFamily="49" charset="-122"/>
              </a:rPr>
              <a:t>1</a:t>
            </a:r>
            <a:endParaRPr lang="zh-CN" altLang="en-US" sz="1575" b="1" dirty="0">
              <a:latin typeface="Times New Roman" pitchFamily="18" charset="0"/>
            </a:endParaRPr>
          </a:p>
        </p:txBody>
      </p:sp>
      <p:sp>
        <p:nvSpPr>
          <p:cNvPr id="132101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32059" y="3786902"/>
            <a:ext cx="802600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575" b="1" dirty="0">
                <a:ea typeface="黑体" pitchFamily="49" charset="-122"/>
              </a:rPr>
              <a:t>2</a:t>
            </a:r>
            <a:endParaRPr lang="zh-CN" altLang="en-US" sz="189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2102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269714" y="3749398"/>
            <a:ext cx="967621" cy="378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sz="1575" b="1" dirty="0">
                <a:ea typeface="黑体" pitchFamily="49" charset="-122"/>
              </a:rPr>
              <a:t>3</a:t>
            </a:r>
            <a:endParaRPr lang="zh-CN" altLang="zh-CN" sz="1575" b="1" dirty="0">
              <a:ea typeface="黑体" pitchFamily="49" charset="-122"/>
            </a:endParaRPr>
          </a:p>
        </p:txBody>
      </p:sp>
      <p:sp>
        <p:nvSpPr>
          <p:cNvPr id="132103" name="圆角矩形 1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11686" y="4454431"/>
            <a:ext cx="911364" cy="243781"/>
          </a:xfrm>
          <a:prstGeom prst="roundRect">
            <a:avLst>
              <a:gd name="adj" fmla="val 16667"/>
            </a:avLst>
          </a:prstGeom>
          <a:solidFill>
            <a:srgbClr val="808080">
              <a:alpha val="50195"/>
            </a:srgbClr>
          </a:solidFill>
          <a:ln w="38100" algn="ctr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r>
              <a:rPr lang="zh-CN" altLang="en-US" sz="126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sp>
        <p:nvSpPr>
          <p:cNvPr id="21" name="椭圆 2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019182" y="3824408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3220582" y="3824408"/>
            <a:ext cx="256282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580751" y="3824408"/>
            <a:ext cx="303788" cy="3037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833408" y="3786903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6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2108" name="TextBox 1"/>
          <p:cNvSpPr txBox="1">
            <a:spLocks noChangeArrowheads="1"/>
          </p:cNvSpPr>
          <p:nvPr/>
        </p:nvSpPr>
        <p:spPr bwMode="auto">
          <a:xfrm>
            <a:off x="1487038" y="741798"/>
            <a:ext cx="1970411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90" b="1" dirty="0"/>
              <a:t>程序输出结果是</a:t>
            </a:r>
            <a:r>
              <a:rPr lang="en-US" altLang="zh-CN" sz="1890" b="1" dirty="0"/>
              <a:t>:</a:t>
            </a:r>
            <a:endParaRPr lang="zh-CN" altLang="en-US" sz="1890" b="1" dirty="0"/>
          </a:p>
        </p:txBody>
      </p:sp>
      <p:grpSp>
        <p:nvGrpSpPr>
          <p:cNvPr id="132109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5670709" cy="509270"/>
            <a:chOff x="-2183293" y="-680119"/>
            <a:chExt cx="7200900" cy="646692"/>
          </a:xfrm>
        </p:grpSpPr>
        <p:sp>
          <p:nvSpPr>
            <p:cNvPr id="132111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2183293" y="-680119"/>
              <a:ext cx="7200900" cy="635001"/>
            </a:xfrm>
            <a:prstGeom prst="rect">
              <a:avLst/>
            </a:prstGeom>
            <a:solidFill>
              <a:srgbClr val="F6F7F8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2112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2183293" y="-680119"/>
              <a:ext cx="190500" cy="635001"/>
            </a:xfrm>
            <a:prstGeom prst="rect">
              <a:avLst/>
            </a:prstGeom>
            <a:solidFill>
              <a:srgbClr val="639EF4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2113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860753" y="-680119"/>
              <a:ext cx="1905001" cy="635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048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132114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539953" y="-54142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EF3B09C-3617-3CDF-96DF-9C047EF8BFD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8695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34147" y="1059057"/>
            <a:ext cx="4535567" cy="2157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main </a:t>
            </a:r>
            <a:r>
              <a:rPr lang="zh-CN" altLang="en-US" b="1" dirty="0"/>
              <a:t>（）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{ float x=2.0,y;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if </a:t>
            </a:r>
            <a:r>
              <a:rPr lang="zh-CN" altLang="en-US" b="1" dirty="0"/>
              <a:t>（</a:t>
            </a:r>
            <a:r>
              <a:rPr lang="en-US" altLang="zh-CN" b="1" dirty="0"/>
              <a:t>x&lt;0.0</a:t>
            </a:r>
            <a:r>
              <a:rPr lang="zh-CN" altLang="en-US" b="1" dirty="0"/>
              <a:t>）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/>
              <a:t>      </a:t>
            </a:r>
            <a:r>
              <a:rPr lang="en-US" altLang="zh-CN" b="1" dirty="0"/>
              <a:t>y=0.0;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else  if </a:t>
            </a:r>
            <a:r>
              <a:rPr lang="zh-CN" altLang="en-US" b="1" dirty="0"/>
              <a:t>（</a:t>
            </a:r>
            <a:r>
              <a:rPr lang="en-US" altLang="zh-CN" b="1" dirty="0"/>
              <a:t>x&lt;10.0</a:t>
            </a:r>
            <a:r>
              <a:rPr lang="zh-CN" altLang="en-US" b="1" dirty="0"/>
              <a:t>）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/>
              <a:t>      </a:t>
            </a:r>
            <a:r>
              <a:rPr lang="en-US" altLang="zh-CN" b="1" dirty="0"/>
              <a:t>y=1.0/x;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else y=1.0;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 err="1"/>
              <a:t>printf</a:t>
            </a:r>
            <a:r>
              <a:rPr lang="en-US" altLang="zh-CN" b="1" dirty="0"/>
              <a:t> </a:t>
            </a:r>
            <a:r>
              <a:rPr lang="zh-CN" altLang="en-US" b="1" dirty="0"/>
              <a:t>（</a:t>
            </a:r>
            <a:r>
              <a:rPr lang="en-US" altLang="zh-CN" b="1" dirty="0"/>
              <a:t>"%f </a:t>
            </a:r>
            <a:r>
              <a:rPr lang="zh-CN" altLang="en-US" b="1" dirty="0"/>
              <a:t>＼</a:t>
            </a:r>
            <a:r>
              <a:rPr lang="en-US" altLang="zh-CN" b="1" dirty="0" err="1"/>
              <a:t>n",y</a:t>
            </a:r>
            <a:r>
              <a:rPr lang="en-US" altLang="zh-CN" b="1" dirty="0"/>
              <a:t> </a:t>
            </a:r>
            <a:r>
              <a:rPr lang="zh-CN" altLang="en-US" b="1" dirty="0"/>
              <a:t>）</a:t>
            </a:r>
            <a:r>
              <a:rPr lang="en-US" altLang="zh-CN" b="1" dirty="0"/>
              <a:t>;} </a:t>
            </a:r>
          </a:p>
        </p:txBody>
      </p:sp>
      <p:sp>
        <p:nvSpPr>
          <p:cNvPr id="132099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10761" y="3448568"/>
            <a:ext cx="1012942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575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0.000000</a:t>
            </a:r>
            <a:endParaRPr lang="zh-CN" altLang="en-US" sz="189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2100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24985" y="3448568"/>
            <a:ext cx="1247840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1575" b="1" dirty="0">
                <a:latin typeface="Times New Roman" pitchFamily="18" charset="0"/>
                <a:ea typeface="黑体" pitchFamily="49" charset="-122"/>
              </a:rPr>
              <a:t>0.500000</a:t>
            </a:r>
            <a:endParaRPr lang="zh-CN" altLang="en-US" sz="1575" b="1" dirty="0">
              <a:latin typeface="Times New Roman" pitchFamily="18" charset="0"/>
            </a:endParaRPr>
          </a:p>
        </p:txBody>
      </p:sp>
      <p:sp>
        <p:nvSpPr>
          <p:cNvPr id="132101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945510" y="4112621"/>
            <a:ext cx="1012941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575" b="1" dirty="0">
                <a:ea typeface="黑体" pitchFamily="49" charset="-122"/>
              </a:rPr>
              <a:t>1.00000</a:t>
            </a:r>
            <a:endParaRPr lang="zh-CN" altLang="en-US" sz="189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2102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58302" y="4097739"/>
            <a:ext cx="967621" cy="378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sz="1575" b="1" dirty="0">
                <a:ea typeface="黑体" pitchFamily="49" charset="-122"/>
              </a:rPr>
              <a:t>2.00000</a:t>
            </a:r>
            <a:endParaRPr lang="zh-CN" altLang="zh-CN" sz="1575" b="1" dirty="0">
              <a:ea typeface="黑体" pitchFamily="49" charset="-122"/>
            </a:endParaRPr>
          </a:p>
        </p:txBody>
      </p:sp>
      <p:sp>
        <p:nvSpPr>
          <p:cNvPr id="132103" name="圆角矩形 1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11686" y="4454431"/>
            <a:ext cx="911364" cy="243781"/>
          </a:xfrm>
          <a:prstGeom prst="roundRect">
            <a:avLst>
              <a:gd name="adj" fmla="val 16667"/>
            </a:avLst>
          </a:prstGeom>
          <a:solidFill>
            <a:srgbClr val="808080">
              <a:alpha val="50195"/>
            </a:srgbClr>
          </a:solidFill>
          <a:ln w="38100" algn="ctr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r>
              <a:rPr lang="zh-CN" altLang="en-US" sz="126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sp>
        <p:nvSpPr>
          <p:cNvPr id="21" name="椭圆 2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475706" y="3486074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736186" y="3486074"/>
            <a:ext cx="256282" cy="3037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494202" y="4150127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4721996" y="4135244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2108" name="TextBox 1"/>
          <p:cNvSpPr txBox="1">
            <a:spLocks noChangeArrowheads="1"/>
          </p:cNvSpPr>
          <p:nvPr/>
        </p:nvSpPr>
        <p:spPr bwMode="auto">
          <a:xfrm>
            <a:off x="1487038" y="741798"/>
            <a:ext cx="1970411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90" b="1" dirty="0"/>
              <a:t>程序输出结果是</a:t>
            </a:r>
            <a:r>
              <a:rPr lang="en-US" altLang="zh-CN" sz="1890" b="1" dirty="0"/>
              <a:t>:</a:t>
            </a:r>
            <a:endParaRPr lang="zh-CN" altLang="en-US" sz="1890" b="1" dirty="0"/>
          </a:p>
        </p:txBody>
      </p:sp>
      <p:grpSp>
        <p:nvGrpSpPr>
          <p:cNvPr id="132109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5670709" cy="509270"/>
            <a:chOff x="-2183293" y="-680119"/>
            <a:chExt cx="7200900" cy="646692"/>
          </a:xfrm>
        </p:grpSpPr>
        <p:sp>
          <p:nvSpPr>
            <p:cNvPr id="132111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2183293" y="-680119"/>
              <a:ext cx="7200900" cy="635001"/>
            </a:xfrm>
            <a:prstGeom prst="rect">
              <a:avLst/>
            </a:prstGeom>
            <a:solidFill>
              <a:srgbClr val="F6F7F8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2112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2183293" y="-680119"/>
              <a:ext cx="190500" cy="635001"/>
            </a:xfrm>
            <a:prstGeom prst="rect">
              <a:avLst/>
            </a:prstGeom>
            <a:solidFill>
              <a:srgbClr val="639EF4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2113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860753" y="-680119"/>
              <a:ext cx="1905001" cy="635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048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132114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539953" y="-54142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EF3B09C-3617-3CDF-96DF-9C047EF8BFD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80539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34147" y="1356597"/>
            <a:ext cx="4535567" cy="1860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main</a:t>
            </a:r>
            <a:r>
              <a:rPr lang="zh-CN" altLang="en-US" b="1" dirty="0"/>
              <a:t>（）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{ int a=5,b=2,c=1;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if</a:t>
            </a:r>
            <a:r>
              <a:rPr lang="zh-CN" altLang="en-US" b="1" dirty="0"/>
              <a:t>（</a:t>
            </a:r>
            <a:r>
              <a:rPr lang="en-US" altLang="zh-CN" b="1" dirty="0"/>
              <a:t>a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altLang="zh-CN" b="1" dirty="0" err="1"/>
              <a:t>b+c</a:t>
            </a:r>
            <a:r>
              <a:rPr lang="zh-CN" altLang="en-US" b="1" dirty="0"/>
              <a:t>）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b="1" dirty="0"/>
              <a:t>      </a:t>
            </a:r>
            <a:r>
              <a:rPr lang="en-US" altLang="zh-CN" b="1" dirty="0" err="1"/>
              <a:t>printf</a:t>
            </a:r>
            <a:r>
              <a:rPr lang="zh-CN" altLang="en-US" b="1" dirty="0"/>
              <a:t>（</a:t>
            </a:r>
            <a:r>
              <a:rPr lang="en-US" altLang="zh-CN" b="1" dirty="0"/>
              <a:t>"***</a:t>
            </a:r>
            <a:r>
              <a:rPr lang="zh-CN" altLang="en-US" b="1" dirty="0"/>
              <a:t>＼</a:t>
            </a:r>
            <a:r>
              <a:rPr lang="en-US" altLang="zh-CN" b="1" dirty="0"/>
              <a:t>n"</a:t>
            </a:r>
            <a:r>
              <a:rPr lang="zh-CN" altLang="en-US" b="1" dirty="0"/>
              <a:t>）</a:t>
            </a:r>
            <a:r>
              <a:rPr lang="en-US" altLang="zh-CN" b="1" dirty="0"/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else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      </a:t>
            </a:r>
            <a:r>
              <a:rPr lang="en-US" altLang="zh-CN" b="1" dirty="0" err="1"/>
              <a:t>printf</a:t>
            </a:r>
            <a:r>
              <a:rPr lang="zh-CN" altLang="en-US" b="1" dirty="0"/>
              <a:t>（</a:t>
            </a:r>
            <a:r>
              <a:rPr lang="en-US" altLang="zh-CN" b="1" dirty="0"/>
              <a:t>"$$$</a:t>
            </a:r>
            <a:r>
              <a:rPr lang="zh-CN" altLang="en-US" b="1" dirty="0"/>
              <a:t>＼</a:t>
            </a:r>
            <a:r>
              <a:rPr lang="en-US" altLang="zh-CN" b="1" dirty="0"/>
              <a:t>n"</a:t>
            </a:r>
            <a:r>
              <a:rPr lang="zh-CN" altLang="en-US" b="1" dirty="0"/>
              <a:t>）</a:t>
            </a:r>
            <a:r>
              <a:rPr lang="en-US" altLang="zh-CN" b="1" dirty="0"/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b="1" dirty="0"/>
              <a:t>}</a:t>
            </a:r>
          </a:p>
        </p:txBody>
      </p:sp>
      <p:sp>
        <p:nvSpPr>
          <p:cNvPr id="132099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10761" y="3448568"/>
            <a:ext cx="737592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575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icrosoft Yahei" pitchFamily="34" charset="-122"/>
              </a:rPr>
              <a:t>出错</a:t>
            </a:r>
            <a:endParaRPr lang="zh-CN" altLang="en-US" sz="189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2100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24985" y="3448568"/>
            <a:ext cx="1247840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1575" b="1" dirty="0">
                <a:latin typeface="Times New Roman" pitchFamily="18" charset="0"/>
                <a:ea typeface="黑体" pitchFamily="49" charset="-122"/>
              </a:rPr>
              <a:t>没有输出</a:t>
            </a:r>
            <a:endParaRPr lang="zh-CN" altLang="en-US" sz="1575" b="1" dirty="0">
              <a:latin typeface="Times New Roman" pitchFamily="18" charset="0"/>
            </a:endParaRPr>
          </a:p>
        </p:txBody>
      </p:sp>
      <p:sp>
        <p:nvSpPr>
          <p:cNvPr id="132101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945510" y="4112621"/>
            <a:ext cx="802600" cy="38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575" b="1" dirty="0">
                <a:ea typeface="黑体" pitchFamily="49" charset="-122"/>
              </a:rPr>
              <a:t>***</a:t>
            </a:r>
            <a:endParaRPr lang="zh-CN" altLang="en-US" sz="1890" dirty="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2102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58302" y="4097739"/>
            <a:ext cx="967621" cy="378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sz="1575" b="1" dirty="0">
                <a:ea typeface="黑体" pitchFamily="49" charset="-122"/>
              </a:rPr>
              <a:t>$$$</a:t>
            </a:r>
            <a:endParaRPr lang="zh-CN" altLang="zh-CN" sz="1575" b="1" dirty="0">
              <a:ea typeface="黑体" pitchFamily="49" charset="-122"/>
            </a:endParaRPr>
          </a:p>
        </p:txBody>
      </p:sp>
      <p:sp>
        <p:nvSpPr>
          <p:cNvPr id="132103" name="圆角矩形 1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11686" y="4454431"/>
            <a:ext cx="911364" cy="243781"/>
          </a:xfrm>
          <a:prstGeom prst="roundRect">
            <a:avLst>
              <a:gd name="adj" fmla="val 16667"/>
            </a:avLst>
          </a:prstGeom>
          <a:solidFill>
            <a:srgbClr val="808080">
              <a:alpha val="50195"/>
            </a:srgbClr>
          </a:solidFill>
          <a:ln w="38100" algn="ctr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r>
              <a:rPr lang="zh-CN" altLang="en-US" sz="126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sp>
        <p:nvSpPr>
          <p:cNvPr id="21" name="椭圆 2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475706" y="3486074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736186" y="3486074"/>
            <a:ext cx="256282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494202" y="4150127"/>
            <a:ext cx="303788" cy="3037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4721996" y="4135244"/>
            <a:ext cx="303788" cy="3037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26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26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2108" name="TextBox 1"/>
          <p:cNvSpPr txBox="1">
            <a:spLocks noChangeArrowheads="1"/>
          </p:cNvSpPr>
          <p:nvPr/>
        </p:nvSpPr>
        <p:spPr bwMode="auto">
          <a:xfrm>
            <a:off x="1487038" y="741798"/>
            <a:ext cx="1970411" cy="383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90" b="1" dirty="0"/>
              <a:t>程序输出结果是</a:t>
            </a:r>
            <a:r>
              <a:rPr lang="en-US" altLang="zh-CN" sz="1890" b="1" dirty="0"/>
              <a:t>:</a:t>
            </a:r>
            <a:endParaRPr lang="zh-CN" altLang="en-US" sz="1890" b="1" dirty="0"/>
          </a:p>
        </p:txBody>
      </p:sp>
      <p:grpSp>
        <p:nvGrpSpPr>
          <p:cNvPr id="132109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5670709" cy="509270"/>
            <a:chOff x="-2183293" y="-680119"/>
            <a:chExt cx="7200900" cy="646692"/>
          </a:xfrm>
        </p:grpSpPr>
        <p:sp>
          <p:nvSpPr>
            <p:cNvPr id="132111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2183293" y="-680119"/>
              <a:ext cx="7200900" cy="635001"/>
            </a:xfrm>
            <a:prstGeom prst="rect">
              <a:avLst/>
            </a:prstGeom>
            <a:solidFill>
              <a:srgbClr val="F6F7F8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2112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2183293" y="-680119"/>
              <a:ext cx="190500" cy="635001"/>
            </a:xfrm>
            <a:prstGeom prst="rect">
              <a:avLst/>
            </a:prstGeom>
            <a:solidFill>
              <a:srgbClr val="639EF4">
                <a:alpha val="50195"/>
              </a:srgbClr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algn="ctr">
                  <a:solidFill>
                    <a:srgbClr val="002BB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2113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860753" y="-680119"/>
              <a:ext cx="1905001" cy="635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048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132114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539953" y="-54142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EF3B09C-3617-3CDF-96DF-9C047EF8BFD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5314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0515" y="617955"/>
            <a:ext cx="3459054" cy="38379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3200" b="1" cap="none" dirty="0">
                <a:solidFill>
                  <a:srgbClr val="FF0000"/>
                </a:solidFill>
              </a:rPr>
              <a:t>2. switch</a:t>
            </a:r>
            <a:r>
              <a:rPr lang="zh-CN" altLang="en-US" sz="3200" b="1" cap="none" dirty="0">
                <a:solidFill>
                  <a:srgbClr val="FF0000"/>
                </a:solidFill>
              </a:rPr>
              <a:t>语句</a:t>
            </a:r>
          </a:p>
        </p:txBody>
      </p:sp>
      <p:grpSp>
        <p:nvGrpSpPr>
          <p:cNvPr id="118787" name="Group 8"/>
          <p:cNvGrpSpPr>
            <a:grpSpLocks/>
          </p:cNvGrpSpPr>
          <p:nvPr/>
        </p:nvGrpSpPr>
        <p:grpSpPr bwMode="auto">
          <a:xfrm>
            <a:off x="940306" y="1779387"/>
            <a:ext cx="4424627" cy="1281410"/>
            <a:chOff x="974" y="1166"/>
            <a:chExt cx="3647" cy="1025"/>
          </a:xfrm>
        </p:grpSpPr>
        <p:grpSp>
          <p:nvGrpSpPr>
            <p:cNvPr id="118789" name="Group 9"/>
            <p:cNvGrpSpPr>
              <a:grpSpLocks/>
            </p:cNvGrpSpPr>
            <p:nvPr/>
          </p:nvGrpSpPr>
          <p:grpSpPr bwMode="auto">
            <a:xfrm>
              <a:off x="974" y="1166"/>
              <a:ext cx="2091" cy="369"/>
              <a:chOff x="974" y="1166"/>
              <a:chExt cx="2091" cy="369"/>
            </a:xfrm>
          </p:grpSpPr>
          <p:sp>
            <p:nvSpPr>
              <p:cNvPr id="118797" name="直接连接符 11"/>
              <p:cNvSpPr>
                <a:spLocks noChangeShapeType="1"/>
              </p:cNvSpPr>
              <p:nvPr/>
            </p:nvSpPr>
            <p:spPr bwMode="auto">
              <a:xfrm>
                <a:off x="1247" y="1302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8798" name="椭圆 4"/>
              <p:cNvSpPr>
                <a:spLocks noChangeArrowheads="1"/>
              </p:cNvSpPr>
              <p:nvPr/>
            </p:nvSpPr>
            <p:spPr bwMode="auto">
              <a:xfrm>
                <a:off x="974" y="1212"/>
                <a:ext cx="247" cy="242"/>
              </a:xfrm>
              <a:prstGeom prst="ellipse">
                <a:avLst/>
              </a:prstGeom>
              <a:solidFill>
                <a:srgbClr val="DBB400"/>
              </a:solidFill>
              <a:ln w="254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r>
                  <a:rPr lang="en-US" altLang="zh-CN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Verdana" pitchFamily="34" charset="0"/>
                    <a:sym typeface="Verdana" pitchFamily="34" charset="0"/>
                  </a:rPr>
                  <a:t>1</a:t>
                </a:r>
                <a:endParaRPr lang="zh-CN" altLang="en-US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1692" name="Text Box 12"/>
              <p:cNvSpPr txBox="1">
                <a:spLocks noChangeArrowheads="1"/>
              </p:cNvSpPr>
              <p:nvPr/>
            </p:nvSpPr>
            <p:spPr bwMode="auto">
              <a:xfrm>
                <a:off x="1623" y="1166"/>
                <a:ext cx="1442" cy="3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20000"/>
                  </a:spcBef>
                  <a:buFont typeface="Arial" charset="0"/>
                  <a:buNone/>
                  <a:defRPr/>
                </a:pPr>
                <a:r>
                  <a:rPr lang="zh-CN" altLang="en-US"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sym typeface="Verdana" pitchFamily="34" charset="0"/>
                  </a:rPr>
                  <a:t>常用形式</a:t>
                </a:r>
              </a:p>
            </p:txBody>
          </p:sp>
        </p:grpSp>
        <p:grpSp>
          <p:nvGrpSpPr>
            <p:cNvPr id="118790" name="Group 13"/>
            <p:cNvGrpSpPr>
              <a:grpSpLocks/>
            </p:cNvGrpSpPr>
            <p:nvPr/>
          </p:nvGrpSpPr>
          <p:grpSpPr bwMode="auto">
            <a:xfrm>
              <a:off x="974" y="1575"/>
              <a:ext cx="3647" cy="616"/>
              <a:chOff x="969" y="1575"/>
              <a:chExt cx="3647" cy="616"/>
            </a:xfrm>
          </p:grpSpPr>
          <p:sp>
            <p:nvSpPr>
              <p:cNvPr id="118791" name="直接连接符 13"/>
              <p:cNvSpPr>
                <a:spLocks noChangeShapeType="1"/>
              </p:cNvSpPr>
              <p:nvPr/>
            </p:nvSpPr>
            <p:spPr bwMode="auto">
              <a:xfrm>
                <a:off x="1242" y="2028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8792" name="椭圆 5"/>
              <p:cNvSpPr>
                <a:spLocks noChangeArrowheads="1"/>
              </p:cNvSpPr>
              <p:nvPr/>
            </p:nvSpPr>
            <p:spPr bwMode="auto">
              <a:xfrm>
                <a:off x="969" y="1575"/>
                <a:ext cx="247" cy="242"/>
              </a:xfrm>
              <a:prstGeom prst="ellipse">
                <a:avLst/>
              </a:prstGeom>
              <a:solidFill>
                <a:srgbClr val="DBB400"/>
              </a:solidFill>
              <a:ln w="254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Verdana" pitchFamily="34" charset="0"/>
                    <a:sym typeface="Verdana" pitchFamily="34" charset="0"/>
                  </a:rPr>
                  <a:t>2</a:t>
                </a:r>
                <a:endParaRPr lang="zh-CN" altLang="en-US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8793" name="椭圆 6"/>
              <p:cNvSpPr>
                <a:spLocks noChangeArrowheads="1"/>
              </p:cNvSpPr>
              <p:nvPr/>
            </p:nvSpPr>
            <p:spPr bwMode="auto">
              <a:xfrm>
                <a:off x="969" y="1892"/>
                <a:ext cx="247" cy="242"/>
              </a:xfrm>
              <a:prstGeom prst="ellipse">
                <a:avLst/>
              </a:prstGeom>
              <a:solidFill>
                <a:srgbClr val="DBB400"/>
              </a:solidFill>
              <a:ln w="254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r>
                  <a:rPr lang="en-US" altLang="zh-CN"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Verdana" pitchFamily="34" charset="0"/>
                    <a:sym typeface="Verdana" pitchFamily="34" charset="0"/>
                  </a:rPr>
                  <a:t>3</a:t>
                </a:r>
                <a:endParaRPr lang="zh-CN" altLang="en-US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1697" name="Text Box 17"/>
              <p:cNvSpPr txBox="1">
                <a:spLocks noChangeArrowheads="1"/>
              </p:cNvSpPr>
              <p:nvPr/>
            </p:nvSpPr>
            <p:spPr bwMode="auto">
              <a:xfrm>
                <a:off x="1610" y="1575"/>
                <a:ext cx="3006" cy="3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20000"/>
                  </a:spcBef>
                  <a:buFont typeface="Arial" charset="0"/>
                  <a:buNone/>
                  <a:defRPr/>
                </a:pPr>
                <a:r>
                  <a:rPr lang="zh-CN" alt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sym typeface="Verdana" pitchFamily="34" charset="0"/>
                  </a:rPr>
                  <a:t>执行过程</a:t>
                </a:r>
                <a:endParaRPr lang="en-US" altLang="zh-CN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sym typeface="Verdana" pitchFamily="34" charset="0"/>
                </a:endParaRPr>
              </a:p>
            </p:txBody>
          </p:sp>
          <p:sp>
            <p:nvSpPr>
              <p:cNvPr id="71698" name="Text Box 18"/>
              <p:cNvSpPr txBox="1">
                <a:spLocks noChangeArrowheads="1"/>
              </p:cNvSpPr>
              <p:nvPr/>
            </p:nvSpPr>
            <p:spPr bwMode="auto">
              <a:xfrm>
                <a:off x="1618" y="1822"/>
                <a:ext cx="2953" cy="3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anchor="ctr">
                <a:spAutoFit/>
              </a:bodyPr>
              <a:lstStyle/>
              <a:p>
                <a:pPr>
                  <a:defRPr/>
                </a:pPr>
                <a:r>
                  <a:rPr lang="zh-CN" alt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sym typeface="Verdana" pitchFamily="34" charset="0"/>
                  </a:rPr>
                  <a:t> 注意事项</a:t>
                </a:r>
              </a:p>
            </p:txBody>
          </p:sp>
          <p:sp>
            <p:nvSpPr>
              <p:cNvPr id="118796" name="直接连接符 11"/>
              <p:cNvSpPr>
                <a:spLocks noChangeShapeType="1"/>
              </p:cNvSpPr>
              <p:nvPr/>
            </p:nvSpPr>
            <p:spPr bwMode="auto">
              <a:xfrm>
                <a:off x="1238" y="1711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71702" name="Text Box 22"/>
          <p:cNvSpPr txBox="1">
            <a:spLocks noChangeArrowheads="1"/>
          </p:cNvSpPr>
          <p:nvPr/>
        </p:nvSpPr>
        <p:spPr bwMode="auto">
          <a:xfrm>
            <a:off x="3964873" y="1454897"/>
            <a:ext cx="4424876" cy="228864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1954" tIns="35977" rIns="71954" bIns="3597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179388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70063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9235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9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67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63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21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switch(表达式)</a:t>
            </a:r>
            <a:endParaRPr lang="zh-CN" altLang="en-US" b="1" dirty="0">
              <a:latin typeface="Times New Roman" pitchFamily="18" charset="0"/>
              <a:ea typeface="华文细黑" panose="02010600040101010101" pitchFamily="2" charset="-122"/>
              <a:cs typeface="宋体" pitchFamily="2" charset="-122"/>
            </a:endParaRPr>
          </a:p>
          <a:p>
            <a:pPr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{ </a:t>
            </a:r>
            <a:endParaRPr lang="en-US" altLang="zh-CN" b="1" dirty="0">
              <a:latin typeface="Times New Roman" pitchFamily="18" charset="0"/>
              <a:ea typeface="华文细黑" panose="02010600040101010101" pitchFamily="2" charset="-122"/>
              <a:cs typeface="宋体" pitchFamily="2" charset="-122"/>
            </a:endParaRPr>
          </a:p>
          <a:p>
            <a:pPr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   </a:t>
            </a: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case  常量表达式1:  语句组1;  </a:t>
            </a:r>
            <a:r>
              <a:rPr lang="zh-CN" altLang="zh-CN" b="1" dirty="0">
                <a:solidFill>
                  <a:srgbClr val="FF0000"/>
                </a:solidFill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break;</a:t>
            </a:r>
          </a:p>
          <a:p>
            <a:pPr eaLnBrk="1" hangingPunct="1">
              <a:defRPr/>
            </a:pP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 </a:t>
            </a:r>
            <a:r>
              <a:rPr lang="en-US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case  常量表达式2:  语句组2;  </a:t>
            </a:r>
            <a:r>
              <a:rPr lang="zh-CN" altLang="zh-CN" b="1" dirty="0">
                <a:solidFill>
                  <a:srgbClr val="FF0000"/>
                </a:solidFill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break;</a:t>
            </a:r>
          </a:p>
          <a:p>
            <a:pPr eaLnBrk="1" hangingPunct="1">
              <a:defRPr/>
            </a:pP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 </a:t>
            </a:r>
            <a:r>
              <a:rPr lang="en-US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  </a:t>
            </a: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┇</a:t>
            </a:r>
          </a:p>
          <a:p>
            <a:pPr eaLnBrk="1" hangingPunct="1">
              <a:defRPr/>
            </a:pP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  </a:t>
            </a:r>
            <a:r>
              <a:rPr lang="en-US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</a:t>
            </a: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case  常量表达式n:  语句组n;  </a:t>
            </a:r>
            <a:r>
              <a:rPr lang="zh-CN" altLang="zh-CN" b="1" dirty="0">
                <a:solidFill>
                  <a:srgbClr val="FF0000"/>
                </a:solidFill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break;</a:t>
            </a:r>
          </a:p>
          <a:p>
            <a:pPr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   </a:t>
            </a: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default:  语句组n+1;</a:t>
            </a:r>
          </a:p>
          <a:p>
            <a:pPr eaLnBrk="1" hangingPunct="1">
              <a:defRPr/>
            </a:pPr>
            <a:r>
              <a:rPr lang="en-US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   </a:t>
            </a:r>
            <a:r>
              <a:rPr lang="zh-CN" altLang="zh-CN" b="1" dirty="0">
                <a:latin typeface="Times New Roman" pitchFamily="18" charset="0"/>
                <a:ea typeface="华文细黑" panose="02010600040101010101" pitchFamily="2" charset="-122"/>
                <a:cs typeface="宋体" pitchFamily="2" charset="-122"/>
              </a:rPr>
              <a:t>}</a:t>
            </a:r>
            <a:endParaRPr lang="en-US" altLang="zh-CN" b="1" dirty="0">
              <a:latin typeface="Times New Roman" pitchFamily="18" charset="0"/>
              <a:ea typeface="华文细黑" panose="02010600040101010101" pitchFamily="2" charset="-122"/>
              <a:cs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内容占位符 2"/>
          <p:cNvSpPr>
            <a:spLocks noGrp="1"/>
          </p:cNvSpPr>
          <p:nvPr>
            <p:ph idx="4294967295"/>
          </p:nvPr>
        </p:nvSpPr>
        <p:spPr bwMode="auto">
          <a:xfrm>
            <a:off x="2554288" y="1130300"/>
            <a:ext cx="5618162" cy="360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954" tIns="35977" rIns="71954" bIns="35977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{ 	int </a:t>
            </a:r>
            <a:r>
              <a:rPr lang="en-US" altLang="zh-CN" sz="1600" b="1" dirty="0" err="1">
                <a:latin typeface="+mn-ea"/>
              </a:rPr>
              <a:t>cj</a:t>
            </a:r>
            <a:r>
              <a:rPr lang="en-US" altLang="zh-CN" sz="1600" b="1" dirty="0">
                <a:latin typeface="+mn-ea"/>
              </a:rPr>
              <a:t>;	char </a:t>
            </a:r>
            <a:r>
              <a:rPr lang="en-US" altLang="zh-CN" sz="1600" b="1" dirty="0" err="1">
                <a:latin typeface="+mn-ea"/>
              </a:rPr>
              <a:t>dj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("input:");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("%d",&amp;</a:t>
            </a:r>
            <a:r>
              <a:rPr lang="en-US" altLang="zh-CN" sz="1600" b="1" dirty="0" err="1">
                <a:latin typeface="+mn-ea"/>
              </a:rPr>
              <a:t>cj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switch(</a:t>
            </a:r>
            <a:r>
              <a:rPr lang="en-US" altLang="zh-CN" sz="1600" b="1" dirty="0" err="1">
                <a:latin typeface="+mn-ea"/>
              </a:rPr>
              <a:t>cj</a:t>
            </a:r>
            <a:r>
              <a:rPr lang="en-US" altLang="zh-CN" sz="1600" b="1" dirty="0">
                <a:latin typeface="+mn-ea"/>
              </a:rPr>
              <a:t>/10)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     case 10:  case 9:dj='</a:t>
            </a:r>
            <a:r>
              <a:rPr lang="en-US" altLang="zh-CN" sz="1600" b="1" dirty="0" err="1">
                <a:latin typeface="+mn-ea"/>
              </a:rPr>
              <a:t>a’;break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case 8:dj='</a:t>
            </a:r>
            <a:r>
              <a:rPr lang="en-US" altLang="zh-CN" sz="1600" b="1" dirty="0" err="1">
                <a:latin typeface="+mn-ea"/>
              </a:rPr>
              <a:t>b’;break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case 7:dj='</a:t>
            </a:r>
            <a:r>
              <a:rPr lang="en-US" altLang="zh-CN" sz="1600" b="1" dirty="0" err="1">
                <a:latin typeface="+mn-ea"/>
              </a:rPr>
              <a:t>c’;break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case 6:dj='</a:t>
            </a:r>
            <a:r>
              <a:rPr lang="en-US" altLang="zh-CN" sz="1600" b="1" dirty="0" err="1">
                <a:latin typeface="+mn-ea"/>
              </a:rPr>
              <a:t>d’;break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</a:t>
            </a:r>
            <a:r>
              <a:rPr lang="en-US" altLang="zh-CN" sz="1600" b="1" dirty="0" err="1">
                <a:latin typeface="+mn-ea"/>
              </a:rPr>
              <a:t>default:dj</a:t>
            </a:r>
            <a:r>
              <a:rPr lang="en-US" altLang="zh-CN" sz="1600" b="1" dirty="0">
                <a:latin typeface="+mn-ea"/>
              </a:rPr>
              <a:t>='e';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	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</a:t>
            </a:r>
            <a:r>
              <a:rPr lang="zh-CN" altLang="en-US" sz="1600" b="1" dirty="0">
                <a:latin typeface="+mn-ea"/>
              </a:rPr>
              <a:t>成绩</a:t>
            </a:r>
            <a:r>
              <a:rPr lang="en-US" altLang="zh-CN" sz="1600" b="1" dirty="0">
                <a:latin typeface="+mn-ea"/>
              </a:rPr>
              <a:t>%d</a:t>
            </a:r>
            <a:r>
              <a:rPr lang="zh-CN" altLang="en-US" sz="1600" b="1" dirty="0">
                <a:latin typeface="+mn-ea"/>
              </a:rPr>
              <a:t>的等级为</a:t>
            </a:r>
            <a:r>
              <a:rPr lang="en-US" altLang="zh-CN" sz="1600" b="1" dirty="0">
                <a:latin typeface="+mn-ea"/>
              </a:rPr>
              <a:t>%c\n",</a:t>
            </a:r>
            <a:r>
              <a:rPr lang="en-US" altLang="zh-CN" sz="1600" b="1" dirty="0" err="1">
                <a:latin typeface="+mn-ea"/>
              </a:rPr>
              <a:t>cj,dj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4AC6DD-8839-4A12-B4F1-942E31559C99}"/>
              </a:ext>
            </a:extLst>
          </p:cNvPr>
          <p:cNvSpPr txBox="1"/>
          <p:nvPr/>
        </p:nvSpPr>
        <p:spPr>
          <a:xfrm>
            <a:off x="2050846" y="194661"/>
            <a:ext cx="5218791" cy="74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输入一百分制成绩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,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要求输出成绩等级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'A'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、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'B'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、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'C'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、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'D'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、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'E'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。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90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分以上为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'A'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，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80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～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89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分为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'B'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，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70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～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79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分为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'C'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，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60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～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69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为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'D',60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分以下为</a:t>
            </a:r>
            <a:r>
              <a:rPr lang="en-US" altLang="zh-CN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'E'</a:t>
            </a:r>
            <a:r>
              <a:rPr lang="zh-CN" altLang="en-US" sz="1418" dirty="0">
                <a:latin typeface="黑体" pitchFamily="49" charset="-122"/>
                <a:ea typeface="黑体" pitchFamily="49" charset="-122"/>
                <a:cs typeface="宋体" pitchFamily="2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972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91665" y="546497"/>
            <a:ext cx="6464300" cy="38379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l"/>
            <a:r>
              <a:rPr lang="zh-CN" altLang="en-US" sz="2835" dirty="0"/>
              <a:t>注意</a:t>
            </a:r>
            <a:r>
              <a:rPr lang="en-US" altLang="zh-CN" sz="2835" dirty="0"/>
              <a:t>:</a:t>
            </a:r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1891665" y="1153448"/>
            <a:ext cx="5360670" cy="312008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148" tIns="8499" rIns="14164" bIns="8499" anchor="ctr"/>
          <a:lstStyle>
            <a:lvl1pPr marL="177800" indent="-1778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1pPr>
            <a:lvl2pPr marL="80168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2pPr>
            <a:lvl3pPr marL="1527175" indent="-3429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3pPr>
            <a:lvl4pPr marL="2011363" indent="-3048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4pPr>
            <a:lvl5pPr marL="2495550" indent="-3048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5pPr>
            <a:lvl6pPr marL="295275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6pPr>
            <a:lvl7pPr marL="340995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7pPr>
            <a:lvl8pPr marL="386715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8pPr>
            <a:lvl9pPr marL="432435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9pPr>
          </a:lstStyle>
          <a:p>
            <a:pPr marL="359764" indent="-359764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switch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后的表达式类型只能是整型、字符型或枚举型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sz="2205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不可以是浮点型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endParaRPr lang="zh-CN" altLang="en-US" sz="189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59764" indent="-359764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case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后常量</a:t>
            </a:r>
            <a:r>
              <a:rPr lang="zh-CN" altLang="en-US" sz="189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表达式的值必须各不相同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，且</a:t>
            </a:r>
            <a:r>
              <a:rPr lang="zh-CN" altLang="en-US" sz="189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不可有变量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</a:p>
          <a:p>
            <a:pPr marL="359764" indent="-359764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各语句组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可为一或多条语句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),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 不需用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{}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扩起</a:t>
            </a:r>
          </a:p>
          <a:p>
            <a:pPr marL="359764" indent="-359764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default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子句可在任意位置，当与所有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case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不匹配，则从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default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执行起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1814157" y="1153602"/>
            <a:ext cx="5515689" cy="255282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148" tIns="8499" rIns="14164" bIns="8499" anchor="ctr"/>
          <a:lstStyle>
            <a:lvl1pPr marL="177800" indent="-1778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1pPr>
            <a:lvl2pPr marL="80168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2pPr>
            <a:lvl3pPr marL="1527175" indent="-3429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3pPr>
            <a:lvl4pPr marL="2011363" indent="-3048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4pPr>
            <a:lvl5pPr marL="2495550" indent="-3048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5pPr>
            <a:lvl6pPr marL="295275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6pPr>
            <a:lvl7pPr marL="340995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7pPr>
            <a:lvl8pPr marL="386715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8pPr>
            <a:lvl9pPr marL="4324350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945"/>
              </a:spcBef>
              <a:buNone/>
              <a:defRPr/>
            </a:pP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5.default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子句可省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此时若无常量值可匹配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,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不执行任何操作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endParaRPr lang="zh-CN" altLang="en-US" sz="189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945"/>
              </a:spcBef>
              <a:buNone/>
              <a:defRPr/>
            </a:pP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6.switch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语句可嵌套。</a:t>
            </a:r>
          </a:p>
          <a:p>
            <a:pPr marL="0" indent="0">
              <a:lnSpc>
                <a:spcPct val="150000"/>
              </a:lnSpc>
              <a:spcBef>
                <a:spcPts val="945"/>
              </a:spcBef>
              <a:buNone/>
              <a:defRPr/>
            </a:pP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7.</a:t>
            </a:r>
            <a:r>
              <a:rPr lang="zh-CN" altLang="en-US" sz="189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语法的角度</a:t>
            </a:r>
            <a:r>
              <a:rPr lang="en-US" altLang="zh-CN" sz="189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,break</a:t>
            </a:r>
            <a:r>
              <a:rPr lang="zh-CN" altLang="en-US" sz="189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语句并不是其中的必需成份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ts val="945"/>
              </a:spcBef>
              <a:buNone/>
              <a:defRPr/>
            </a:pP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8.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允许多个</a:t>
            </a:r>
            <a:r>
              <a:rPr lang="en-US" altLang="zh-CN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case</a:t>
            </a:r>
            <a:r>
              <a:rPr lang="zh-CN" altLang="en-US" sz="189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共用一组语句。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22878" y="1059057"/>
            <a:ext cx="3566518" cy="38379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zh-CN" altLang="en-US" sz="2835" dirty="0"/>
              <a:t>多个</a:t>
            </a:r>
            <a:r>
              <a:rPr lang="en-US" altLang="zh-CN" sz="2835" dirty="0"/>
              <a:t>case</a:t>
            </a:r>
            <a:r>
              <a:rPr lang="zh-CN" altLang="en-US" sz="2835" dirty="0"/>
              <a:t>共用一组语句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2338978" y="1635322"/>
            <a:ext cx="3350419" cy="2108599"/>
          </a:xfrm>
          <a:prstGeom prst="rect">
            <a:avLst/>
          </a:prstGeom>
          <a:noFill/>
          <a:ln>
            <a:noFill/>
          </a:ln>
          <a:effectLst/>
        </p:spPr>
        <p:txBody>
          <a:bodyPr lIns="71954" tIns="35977" rIns="71954" bIns="35977" anchor="ctr">
            <a:spAutoFit/>
          </a:bodyPr>
          <a:lstStyle/>
          <a:p>
            <a:pPr indent="538818"/>
            <a:r>
              <a:rPr lang="en-US" altLang="zh-CN" sz="1890" b="1" dirty="0">
                <a:latin typeface="Times New Roman" pitchFamily="18" charset="0"/>
              </a:rPr>
              <a:t>switch(x)</a:t>
            </a:r>
          </a:p>
          <a:p>
            <a:pPr indent="538818"/>
            <a:r>
              <a:rPr lang="en-US" altLang="zh-CN" sz="1890" b="1" dirty="0">
                <a:latin typeface="Times New Roman" pitchFamily="18" charset="0"/>
              </a:rPr>
              <a:t>   { </a:t>
            </a:r>
          </a:p>
          <a:p>
            <a:pPr indent="538818"/>
            <a:r>
              <a:rPr lang="en-US" altLang="zh-CN" sz="1890" b="1" dirty="0">
                <a:latin typeface="Times New Roman" pitchFamily="18" charset="0"/>
              </a:rPr>
              <a:t>     case 1:</a:t>
            </a:r>
          </a:p>
          <a:p>
            <a:pPr indent="538818"/>
            <a:r>
              <a:rPr lang="en-US" altLang="zh-CN" sz="1890" b="1" dirty="0">
                <a:latin typeface="Times New Roman" pitchFamily="18" charset="0"/>
              </a:rPr>
              <a:t>     case 2:</a:t>
            </a:r>
          </a:p>
          <a:p>
            <a:pPr indent="538818"/>
            <a:r>
              <a:rPr lang="en-US" altLang="zh-CN" sz="1890" b="1" dirty="0">
                <a:latin typeface="Times New Roman" pitchFamily="18" charset="0"/>
              </a:rPr>
              <a:t>     case 3:a++;b++; break;</a:t>
            </a:r>
          </a:p>
          <a:p>
            <a:pPr indent="538818"/>
            <a:r>
              <a:rPr lang="en-US" altLang="zh-CN" sz="1890" b="1" dirty="0">
                <a:latin typeface="Times New Roman" pitchFamily="18" charset="0"/>
              </a:rPr>
              <a:t>     case 4:c++;break;</a:t>
            </a:r>
          </a:p>
          <a:p>
            <a:pPr indent="538818"/>
            <a:r>
              <a:rPr lang="en-US" altLang="zh-CN" sz="1890" b="1" dirty="0">
                <a:latin typeface="Times New Roman" pitchFamily="18" charset="0"/>
              </a:rPr>
              <a:t>   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0B7C81C-4A6C-3846-A3C4-2682FD8E93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91640" y="635000"/>
            <a:ext cx="5760720" cy="460197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#include&lt;stdio.h&gt;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 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x=1,y=0,a=0,b=0;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switch(x)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{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case 1: switch(y)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 	{case 0:a++; break;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 case 1:b++; break;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break;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case 2: a++; break;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("a=%</a:t>
            </a:r>
            <a:r>
              <a:rPr lang="en-US" altLang="zh-CN" sz="1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d,b</a:t>
            </a:r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=%d\n",</a:t>
            </a:r>
            <a:r>
              <a:rPr lang="en-US" altLang="zh-CN" sz="1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</a:t>
            </a:r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  <a:r>
              <a:rPr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zh-CN" altLang="en-US" sz="1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1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1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0417A8-6E46-5AE5-1869-B6FFCD826F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90931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530C1E6-21A1-159F-8285-D6E41645602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7200900" cy="635000"/>
            <a:chOff x="-971550" y="0"/>
            <a:chExt cx="72009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C0E23E4D-CEAC-0C2F-2827-8D2E60B727B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-971550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3880339F-E099-034F-5393-5078CBAC65A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97155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5589A23E-3CA8-7CDD-FDCD-1097BA0F9DE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-71755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2699C107-7BF5-7F43-46F9-7A8B31D0833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5543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7D54D18-CE2A-4171-5886-5F8C9F57B4C6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68062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65207" y="625932"/>
            <a:ext cx="6464300" cy="38379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CN" sz="3150" i="1" dirty="0">
                <a:latin typeface="Palatino Linotype" pitchFamily="18" charset="0"/>
              </a:rPr>
              <a:t>switch</a:t>
            </a:r>
            <a:r>
              <a:rPr lang="en-US" altLang="zh-CN" sz="3150" dirty="0"/>
              <a:t> </a:t>
            </a:r>
            <a:r>
              <a:rPr lang="zh-CN" altLang="en-US" sz="3150" dirty="0"/>
              <a:t>语句流程图  </a:t>
            </a:r>
            <a:r>
              <a:rPr lang="en-US" altLang="zh-CN" sz="2205" dirty="0">
                <a:latin typeface="Times New Roman" pitchFamily="18" charset="0"/>
              </a:rPr>
              <a:t>(</a:t>
            </a:r>
            <a:r>
              <a:rPr lang="zh-CN" altLang="en-US" sz="2205" dirty="0">
                <a:latin typeface="Times New Roman" pitchFamily="18" charset="0"/>
              </a:rPr>
              <a:t>不带</a:t>
            </a:r>
            <a:r>
              <a:rPr lang="en-US" altLang="zh-CN" sz="2205" dirty="0">
                <a:latin typeface="Times New Roman" pitchFamily="18" charset="0"/>
              </a:rPr>
              <a:t>break)</a:t>
            </a:r>
          </a:p>
        </p:txBody>
      </p:sp>
      <p:grpSp>
        <p:nvGrpSpPr>
          <p:cNvPr id="123907" name="Group 261"/>
          <p:cNvGrpSpPr>
            <a:grpSpLocks/>
          </p:cNvGrpSpPr>
          <p:nvPr/>
        </p:nvGrpSpPr>
        <p:grpSpPr bwMode="auto">
          <a:xfrm>
            <a:off x="1762714" y="1495366"/>
            <a:ext cx="5466205" cy="2760630"/>
            <a:chOff x="354" y="822"/>
            <a:chExt cx="5267" cy="2945"/>
          </a:xfrm>
        </p:grpSpPr>
        <p:grpSp>
          <p:nvGrpSpPr>
            <p:cNvPr id="123908" name="Group 5"/>
            <p:cNvGrpSpPr>
              <a:grpSpLocks/>
            </p:cNvGrpSpPr>
            <p:nvPr/>
          </p:nvGrpSpPr>
          <p:grpSpPr bwMode="auto">
            <a:xfrm>
              <a:off x="354" y="1249"/>
              <a:ext cx="5267" cy="2026"/>
              <a:chOff x="354" y="1249"/>
              <a:chExt cx="5289" cy="2004"/>
            </a:xfrm>
          </p:grpSpPr>
          <p:sp>
            <p:nvSpPr>
              <p:cNvPr id="123953" name="Line 6"/>
              <p:cNvSpPr>
                <a:spLocks noChangeShapeType="1"/>
              </p:cNvSpPr>
              <p:nvPr/>
            </p:nvSpPr>
            <p:spPr bwMode="auto">
              <a:xfrm>
                <a:off x="354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4" name="Line 7"/>
              <p:cNvSpPr>
                <a:spLocks noChangeShapeType="1"/>
              </p:cNvSpPr>
              <p:nvPr/>
            </p:nvSpPr>
            <p:spPr bwMode="auto">
              <a:xfrm>
                <a:off x="427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5" name="Line 8"/>
              <p:cNvSpPr>
                <a:spLocks noChangeShapeType="1"/>
              </p:cNvSpPr>
              <p:nvPr/>
            </p:nvSpPr>
            <p:spPr bwMode="auto">
              <a:xfrm>
                <a:off x="499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6" name="Line 9"/>
              <p:cNvSpPr>
                <a:spLocks noChangeShapeType="1"/>
              </p:cNvSpPr>
              <p:nvPr/>
            </p:nvSpPr>
            <p:spPr bwMode="auto">
              <a:xfrm>
                <a:off x="572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7" name="Line 10"/>
              <p:cNvSpPr>
                <a:spLocks noChangeShapeType="1"/>
              </p:cNvSpPr>
              <p:nvPr/>
            </p:nvSpPr>
            <p:spPr bwMode="auto">
              <a:xfrm>
                <a:off x="644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8" name="Line 11"/>
              <p:cNvSpPr>
                <a:spLocks noChangeShapeType="1"/>
              </p:cNvSpPr>
              <p:nvPr/>
            </p:nvSpPr>
            <p:spPr bwMode="auto">
              <a:xfrm>
                <a:off x="717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9" name="Line 12"/>
              <p:cNvSpPr>
                <a:spLocks noChangeShapeType="1"/>
              </p:cNvSpPr>
              <p:nvPr/>
            </p:nvSpPr>
            <p:spPr bwMode="auto">
              <a:xfrm>
                <a:off x="790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0" name="Line 13"/>
              <p:cNvSpPr>
                <a:spLocks noChangeShapeType="1"/>
              </p:cNvSpPr>
              <p:nvPr/>
            </p:nvSpPr>
            <p:spPr bwMode="auto">
              <a:xfrm>
                <a:off x="862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1" name="Line 14"/>
              <p:cNvSpPr>
                <a:spLocks noChangeShapeType="1"/>
              </p:cNvSpPr>
              <p:nvPr/>
            </p:nvSpPr>
            <p:spPr bwMode="auto">
              <a:xfrm>
                <a:off x="935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2" name="Line 15"/>
              <p:cNvSpPr>
                <a:spLocks noChangeShapeType="1"/>
              </p:cNvSpPr>
              <p:nvPr/>
            </p:nvSpPr>
            <p:spPr bwMode="auto">
              <a:xfrm>
                <a:off x="1007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3" name="Line 16"/>
              <p:cNvSpPr>
                <a:spLocks noChangeShapeType="1"/>
              </p:cNvSpPr>
              <p:nvPr/>
            </p:nvSpPr>
            <p:spPr bwMode="auto">
              <a:xfrm>
                <a:off x="1080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4" name="Line 17"/>
              <p:cNvSpPr>
                <a:spLocks noChangeShapeType="1"/>
              </p:cNvSpPr>
              <p:nvPr/>
            </p:nvSpPr>
            <p:spPr bwMode="auto">
              <a:xfrm>
                <a:off x="1152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5" name="Line 18"/>
              <p:cNvSpPr>
                <a:spLocks noChangeShapeType="1"/>
              </p:cNvSpPr>
              <p:nvPr/>
            </p:nvSpPr>
            <p:spPr bwMode="auto">
              <a:xfrm>
                <a:off x="1225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6" name="Line 19"/>
              <p:cNvSpPr>
                <a:spLocks noChangeShapeType="1"/>
              </p:cNvSpPr>
              <p:nvPr/>
            </p:nvSpPr>
            <p:spPr bwMode="auto">
              <a:xfrm>
                <a:off x="1297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7" name="Line 20"/>
              <p:cNvSpPr>
                <a:spLocks noChangeShapeType="1"/>
              </p:cNvSpPr>
              <p:nvPr/>
            </p:nvSpPr>
            <p:spPr bwMode="auto">
              <a:xfrm>
                <a:off x="1370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8" name="Line 21"/>
              <p:cNvSpPr>
                <a:spLocks noChangeShapeType="1"/>
              </p:cNvSpPr>
              <p:nvPr/>
            </p:nvSpPr>
            <p:spPr bwMode="auto">
              <a:xfrm>
                <a:off x="1443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9" name="Line 22"/>
              <p:cNvSpPr>
                <a:spLocks noChangeShapeType="1"/>
              </p:cNvSpPr>
              <p:nvPr/>
            </p:nvSpPr>
            <p:spPr bwMode="auto">
              <a:xfrm>
                <a:off x="1515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0" name="Line 23"/>
              <p:cNvSpPr>
                <a:spLocks noChangeShapeType="1"/>
              </p:cNvSpPr>
              <p:nvPr/>
            </p:nvSpPr>
            <p:spPr bwMode="auto">
              <a:xfrm>
                <a:off x="1588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1" name="Line 24"/>
              <p:cNvSpPr>
                <a:spLocks noChangeShapeType="1"/>
              </p:cNvSpPr>
              <p:nvPr/>
            </p:nvSpPr>
            <p:spPr bwMode="auto">
              <a:xfrm>
                <a:off x="1660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2" name="Line 25"/>
              <p:cNvSpPr>
                <a:spLocks noChangeShapeType="1"/>
              </p:cNvSpPr>
              <p:nvPr/>
            </p:nvSpPr>
            <p:spPr bwMode="auto">
              <a:xfrm>
                <a:off x="1733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3" name="Line 26"/>
              <p:cNvSpPr>
                <a:spLocks noChangeShapeType="1"/>
              </p:cNvSpPr>
              <p:nvPr/>
            </p:nvSpPr>
            <p:spPr bwMode="auto">
              <a:xfrm>
                <a:off x="1805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4" name="Line 27"/>
              <p:cNvSpPr>
                <a:spLocks noChangeShapeType="1"/>
              </p:cNvSpPr>
              <p:nvPr/>
            </p:nvSpPr>
            <p:spPr bwMode="auto">
              <a:xfrm>
                <a:off x="1878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5" name="Line 28"/>
              <p:cNvSpPr>
                <a:spLocks noChangeShapeType="1"/>
              </p:cNvSpPr>
              <p:nvPr/>
            </p:nvSpPr>
            <p:spPr bwMode="auto">
              <a:xfrm>
                <a:off x="1950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6" name="Line 29"/>
              <p:cNvSpPr>
                <a:spLocks noChangeShapeType="1"/>
              </p:cNvSpPr>
              <p:nvPr/>
            </p:nvSpPr>
            <p:spPr bwMode="auto">
              <a:xfrm>
                <a:off x="2023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7" name="Line 30"/>
              <p:cNvSpPr>
                <a:spLocks noChangeShapeType="1"/>
              </p:cNvSpPr>
              <p:nvPr/>
            </p:nvSpPr>
            <p:spPr bwMode="auto">
              <a:xfrm>
                <a:off x="2096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8" name="Line 31"/>
              <p:cNvSpPr>
                <a:spLocks noChangeShapeType="1"/>
              </p:cNvSpPr>
              <p:nvPr/>
            </p:nvSpPr>
            <p:spPr bwMode="auto">
              <a:xfrm>
                <a:off x="2168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79" name="Line 32"/>
              <p:cNvSpPr>
                <a:spLocks noChangeShapeType="1"/>
              </p:cNvSpPr>
              <p:nvPr/>
            </p:nvSpPr>
            <p:spPr bwMode="auto">
              <a:xfrm>
                <a:off x="2241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0" name="Line 33"/>
              <p:cNvSpPr>
                <a:spLocks noChangeShapeType="1"/>
              </p:cNvSpPr>
              <p:nvPr/>
            </p:nvSpPr>
            <p:spPr bwMode="auto">
              <a:xfrm>
                <a:off x="2313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1" name="Line 34"/>
              <p:cNvSpPr>
                <a:spLocks noChangeShapeType="1"/>
              </p:cNvSpPr>
              <p:nvPr/>
            </p:nvSpPr>
            <p:spPr bwMode="auto">
              <a:xfrm>
                <a:off x="2386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2" name="Line 35"/>
              <p:cNvSpPr>
                <a:spLocks noChangeShapeType="1"/>
              </p:cNvSpPr>
              <p:nvPr/>
            </p:nvSpPr>
            <p:spPr bwMode="auto">
              <a:xfrm>
                <a:off x="2458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3" name="Line 36"/>
              <p:cNvSpPr>
                <a:spLocks noChangeShapeType="1"/>
              </p:cNvSpPr>
              <p:nvPr/>
            </p:nvSpPr>
            <p:spPr bwMode="auto">
              <a:xfrm>
                <a:off x="2531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4" name="Line 37"/>
              <p:cNvSpPr>
                <a:spLocks noChangeShapeType="1"/>
              </p:cNvSpPr>
              <p:nvPr/>
            </p:nvSpPr>
            <p:spPr bwMode="auto">
              <a:xfrm>
                <a:off x="2604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5" name="Line 38"/>
              <p:cNvSpPr>
                <a:spLocks noChangeShapeType="1"/>
              </p:cNvSpPr>
              <p:nvPr/>
            </p:nvSpPr>
            <p:spPr bwMode="auto">
              <a:xfrm>
                <a:off x="2676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6" name="Line 39"/>
              <p:cNvSpPr>
                <a:spLocks noChangeShapeType="1"/>
              </p:cNvSpPr>
              <p:nvPr/>
            </p:nvSpPr>
            <p:spPr bwMode="auto">
              <a:xfrm>
                <a:off x="2749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7" name="Line 40"/>
              <p:cNvSpPr>
                <a:spLocks noChangeShapeType="1"/>
              </p:cNvSpPr>
              <p:nvPr/>
            </p:nvSpPr>
            <p:spPr bwMode="auto">
              <a:xfrm>
                <a:off x="2821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8" name="Line 41"/>
              <p:cNvSpPr>
                <a:spLocks noChangeShapeType="1"/>
              </p:cNvSpPr>
              <p:nvPr/>
            </p:nvSpPr>
            <p:spPr bwMode="auto">
              <a:xfrm>
                <a:off x="2894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89" name="Line 42"/>
              <p:cNvSpPr>
                <a:spLocks noChangeShapeType="1"/>
              </p:cNvSpPr>
              <p:nvPr/>
            </p:nvSpPr>
            <p:spPr bwMode="auto">
              <a:xfrm>
                <a:off x="2966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0" name="Line 43"/>
              <p:cNvSpPr>
                <a:spLocks noChangeShapeType="1"/>
              </p:cNvSpPr>
              <p:nvPr/>
            </p:nvSpPr>
            <p:spPr bwMode="auto">
              <a:xfrm>
                <a:off x="3039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1" name="Line 44"/>
              <p:cNvSpPr>
                <a:spLocks noChangeShapeType="1"/>
              </p:cNvSpPr>
              <p:nvPr/>
            </p:nvSpPr>
            <p:spPr bwMode="auto">
              <a:xfrm>
                <a:off x="3111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2" name="Line 45"/>
              <p:cNvSpPr>
                <a:spLocks noChangeShapeType="1"/>
              </p:cNvSpPr>
              <p:nvPr/>
            </p:nvSpPr>
            <p:spPr bwMode="auto">
              <a:xfrm>
                <a:off x="3184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3" name="Line 46"/>
              <p:cNvSpPr>
                <a:spLocks noChangeShapeType="1"/>
              </p:cNvSpPr>
              <p:nvPr/>
            </p:nvSpPr>
            <p:spPr bwMode="auto">
              <a:xfrm>
                <a:off x="3257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4" name="Line 47"/>
              <p:cNvSpPr>
                <a:spLocks noChangeShapeType="1"/>
              </p:cNvSpPr>
              <p:nvPr/>
            </p:nvSpPr>
            <p:spPr bwMode="auto">
              <a:xfrm>
                <a:off x="3329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5" name="Line 48"/>
              <p:cNvSpPr>
                <a:spLocks noChangeShapeType="1"/>
              </p:cNvSpPr>
              <p:nvPr/>
            </p:nvSpPr>
            <p:spPr bwMode="auto">
              <a:xfrm>
                <a:off x="3402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6" name="Line 49"/>
              <p:cNvSpPr>
                <a:spLocks noChangeShapeType="1"/>
              </p:cNvSpPr>
              <p:nvPr/>
            </p:nvSpPr>
            <p:spPr bwMode="auto">
              <a:xfrm>
                <a:off x="3474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7" name="Line 50"/>
              <p:cNvSpPr>
                <a:spLocks noChangeShapeType="1"/>
              </p:cNvSpPr>
              <p:nvPr/>
            </p:nvSpPr>
            <p:spPr bwMode="auto">
              <a:xfrm>
                <a:off x="3547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8" name="Line 51"/>
              <p:cNvSpPr>
                <a:spLocks noChangeShapeType="1"/>
              </p:cNvSpPr>
              <p:nvPr/>
            </p:nvSpPr>
            <p:spPr bwMode="auto">
              <a:xfrm>
                <a:off x="3619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99" name="Line 52"/>
              <p:cNvSpPr>
                <a:spLocks noChangeShapeType="1"/>
              </p:cNvSpPr>
              <p:nvPr/>
            </p:nvSpPr>
            <p:spPr bwMode="auto">
              <a:xfrm>
                <a:off x="3692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0" name="Line 53"/>
              <p:cNvSpPr>
                <a:spLocks noChangeShapeType="1"/>
              </p:cNvSpPr>
              <p:nvPr/>
            </p:nvSpPr>
            <p:spPr bwMode="auto">
              <a:xfrm>
                <a:off x="3765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1" name="Line 54"/>
              <p:cNvSpPr>
                <a:spLocks noChangeShapeType="1"/>
              </p:cNvSpPr>
              <p:nvPr/>
            </p:nvSpPr>
            <p:spPr bwMode="auto">
              <a:xfrm>
                <a:off x="3837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2" name="Line 55"/>
              <p:cNvSpPr>
                <a:spLocks noChangeShapeType="1"/>
              </p:cNvSpPr>
              <p:nvPr/>
            </p:nvSpPr>
            <p:spPr bwMode="auto">
              <a:xfrm>
                <a:off x="3910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3" name="Line 56"/>
              <p:cNvSpPr>
                <a:spLocks noChangeShapeType="1"/>
              </p:cNvSpPr>
              <p:nvPr/>
            </p:nvSpPr>
            <p:spPr bwMode="auto">
              <a:xfrm>
                <a:off x="3982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4" name="Line 57"/>
              <p:cNvSpPr>
                <a:spLocks noChangeShapeType="1"/>
              </p:cNvSpPr>
              <p:nvPr/>
            </p:nvSpPr>
            <p:spPr bwMode="auto">
              <a:xfrm>
                <a:off x="4055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5" name="Line 58"/>
              <p:cNvSpPr>
                <a:spLocks noChangeShapeType="1"/>
              </p:cNvSpPr>
              <p:nvPr/>
            </p:nvSpPr>
            <p:spPr bwMode="auto">
              <a:xfrm>
                <a:off x="4127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6" name="Line 59"/>
              <p:cNvSpPr>
                <a:spLocks noChangeShapeType="1"/>
              </p:cNvSpPr>
              <p:nvPr/>
            </p:nvSpPr>
            <p:spPr bwMode="auto">
              <a:xfrm>
                <a:off x="4200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7" name="Line 60"/>
              <p:cNvSpPr>
                <a:spLocks noChangeShapeType="1"/>
              </p:cNvSpPr>
              <p:nvPr/>
            </p:nvSpPr>
            <p:spPr bwMode="auto">
              <a:xfrm>
                <a:off x="4272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8" name="Line 61"/>
              <p:cNvSpPr>
                <a:spLocks noChangeShapeType="1"/>
              </p:cNvSpPr>
              <p:nvPr/>
            </p:nvSpPr>
            <p:spPr bwMode="auto">
              <a:xfrm>
                <a:off x="4345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09" name="Line 62"/>
              <p:cNvSpPr>
                <a:spLocks noChangeShapeType="1"/>
              </p:cNvSpPr>
              <p:nvPr/>
            </p:nvSpPr>
            <p:spPr bwMode="auto">
              <a:xfrm>
                <a:off x="4418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0" name="Line 63"/>
              <p:cNvSpPr>
                <a:spLocks noChangeShapeType="1"/>
              </p:cNvSpPr>
              <p:nvPr/>
            </p:nvSpPr>
            <p:spPr bwMode="auto">
              <a:xfrm>
                <a:off x="4490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1" name="Line 64"/>
              <p:cNvSpPr>
                <a:spLocks noChangeShapeType="1"/>
              </p:cNvSpPr>
              <p:nvPr/>
            </p:nvSpPr>
            <p:spPr bwMode="auto">
              <a:xfrm>
                <a:off x="4563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2" name="Line 65"/>
              <p:cNvSpPr>
                <a:spLocks noChangeShapeType="1"/>
              </p:cNvSpPr>
              <p:nvPr/>
            </p:nvSpPr>
            <p:spPr bwMode="auto">
              <a:xfrm>
                <a:off x="4635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3" name="Line 66"/>
              <p:cNvSpPr>
                <a:spLocks noChangeShapeType="1"/>
              </p:cNvSpPr>
              <p:nvPr/>
            </p:nvSpPr>
            <p:spPr bwMode="auto">
              <a:xfrm>
                <a:off x="4708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4" name="Line 67"/>
              <p:cNvSpPr>
                <a:spLocks noChangeShapeType="1"/>
              </p:cNvSpPr>
              <p:nvPr/>
            </p:nvSpPr>
            <p:spPr bwMode="auto">
              <a:xfrm>
                <a:off x="4780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5" name="Line 68"/>
              <p:cNvSpPr>
                <a:spLocks noChangeShapeType="1"/>
              </p:cNvSpPr>
              <p:nvPr/>
            </p:nvSpPr>
            <p:spPr bwMode="auto">
              <a:xfrm>
                <a:off x="4853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6" name="Line 69"/>
              <p:cNvSpPr>
                <a:spLocks noChangeShapeType="1"/>
              </p:cNvSpPr>
              <p:nvPr/>
            </p:nvSpPr>
            <p:spPr bwMode="auto">
              <a:xfrm>
                <a:off x="4926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7" name="Line 70"/>
              <p:cNvSpPr>
                <a:spLocks noChangeShapeType="1"/>
              </p:cNvSpPr>
              <p:nvPr/>
            </p:nvSpPr>
            <p:spPr bwMode="auto">
              <a:xfrm>
                <a:off x="4998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8" name="Line 71"/>
              <p:cNvSpPr>
                <a:spLocks noChangeShapeType="1"/>
              </p:cNvSpPr>
              <p:nvPr/>
            </p:nvSpPr>
            <p:spPr bwMode="auto">
              <a:xfrm>
                <a:off x="5071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19" name="Line 72"/>
              <p:cNvSpPr>
                <a:spLocks noChangeShapeType="1"/>
              </p:cNvSpPr>
              <p:nvPr/>
            </p:nvSpPr>
            <p:spPr bwMode="auto">
              <a:xfrm>
                <a:off x="5143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0" name="Line 73"/>
              <p:cNvSpPr>
                <a:spLocks noChangeShapeType="1"/>
              </p:cNvSpPr>
              <p:nvPr/>
            </p:nvSpPr>
            <p:spPr bwMode="auto">
              <a:xfrm>
                <a:off x="5216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1" name="Line 74"/>
              <p:cNvSpPr>
                <a:spLocks noChangeShapeType="1"/>
              </p:cNvSpPr>
              <p:nvPr/>
            </p:nvSpPr>
            <p:spPr bwMode="auto">
              <a:xfrm>
                <a:off x="5288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2" name="Line 75"/>
              <p:cNvSpPr>
                <a:spLocks noChangeShapeType="1"/>
              </p:cNvSpPr>
              <p:nvPr/>
            </p:nvSpPr>
            <p:spPr bwMode="auto">
              <a:xfrm>
                <a:off x="5361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3" name="Line 76"/>
              <p:cNvSpPr>
                <a:spLocks noChangeShapeType="1"/>
              </p:cNvSpPr>
              <p:nvPr/>
            </p:nvSpPr>
            <p:spPr bwMode="auto">
              <a:xfrm>
                <a:off x="5433" y="3252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4" name="Line 77"/>
              <p:cNvSpPr>
                <a:spLocks noChangeShapeType="1"/>
              </p:cNvSpPr>
              <p:nvPr/>
            </p:nvSpPr>
            <p:spPr bwMode="auto">
              <a:xfrm>
                <a:off x="5506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5" name="Line 78"/>
              <p:cNvSpPr>
                <a:spLocks noChangeShapeType="1"/>
              </p:cNvSpPr>
              <p:nvPr/>
            </p:nvSpPr>
            <p:spPr bwMode="auto">
              <a:xfrm>
                <a:off x="5579" y="3252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6" name="Line 79"/>
              <p:cNvSpPr>
                <a:spLocks noChangeShapeType="1"/>
              </p:cNvSpPr>
              <p:nvPr/>
            </p:nvSpPr>
            <p:spPr bwMode="auto">
              <a:xfrm flipV="1">
                <a:off x="5642" y="320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7" name="Line 80"/>
              <p:cNvSpPr>
                <a:spLocks noChangeShapeType="1"/>
              </p:cNvSpPr>
              <p:nvPr/>
            </p:nvSpPr>
            <p:spPr bwMode="auto">
              <a:xfrm flipV="1">
                <a:off x="5642" y="3134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8" name="Line 81"/>
              <p:cNvSpPr>
                <a:spLocks noChangeShapeType="1"/>
              </p:cNvSpPr>
              <p:nvPr/>
            </p:nvSpPr>
            <p:spPr bwMode="auto">
              <a:xfrm flipV="1">
                <a:off x="5642" y="3062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29" name="Line 82"/>
              <p:cNvSpPr>
                <a:spLocks noChangeShapeType="1"/>
              </p:cNvSpPr>
              <p:nvPr/>
            </p:nvSpPr>
            <p:spPr bwMode="auto">
              <a:xfrm flipV="1">
                <a:off x="5642" y="2989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0" name="Line 83"/>
              <p:cNvSpPr>
                <a:spLocks noChangeShapeType="1"/>
              </p:cNvSpPr>
              <p:nvPr/>
            </p:nvSpPr>
            <p:spPr bwMode="auto">
              <a:xfrm flipV="1">
                <a:off x="5642" y="291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1" name="Line 84"/>
              <p:cNvSpPr>
                <a:spLocks noChangeShapeType="1"/>
              </p:cNvSpPr>
              <p:nvPr/>
            </p:nvSpPr>
            <p:spPr bwMode="auto">
              <a:xfrm flipV="1">
                <a:off x="5642" y="2844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2" name="Line 85"/>
              <p:cNvSpPr>
                <a:spLocks noChangeShapeType="1"/>
              </p:cNvSpPr>
              <p:nvPr/>
            </p:nvSpPr>
            <p:spPr bwMode="auto">
              <a:xfrm flipV="1">
                <a:off x="5642" y="2772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3" name="Line 86"/>
              <p:cNvSpPr>
                <a:spLocks noChangeShapeType="1"/>
              </p:cNvSpPr>
              <p:nvPr/>
            </p:nvSpPr>
            <p:spPr bwMode="auto">
              <a:xfrm flipV="1">
                <a:off x="5642" y="269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4" name="Line 87"/>
              <p:cNvSpPr>
                <a:spLocks noChangeShapeType="1"/>
              </p:cNvSpPr>
              <p:nvPr/>
            </p:nvSpPr>
            <p:spPr bwMode="auto">
              <a:xfrm flipV="1">
                <a:off x="5642" y="262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5" name="Line 88"/>
              <p:cNvSpPr>
                <a:spLocks noChangeShapeType="1"/>
              </p:cNvSpPr>
              <p:nvPr/>
            </p:nvSpPr>
            <p:spPr bwMode="auto">
              <a:xfrm flipV="1">
                <a:off x="5642" y="2554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6" name="Line 89"/>
              <p:cNvSpPr>
                <a:spLocks noChangeShapeType="1"/>
              </p:cNvSpPr>
              <p:nvPr/>
            </p:nvSpPr>
            <p:spPr bwMode="auto">
              <a:xfrm flipV="1">
                <a:off x="5642" y="2482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7" name="Line 90"/>
              <p:cNvSpPr>
                <a:spLocks noChangeShapeType="1"/>
              </p:cNvSpPr>
              <p:nvPr/>
            </p:nvSpPr>
            <p:spPr bwMode="auto">
              <a:xfrm flipV="1">
                <a:off x="5642" y="240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8" name="Line 91"/>
              <p:cNvSpPr>
                <a:spLocks noChangeShapeType="1"/>
              </p:cNvSpPr>
              <p:nvPr/>
            </p:nvSpPr>
            <p:spPr bwMode="auto">
              <a:xfrm flipV="1">
                <a:off x="5642" y="233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39" name="Line 92"/>
              <p:cNvSpPr>
                <a:spLocks noChangeShapeType="1"/>
              </p:cNvSpPr>
              <p:nvPr/>
            </p:nvSpPr>
            <p:spPr bwMode="auto">
              <a:xfrm flipV="1">
                <a:off x="5642" y="2264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0" name="Line 93"/>
              <p:cNvSpPr>
                <a:spLocks noChangeShapeType="1"/>
              </p:cNvSpPr>
              <p:nvPr/>
            </p:nvSpPr>
            <p:spPr bwMode="auto">
              <a:xfrm flipV="1">
                <a:off x="5642" y="2191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1" name="Line 94"/>
              <p:cNvSpPr>
                <a:spLocks noChangeShapeType="1"/>
              </p:cNvSpPr>
              <p:nvPr/>
            </p:nvSpPr>
            <p:spPr bwMode="auto">
              <a:xfrm flipV="1">
                <a:off x="5642" y="211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2" name="Line 95"/>
              <p:cNvSpPr>
                <a:spLocks noChangeShapeType="1"/>
              </p:cNvSpPr>
              <p:nvPr/>
            </p:nvSpPr>
            <p:spPr bwMode="auto">
              <a:xfrm flipV="1">
                <a:off x="5642" y="2046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3" name="Line 96"/>
              <p:cNvSpPr>
                <a:spLocks noChangeShapeType="1"/>
              </p:cNvSpPr>
              <p:nvPr/>
            </p:nvSpPr>
            <p:spPr bwMode="auto">
              <a:xfrm flipV="1">
                <a:off x="5642" y="1974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4" name="Line 97"/>
              <p:cNvSpPr>
                <a:spLocks noChangeShapeType="1"/>
              </p:cNvSpPr>
              <p:nvPr/>
            </p:nvSpPr>
            <p:spPr bwMode="auto">
              <a:xfrm flipV="1">
                <a:off x="5642" y="1901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5" name="Line 98"/>
              <p:cNvSpPr>
                <a:spLocks noChangeShapeType="1"/>
              </p:cNvSpPr>
              <p:nvPr/>
            </p:nvSpPr>
            <p:spPr bwMode="auto">
              <a:xfrm flipV="1">
                <a:off x="5642" y="182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6" name="Line 99"/>
              <p:cNvSpPr>
                <a:spLocks noChangeShapeType="1"/>
              </p:cNvSpPr>
              <p:nvPr/>
            </p:nvSpPr>
            <p:spPr bwMode="auto">
              <a:xfrm flipV="1">
                <a:off x="5642" y="1756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7" name="Line 100"/>
              <p:cNvSpPr>
                <a:spLocks noChangeShapeType="1"/>
              </p:cNvSpPr>
              <p:nvPr/>
            </p:nvSpPr>
            <p:spPr bwMode="auto">
              <a:xfrm flipV="1">
                <a:off x="5642" y="1684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8" name="Line 101"/>
              <p:cNvSpPr>
                <a:spLocks noChangeShapeType="1"/>
              </p:cNvSpPr>
              <p:nvPr/>
            </p:nvSpPr>
            <p:spPr bwMode="auto">
              <a:xfrm flipV="1">
                <a:off x="5642" y="1611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49" name="Line 102"/>
              <p:cNvSpPr>
                <a:spLocks noChangeShapeType="1"/>
              </p:cNvSpPr>
              <p:nvPr/>
            </p:nvSpPr>
            <p:spPr bwMode="auto">
              <a:xfrm flipV="1">
                <a:off x="5642" y="153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0" name="Line 103"/>
              <p:cNvSpPr>
                <a:spLocks noChangeShapeType="1"/>
              </p:cNvSpPr>
              <p:nvPr/>
            </p:nvSpPr>
            <p:spPr bwMode="auto">
              <a:xfrm flipV="1">
                <a:off x="5642" y="1466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1" name="Line 104"/>
              <p:cNvSpPr>
                <a:spLocks noChangeShapeType="1"/>
              </p:cNvSpPr>
              <p:nvPr/>
            </p:nvSpPr>
            <p:spPr bwMode="auto">
              <a:xfrm flipV="1">
                <a:off x="5642" y="1394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2" name="Line 105"/>
              <p:cNvSpPr>
                <a:spLocks noChangeShapeType="1"/>
              </p:cNvSpPr>
              <p:nvPr/>
            </p:nvSpPr>
            <p:spPr bwMode="auto">
              <a:xfrm flipV="1">
                <a:off x="5642" y="1321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3" name="Line 106"/>
              <p:cNvSpPr>
                <a:spLocks noChangeShapeType="1"/>
              </p:cNvSpPr>
              <p:nvPr/>
            </p:nvSpPr>
            <p:spPr bwMode="auto">
              <a:xfrm flipV="1">
                <a:off x="5642" y="124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4" name="Line 107"/>
              <p:cNvSpPr>
                <a:spLocks noChangeShapeType="1"/>
              </p:cNvSpPr>
              <p:nvPr/>
            </p:nvSpPr>
            <p:spPr bwMode="auto">
              <a:xfrm flipH="1">
                <a:off x="5569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5" name="Line 108"/>
              <p:cNvSpPr>
                <a:spLocks noChangeShapeType="1"/>
              </p:cNvSpPr>
              <p:nvPr/>
            </p:nvSpPr>
            <p:spPr bwMode="auto">
              <a:xfrm flipH="1">
                <a:off x="5497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6" name="Line 109"/>
              <p:cNvSpPr>
                <a:spLocks noChangeShapeType="1"/>
              </p:cNvSpPr>
              <p:nvPr/>
            </p:nvSpPr>
            <p:spPr bwMode="auto">
              <a:xfrm flipH="1">
                <a:off x="5424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7" name="Line 110"/>
              <p:cNvSpPr>
                <a:spLocks noChangeShapeType="1"/>
              </p:cNvSpPr>
              <p:nvPr/>
            </p:nvSpPr>
            <p:spPr bwMode="auto">
              <a:xfrm flipH="1">
                <a:off x="5352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8" name="Line 111"/>
              <p:cNvSpPr>
                <a:spLocks noChangeShapeType="1"/>
              </p:cNvSpPr>
              <p:nvPr/>
            </p:nvSpPr>
            <p:spPr bwMode="auto">
              <a:xfrm flipH="1">
                <a:off x="5279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59" name="Line 112"/>
              <p:cNvSpPr>
                <a:spLocks noChangeShapeType="1"/>
              </p:cNvSpPr>
              <p:nvPr/>
            </p:nvSpPr>
            <p:spPr bwMode="auto">
              <a:xfrm flipH="1">
                <a:off x="5207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0" name="Line 113"/>
              <p:cNvSpPr>
                <a:spLocks noChangeShapeType="1"/>
              </p:cNvSpPr>
              <p:nvPr/>
            </p:nvSpPr>
            <p:spPr bwMode="auto">
              <a:xfrm flipH="1">
                <a:off x="5134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1" name="Line 114"/>
              <p:cNvSpPr>
                <a:spLocks noChangeShapeType="1"/>
              </p:cNvSpPr>
              <p:nvPr/>
            </p:nvSpPr>
            <p:spPr bwMode="auto">
              <a:xfrm flipH="1">
                <a:off x="5062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2" name="Line 115"/>
              <p:cNvSpPr>
                <a:spLocks noChangeShapeType="1"/>
              </p:cNvSpPr>
              <p:nvPr/>
            </p:nvSpPr>
            <p:spPr bwMode="auto">
              <a:xfrm flipH="1">
                <a:off x="4989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3" name="Line 116"/>
              <p:cNvSpPr>
                <a:spLocks noChangeShapeType="1"/>
              </p:cNvSpPr>
              <p:nvPr/>
            </p:nvSpPr>
            <p:spPr bwMode="auto">
              <a:xfrm flipH="1">
                <a:off x="4916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4" name="Line 117"/>
              <p:cNvSpPr>
                <a:spLocks noChangeShapeType="1"/>
              </p:cNvSpPr>
              <p:nvPr/>
            </p:nvSpPr>
            <p:spPr bwMode="auto">
              <a:xfrm flipH="1">
                <a:off x="4844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5" name="Line 118"/>
              <p:cNvSpPr>
                <a:spLocks noChangeShapeType="1"/>
              </p:cNvSpPr>
              <p:nvPr/>
            </p:nvSpPr>
            <p:spPr bwMode="auto">
              <a:xfrm flipH="1">
                <a:off x="4771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6" name="Line 119"/>
              <p:cNvSpPr>
                <a:spLocks noChangeShapeType="1"/>
              </p:cNvSpPr>
              <p:nvPr/>
            </p:nvSpPr>
            <p:spPr bwMode="auto">
              <a:xfrm flipH="1">
                <a:off x="4699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7" name="Line 120"/>
              <p:cNvSpPr>
                <a:spLocks noChangeShapeType="1"/>
              </p:cNvSpPr>
              <p:nvPr/>
            </p:nvSpPr>
            <p:spPr bwMode="auto">
              <a:xfrm flipH="1">
                <a:off x="4626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8" name="Line 121"/>
              <p:cNvSpPr>
                <a:spLocks noChangeShapeType="1"/>
              </p:cNvSpPr>
              <p:nvPr/>
            </p:nvSpPr>
            <p:spPr bwMode="auto">
              <a:xfrm flipH="1">
                <a:off x="4554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69" name="Line 122"/>
              <p:cNvSpPr>
                <a:spLocks noChangeShapeType="1"/>
              </p:cNvSpPr>
              <p:nvPr/>
            </p:nvSpPr>
            <p:spPr bwMode="auto">
              <a:xfrm flipH="1">
                <a:off x="4481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0" name="Line 123"/>
              <p:cNvSpPr>
                <a:spLocks noChangeShapeType="1"/>
              </p:cNvSpPr>
              <p:nvPr/>
            </p:nvSpPr>
            <p:spPr bwMode="auto">
              <a:xfrm flipH="1">
                <a:off x="4409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1" name="Line 124"/>
              <p:cNvSpPr>
                <a:spLocks noChangeShapeType="1"/>
              </p:cNvSpPr>
              <p:nvPr/>
            </p:nvSpPr>
            <p:spPr bwMode="auto">
              <a:xfrm flipH="1">
                <a:off x="4336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2" name="Line 125"/>
              <p:cNvSpPr>
                <a:spLocks noChangeShapeType="1"/>
              </p:cNvSpPr>
              <p:nvPr/>
            </p:nvSpPr>
            <p:spPr bwMode="auto">
              <a:xfrm flipH="1">
                <a:off x="4263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3" name="Line 126"/>
              <p:cNvSpPr>
                <a:spLocks noChangeShapeType="1"/>
              </p:cNvSpPr>
              <p:nvPr/>
            </p:nvSpPr>
            <p:spPr bwMode="auto">
              <a:xfrm flipH="1">
                <a:off x="4191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4" name="Line 127"/>
              <p:cNvSpPr>
                <a:spLocks noChangeShapeType="1"/>
              </p:cNvSpPr>
              <p:nvPr/>
            </p:nvSpPr>
            <p:spPr bwMode="auto">
              <a:xfrm flipH="1">
                <a:off x="4118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5" name="Line 128"/>
              <p:cNvSpPr>
                <a:spLocks noChangeShapeType="1"/>
              </p:cNvSpPr>
              <p:nvPr/>
            </p:nvSpPr>
            <p:spPr bwMode="auto">
              <a:xfrm flipH="1">
                <a:off x="4046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6" name="Line 129"/>
              <p:cNvSpPr>
                <a:spLocks noChangeShapeType="1"/>
              </p:cNvSpPr>
              <p:nvPr/>
            </p:nvSpPr>
            <p:spPr bwMode="auto">
              <a:xfrm flipH="1">
                <a:off x="3973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7" name="Line 130"/>
              <p:cNvSpPr>
                <a:spLocks noChangeShapeType="1"/>
              </p:cNvSpPr>
              <p:nvPr/>
            </p:nvSpPr>
            <p:spPr bwMode="auto">
              <a:xfrm flipH="1">
                <a:off x="3901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8" name="Line 131"/>
              <p:cNvSpPr>
                <a:spLocks noChangeShapeType="1"/>
              </p:cNvSpPr>
              <p:nvPr/>
            </p:nvSpPr>
            <p:spPr bwMode="auto">
              <a:xfrm flipH="1">
                <a:off x="3828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79" name="Line 132"/>
              <p:cNvSpPr>
                <a:spLocks noChangeShapeType="1"/>
              </p:cNvSpPr>
              <p:nvPr/>
            </p:nvSpPr>
            <p:spPr bwMode="auto">
              <a:xfrm flipH="1">
                <a:off x="3755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0" name="Line 133"/>
              <p:cNvSpPr>
                <a:spLocks noChangeShapeType="1"/>
              </p:cNvSpPr>
              <p:nvPr/>
            </p:nvSpPr>
            <p:spPr bwMode="auto">
              <a:xfrm flipH="1">
                <a:off x="3683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1" name="Line 134"/>
              <p:cNvSpPr>
                <a:spLocks noChangeShapeType="1"/>
              </p:cNvSpPr>
              <p:nvPr/>
            </p:nvSpPr>
            <p:spPr bwMode="auto">
              <a:xfrm flipH="1">
                <a:off x="3610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2" name="Line 135"/>
              <p:cNvSpPr>
                <a:spLocks noChangeShapeType="1"/>
              </p:cNvSpPr>
              <p:nvPr/>
            </p:nvSpPr>
            <p:spPr bwMode="auto">
              <a:xfrm flipH="1">
                <a:off x="3538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3" name="Line 136"/>
              <p:cNvSpPr>
                <a:spLocks noChangeShapeType="1"/>
              </p:cNvSpPr>
              <p:nvPr/>
            </p:nvSpPr>
            <p:spPr bwMode="auto">
              <a:xfrm flipH="1">
                <a:off x="3465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4" name="Line 137"/>
              <p:cNvSpPr>
                <a:spLocks noChangeShapeType="1"/>
              </p:cNvSpPr>
              <p:nvPr/>
            </p:nvSpPr>
            <p:spPr bwMode="auto">
              <a:xfrm flipH="1">
                <a:off x="3393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5" name="Line 138"/>
              <p:cNvSpPr>
                <a:spLocks noChangeShapeType="1"/>
              </p:cNvSpPr>
              <p:nvPr/>
            </p:nvSpPr>
            <p:spPr bwMode="auto">
              <a:xfrm flipH="1">
                <a:off x="3320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6" name="Line 139"/>
              <p:cNvSpPr>
                <a:spLocks noChangeShapeType="1"/>
              </p:cNvSpPr>
              <p:nvPr/>
            </p:nvSpPr>
            <p:spPr bwMode="auto">
              <a:xfrm flipH="1">
                <a:off x="3248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7" name="Line 140"/>
              <p:cNvSpPr>
                <a:spLocks noChangeShapeType="1"/>
              </p:cNvSpPr>
              <p:nvPr/>
            </p:nvSpPr>
            <p:spPr bwMode="auto">
              <a:xfrm flipH="1">
                <a:off x="3175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8" name="Line 141"/>
              <p:cNvSpPr>
                <a:spLocks noChangeShapeType="1"/>
              </p:cNvSpPr>
              <p:nvPr/>
            </p:nvSpPr>
            <p:spPr bwMode="auto">
              <a:xfrm flipH="1">
                <a:off x="3102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89" name="Line 142"/>
              <p:cNvSpPr>
                <a:spLocks noChangeShapeType="1"/>
              </p:cNvSpPr>
              <p:nvPr/>
            </p:nvSpPr>
            <p:spPr bwMode="auto">
              <a:xfrm flipH="1">
                <a:off x="3030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0" name="Line 143"/>
              <p:cNvSpPr>
                <a:spLocks noChangeShapeType="1"/>
              </p:cNvSpPr>
              <p:nvPr/>
            </p:nvSpPr>
            <p:spPr bwMode="auto">
              <a:xfrm flipH="1">
                <a:off x="2957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1" name="Line 144"/>
              <p:cNvSpPr>
                <a:spLocks noChangeShapeType="1"/>
              </p:cNvSpPr>
              <p:nvPr/>
            </p:nvSpPr>
            <p:spPr bwMode="auto">
              <a:xfrm flipH="1">
                <a:off x="2885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2" name="Line 145"/>
              <p:cNvSpPr>
                <a:spLocks noChangeShapeType="1"/>
              </p:cNvSpPr>
              <p:nvPr/>
            </p:nvSpPr>
            <p:spPr bwMode="auto">
              <a:xfrm flipH="1">
                <a:off x="2812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3" name="Line 146"/>
              <p:cNvSpPr>
                <a:spLocks noChangeShapeType="1"/>
              </p:cNvSpPr>
              <p:nvPr/>
            </p:nvSpPr>
            <p:spPr bwMode="auto">
              <a:xfrm flipH="1">
                <a:off x="2740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4" name="Line 147"/>
              <p:cNvSpPr>
                <a:spLocks noChangeShapeType="1"/>
              </p:cNvSpPr>
              <p:nvPr/>
            </p:nvSpPr>
            <p:spPr bwMode="auto">
              <a:xfrm flipH="1">
                <a:off x="2667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5" name="Line 148"/>
              <p:cNvSpPr>
                <a:spLocks noChangeShapeType="1"/>
              </p:cNvSpPr>
              <p:nvPr/>
            </p:nvSpPr>
            <p:spPr bwMode="auto">
              <a:xfrm flipH="1">
                <a:off x="2594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6" name="Line 149"/>
              <p:cNvSpPr>
                <a:spLocks noChangeShapeType="1"/>
              </p:cNvSpPr>
              <p:nvPr/>
            </p:nvSpPr>
            <p:spPr bwMode="auto">
              <a:xfrm flipH="1">
                <a:off x="2522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7" name="Line 150"/>
              <p:cNvSpPr>
                <a:spLocks noChangeShapeType="1"/>
              </p:cNvSpPr>
              <p:nvPr/>
            </p:nvSpPr>
            <p:spPr bwMode="auto">
              <a:xfrm flipH="1">
                <a:off x="2449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8" name="Line 151"/>
              <p:cNvSpPr>
                <a:spLocks noChangeShapeType="1"/>
              </p:cNvSpPr>
              <p:nvPr/>
            </p:nvSpPr>
            <p:spPr bwMode="auto">
              <a:xfrm flipH="1">
                <a:off x="2377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99" name="Line 152"/>
              <p:cNvSpPr>
                <a:spLocks noChangeShapeType="1"/>
              </p:cNvSpPr>
              <p:nvPr/>
            </p:nvSpPr>
            <p:spPr bwMode="auto">
              <a:xfrm flipH="1">
                <a:off x="2304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0" name="Line 153"/>
              <p:cNvSpPr>
                <a:spLocks noChangeShapeType="1"/>
              </p:cNvSpPr>
              <p:nvPr/>
            </p:nvSpPr>
            <p:spPr bwMode="auto">
              <a:xfrm flipH="1">
                <a:off x="2232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1" name="Line 154"/>
              <p:cNvSpPr>
                <a:spLocks noChangeShapeType="1"/>
              </p:cNvSpPr>
              <p:nvPr/>
            </p:nvSpPr>
            <p:spPr bwMode="auto">
              <a:xfrm flipH="1">
                <a:off x="2159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2" name="Line 155"/>
              <p:cNvSpPr>
                <a:spLocks noChangeShapeType="1"/>
              </p:cNvSpPr>
              <p:nvPr/>
            </p:nvSpPr>
            <p:spPr bwMode="auto">
              <a:xfrm flipH="1">
                <a:off x="2087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3" name="Line 156"/>
              <p:cNvSpPr>
                <a:spLocks noChangeShapeType="1"/>
              </p:cNvSpPr>
              <p:nvPr/>
            </p:nvSpPr>
            <p:spPr bwMode="auto">
              <a:xfrm flipH="1">
                <a:off x="2014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4" name="Line 157"/>
              <p:cNvSpPr>
                <a:spLocks noChangeShapeType="1"/>
              </p:cNvSpPr>
              <p:nvPr/>
            </p:nvSpPr>
            <p:spPr bwMode="auto">
              <a:xfrm flipH="1">
                <a:off x="1941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5" name="Line 158"/>
              <p:cNvSpPr>
                <a:spLocks noChangeShapeType="1"/>
              </p:cNvSpPr>
              <p:nvPr/>
            </p:nvSpPr>
            <p:spPr bwMode="auto">
              <a:xfrm flipH="1">
                <a:off x="1869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6" name="Line 159"/>
              <p:cNvSpPr>
                <a:spLocks noChangeShapeType="1"/>
              </p:cNvSpPr>
              <p:nvPr/>
            </p:nvSpPr>
            <p:spPr bwMode="auto">
              <a:xfrm flipH="1">
                <a:off x="1796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7" name="Line 160"/>
              <p:cNvSpPr>
                <a:spLocks noChangeShapeType="1"/>
              </p:cNvSpPr>
              <p:nvPr/>
            </p:nvSpPr>
            <p:spPr bwMode="auto">
              <a:xfrm flipH="1">
                <a:off x="1724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8" name="Line 161"/>
              <p:cNvSpPr>
                <a:spLocks noChangeShapeType="1"/>
              </p:cNvSpPr>
              <p:nvPr/>
            </p:nvSpPr>
            <p:spPr bwMode="auto">
              <a:xfrm flipH="1">
                <a:off x="1651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09" name="Line 162"/>
              <p:cNvSpPr>
                <a:spLocks noChangeShapeType="1"/>
              </p:cNvSpPr>
              <p:nvPr/>
            </p:nvSpPr>
            <p:spPr bwMode="auto">
              <a:xfrm flipH="1">
                <a:off x="1579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0" name="Line 163"/>
              <p:cNvSpPr>
                <a:spLocks noChangeShapeType="1"/>
              </p:cNvSpPr>
              <p:nvPr/>
            </p:nvSpPr>
            <p:spPr bwMode="auto">
              <a:xfrm flipH="1">
                <a:off x="1506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1" name="Line 164"/>
              <p:cNvSpPr>
                <a:spLocks noChangeShapeType="1"/>
              </p:cNvSpPr>
              <p:nvPr/>
            </p:nvSpPr>
            <p:spPr bwMode="auto">
              <a:xfrm flipH="1">
                <a:off x="1433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2" name="Line 165"/>
              <p:cNvSpPr>
                <a:spLocks noChangeShapeType="1"/>
              </p:cNvSpPr>
              <p:nvPr/>
            </p:nvSpPr>
            <p:spPr bwMode="auto">
              <a:xfrm flipH="1">
                <a:off x="1361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3" name="Line 166"/>
              <p:cNvSpPr>
                <a:spLocks noChangeShapeType="1"/>
              </p:cNvSpPr>
              <p:nvPr/>
            </p:nvSpPr>
            <p:spPr bwMode="auto">
              <a:xfrm flipH="1">
                <a:off x="1288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4" name="Line 167"/>
              <p:cNvSpPr>
                <a:spLocks noChangeShapeType="1"/>
              </p:cNvSpPr>
              <p:nvPr/>
            </p:nvSpPr>
            <p:spPr bwMode="auto">
              <a:xfrm flipH="1">
                <a:off x="1216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5" name="Line 168"/>
              <p:cNvSpPr>
                <a:spLocks noChangeShapeType="1"/>
              </p:cNvSpPr>
              <p:nvPr/>
            </p:nvSpPr>
            <p:spPr bwMode="auto">
              <a:xfrm flipH="1">
                <a:off x="1143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6" name="Line 169"/>
              <p:cNvSpPr>
                <a:spLocks noChangeShapeType="1"/>
              </p:cNvSpPr>
              <p:nvPr/>
            </p:nvSpPr>
            <p:spPr bwMode="auto">
              <a:xfrm flipH="1">
                <a:off x="1071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7" name="Line 170"/>
              <p:cNvSpPr>
                <a:spLocks noChangeShapeType="1"/>
              </p:cNvSpPr>
              <p:nvPr/>
            </p:nvSpPr>
            <p:spPr bwMode="auto">
              <a:xfrm flipH="1">
                <a:off x="998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8" name="Line 171"/>
              <p:cNvSpPr>
                <a:spLocks noChangeShapeType="1"/>
              </p:cNvSpPr>
              <p:nvPr/>
            </p:nvSpPr>
            <p:spPr bwMode="auto">
              <a:xfrm flipH="1">
                <a:off x="926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19" name="Line 172"/>
              <p:cNvSpPr>
                <a:spLocks noChangeShapeType="1"/>
              </p:cNvSpPr>
              <p:nvPr/>
            </p:nvSpPr>
            <p:spPr bwMode="auto">
              <a:xfrm flipH="1">
                <a:off x="853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0" name="Line 173"/>
              <p:cNvSpPr>
                <a:spLocks noChangeShapeType="1"/>
              </p:cNvSpPr>
              <p:nvPr/>
            </p:nvSpPr>
            <p:spPr bwMode="auto">
              <a:xfrm flipH="1">
                <a:off x="780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1" name="Line 174"/>
              <p:cNvSpPr>
                <a:spLocks noChangeShapeType="1"/>
              </p:cNvSpPr>
              <p:nvPr/>
            </p:nvSpPr>
            <p:spPr bwMode="auto">
              <a:xfrm flipH="1">
                <a:off x="708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2" name="Line 175"/>
              <p:cNvSpPr>
                <a:spLocks noChangeShapeType="1"/>
              </p:cNvSpPr>
              <p:nvPr/>
            </p:nvSpPr>
            <p:spPr bwMode="auto">
              <a:xfrm flipH="1">
                <a:off x="635" y="1249"/>
                <a:ext cx="37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3" name="Line 176"/>
              <p:cNvSpPr>
                <a:spLocks noChangeShapeType="1"/>
              </p:cNvSpPr>
              <p:nvPr/>
            </p:nvSpPr>
            <p:spPr bwMode="auto">
              <a:xfrm flipH="1">
                <a:off x="563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4" name="Line 177"/>
              <p:cNvSpPr>
                <a:spLocks noChangeShapeType="1"/>
              </p:cNvSpPr>
              <p:nvPr/>
            </p:nvSpPr>
            <p:spPr bwMode="auto">
              <a:xfrm flipH="1">
                <a:off x="490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5" name="Line 178"/>
              <p:cNvSpPr>
                <a:spLocks noChangeShapeType="1"/>
              </p:cNvSpPr>
              <p:nvPr/>
            </p:nvSpPr>
            <p:spPr bwMode="auto">
              <a:xfrm flipH="1">
                <a:off x="418" y="1249"/>
                <a:ext cx="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6" name="Freeform 179"/>
              <p:cNvSpPr>
                <a:spLocks/>
              </p:cNvSpPr>
              <p:nvPr/>
            </p:nvSpPr>
            <p:spPr bwMode="auto">
              <a:xfrm>
                <a:off x="354" y="1249"/>
                <a:ext cx="27" cy="9"/>
              </a:xfrm>
              <a:custGeom>
                <a:avLst/>
                <a:gdLst>
                  <a:gd name="T0" fmla="*/ 122 w 6"/>
                  <a:gd name="T1" fmla="*/ 0 h 2"/>
                  <a:gd name="T2" fmla="*/ 0 w 6"/>
                  <a:gd name="T3" fmla="*/ 0 h 2"/>
                  <a:gd name="T4" fmla="*/ 0 w 6"/>
                  <a:gd name="T5" fmla="*/ 41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noFill/>
              <a:ln w="1428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7" name="Line 180"/>
              <p:cNvSpPr>
                <a:spLocks noChangeShapeType="1"/>
              </p:cNvSpPr>
              <p:nvPr/>
            </p:nvSpPr>
            <p:spPr bwMode="auto">
              <a:xfrm>
                <a:off x="354" y="1294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8" name="Line 181"/>
              <p:cNvSpPr>
                <a:spLocks noChangeShapeType="1"/>
              </p:cNvSpPr>
              <p:nvPr/>
            </p:nvSpPr>
            <p:spPr bwMode="auto">
              <a:xfrm>
                <a:off x="354" y="1366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29" name="Line 182"/>
              <p:cNvSpPr>
                <a:spLocks noChangeShapeType="1"/>
              </p:cNvSpPr>
              <p:nvPr/>
            </p:nvSpPr>
            <p:spPr bwMode="auto">
              <a:xfrm>
                <a:off x="354" y="143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0" name="Line 183"/>
              <p:cNvSpPr>
                <a:spLocks noChangeShapeType="1"/>
              </p:cNvSpPr>
              <p:nvPr/>
            </p:nvSpPr>
            <p:spPr bwMode="auto">
              <a:xfrm>
                <a:off x="354" y="1511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1" name="Line 184"/>
              <p:cNvSpPr>
                <a:spLocks noChangeShapeType="1"/>
              </p:cNvSpPr>
              <p:nvPr/>
            </p:nvSpPr>
            <p:spPr bwMode="auto">
              <a:xfrm>
                <a:off x="354" y="1584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2" name="Line 185"/>
              <p:cNvSpPr>
                <a:spLocks noChangeShapeType="1"/>
              </p:cNvSpPr>
              <p:nvPr/>
            </p:nvSpPr>
            <p:spPr bwMode="auto">
              <a:xfrm>
                <a:off x="354" y="165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3" name="Line 186"/>
              <p:cNvSpPr>
                <a:spLocks noChangeShapeType="1"/>
              </p:cNvSpPr>
              <p:nvPr/>
            </p:nvSpPr>
            <p:spPr bwMode="auto">
              <a:xfrm>
                <a:off x="354" y="172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4" name="Line 187"/>
              <p:cNvSpPr>
                <a:spLocks noChangeShapeType="1"/>
              </p:cNvSpPr>
              <p:nvPr/>
            </p:nvSpPr>
            <p:spPr bwMode="auto">
              <a:xfrm>
                <a:off x="354" y="1802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5" name="Line 188"/>
              <p:cNvSpPr>
                <a:spLocks noChangeShapeType="1"/>
              </p:cNvSpPr>
              <p:nvPr/>
            </p:nvSpPr>
            <p:spPr bwMode="auto">
              <a:xfrm>
                <a:off x="354" y="1874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6" name="Line 189"/>
              <p:cNvSpPr>
                <a:spLocks noChangeShapeType="1"/>
              </p:cNvSpPr>
              <p:nvPr/>
            </p:nvSpPr>
            <p:spPr bwMode="auto">
              <a:xfrm>
                <a:off x="354" y="194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7" name="Line 190"/>
              <p:cNvSpPr>
                <a:spLocks noChangeShapeType="1"/>
              </p:cNvSpPr>
              <p:nvPr/>
            </p:nvSpPr>
            <p:spPr bwMode="auto">
              <a:xfrm>
                <a:off x="354" y="2019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8" name="Line 191"/>
              <p:cNvSpPr>
                <a:spLocks noChangeShapeType="1"/>
              </p:cNvSpPr>
              <p:nvPr/>
            </p:nvSpPr>
            <p:spPr bwMode="auto">
              <a:xfrm>
                <a:off x="354" y="2092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39" name="Line 192"/>
              <p:cNvSpPr>
                <a:spLocks noChangeShapeType="1"/>
              </p:cNvSpPr>
              <p:nvPr/>
            </p:nvSpPr>
            <p:spPr bwMode="auto">
              <a:xfrm>
                <a:off x="354" y="2164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0" name="Line 193"/>
              <p:cNvSpPr>
                <a:spLocks noChangeShapeType="1"/>
              </p:cNvSpPr>
              <p:nvPr/>
            </p:nvSpPr>
            <p:spPr bwMode="auto">
              <a:xfrm>
                <a:off x="354" y="223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1" name="Line 194"/>
              <p:cNvSpPr>
                <a:spLocks noChangeShapeType="1"/>
              </p:cNvSpPr>
              <p:nvPr/>
            </p:nvSpPr>
            <p:spPr bwMode="auto">
              <a:xfrm>
                <a:off x="354" y="2309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2" name="Line 195"/>
              <p:cNvSpPr>
                <a:spLocks noChangeShapeType="1"/>
              </p:cNvSpPr>
              <p:nvPr/>
            </p:nvSpPr>
            <p:spPr bwMode="auto">
              <a:xfrm>
                <a:off x="354" y="2382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3" name="Line 196"/>
              <p:cNvSpPr>
                <a:spLocks noChangeShapeType="1"/>
              </p:cNvSpPr>
              <p:nvPr/>
            </p:nvSpPr>
            <p:spPr bwMode="auto">
              <a:xfrm>
                <a:off x="354" y="2454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4" name="Line 197"/>
              <p:cNvSpPr>
                <a:spLocks noChangeShapeType="1"/>
              </p:cNvSpPr>
              <p:nvPr/>
            </p:nvSpPr>
            <p:spPr bwMode="auto">
              <a:xfrm>
                <a:off x="354" y="252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5" name="Line 198"/>
              <p:cNvSpPr>
                <a:spLocks noChangeShapeType="1"/>
              </p:cNvSpPr>
              <p:nvPr/>
            </p:nvSpPr>
            <p:spPr bwMode="auto">
              <a:xfrm>
                <a:off x="354" y="2599"/>
                <a:ext cx="1" cy="37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6" name="Line 199"/>
              <p:cNvSpPr>
                <a:spLocks noChangeShapeType="1"/>
              </p:cNvSpPr>
              <p:nvPr/>
            </p:nvSpPr>
            <p:spPr bwMode="auto">
              <a:xfrm>
                <a:off x="354" y="2672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7" name="Line 200"/>
              <p:cNvSpPr>
                <a:spLocks noChangeShapeType="1"/>
              </p:cNvSpPr>
              <p:nvPr/>
            </p:nvSpPr>
            <p:spPr bwMode="auto">
              <a:xfrm>
                <a:off x="354" y="274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8" name="Line 201"/>
              <p:cNvSpPr>
                <a:spLocks noChangeShapeType="1"/>
              </p:cNvSpPr>
              <p:nvPr/>
            </p:nvSpPr>
            <p:spPr bwMode="auto">
              <a:xfrm>
                <a:off x="354" y="281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49" name="Line 202"/>
              <p:cNvSpPr>
                <a:spLocks noChangeShapeType="1"/>
              </p:cNvSpPr>
              <p:nvPr/>
            </p:nvSpPr>
            <p:spPr bwMode="auto">
              <a:xfrm>
                <a:off x="354" y="2890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50" name="Line 203"/>
              <p:cNvSpPr>
                <a:spLocks noChangeShapeType="1"/>
              </p:cNvSpPr>
              <p:nvPr/>
            </p:nvSpPr>
            <p:spPr bwMode="auto">
              <a:xfrm>
                <a:off x="354" y="2962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51" name="Line 204"/>
              <p:cNvSpPr>
                <a:spLocks noChangeShapeType="1"/>
              </p:cNvSpPr>
              <p:nvPr/>
            </p:nvSpPr>
            <p:spPr bwMode="auto">
              <a:xfrm>
                <a:off x="354" y="3035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52" name="Line 205"/>
              <p:cNvSpPr>
                <a:spLocks noChangeShapeType="1"/>
              </p:cNvSpPr>
              <p:nvPr/>
            </p:nvSpPr>
            <p:spPr bwMode="auto">
              <a:xfrm>
                <a:off x="354" y="3107"/>
                <a:ext cx="1" cy="36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909" name="Line 206"/>
            <p:cNvSpPr>
              <a:spLocks noChangeShapeType="1"/>
            </p:cNvSpPr>
            <p:nvPr/>
          </p:nvSpPr>
          <p:spPr bwMode="auto">
            <a:xfrm>
              <a:off x="354" y="3180"/>
              <a:ext cx="1" cy="3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0" name="Line 207"/>
            <p:cNvSpPr>
              <a:spLocks noChangeShapeType="1"/>
            </p:cNvSpPr>
            <p:nvPr/>
          </p:nvSpPr>
          <p:spPr bwMode="auto">
            <a:xfrm>
              <a:off x="2998" y="822"/>
              <a:ext cx="1" cy="57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1" name="Freeform 208"/>
            <p:cNvSpPr>
              <a:spLocks/>
            </p:cNvSpPr>
            <p:nvPr/>
          </p:nvSpPr>
          <p:spPr bwMode="auto">
            <a:xfrm>
              <a:off x="2975" y="1353"/>
              <a:ext cx="46" cy="44"/>
            </a:xfrm>
            <a:custGeom>
              <a:avLst/>
              <a:gdLst>
                <a:gd name="T0" fmla="*/ 0 w 46"/>
                <a:gd name="T1" fmla="*/ 0 h 41"/>
                <a:gd name="T2" fmla="*/ 5 w 46"/>
                <a:gd name="T3" fmla="*/ 0 h 41"/>
                <a:gd name="T4" fmla="*/ 9 w 46"/>
                <a:gd name="T5" fmla="*/ 4 h 41"/>
                <a:gd name="T6" fmla="*/ 14 w 46"/>
                <a:gd name="T7" fmla="*/ 11 h 41"/>
                <a:gd name="T8" fmla="*/ 19 w 46"/>
                <a:gd name="T9" fmla="*/ 15 h 41"/>
                <a:gd name="T10" fmla="*/ 19 w 46"/>
                <a:gd name="T11" fmla="*/ 20 h 41"/>
                <a:gd name="T12" fmla="*/ 19 w 46"/>
                <a:gd name="T13" fmla="*/ 26 h 41"/>
                <a:gd name="T14" fmla="*/ 23 w 46"/>
                <a:gd name="T15" fmla="*/ 36 h 41"/>
                <a:gd name="T16" fmla="*/ 23 w 46"/>
                <a:gd name="T17" fmla="*/ 42 h 41"/>
                <a:gd name="T18" fmla="*/ 23 w 46"/>
                <a:gd name="T19" fmla="*/ 47 h 41"/>
                <a:gd name="T20" fmla="*/ 23 w 46"/>
                <a:gd name="T21" fmla="*/ 42 h 41"/>
                <a:gd name="T22" fmla="*/ 23 w 46"/>
                <a:gd name="T23" fmla="*/ 36 h 41"/>
                <a:gd name="T24" fmla="*/ 28 w 46"/>
                <a:gd name="T25" fmla="*/ 26 h 41"/>
                <a:gd name="T26" fmla="*/ 28 w 46"/>
                <a:gd name="T27" fmla="*/ 20 h 41"/>
                <a:gd name="T28" fmla="*/ 28 w 46"/>
                <a:gd name="T29" fmla="*/ 15 h 41"/>
                <a:gd name="T30" fmla="*/ 32 w 46"/>
                <a:gd name="T31" fmla="*/ 11 h 41"/>
                <a:gd name="T32" fmla="*/ 37 w 46"/>
                <a:gd name="T33" fmla="*/ 4 h 41"/>
                <a:gd name="T34" fmla="*/ 41 w 46"/>
                <a:gd name="T35" fmla="*/ 0 h 41"/>
                <a:gd name="T36" fmla="*/ 46 w 46"/>
                <a:gd name="T37" fmla="*/ 0 h 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6" h="41">
                  <a:moveTo>
                    <a:pt x="0" y="0"/>
                  </a:moveTo>
                  <a:lnTo>
                    <a:pt x="5" y="0"/>
                  </a:lnTo>
                  <a:lnTo>
                    <a:pt x="9" y="4"/>
                  </a:lnTo>
                  <a:lnTo>
                    <a:pt x="14" y="9"/>
                  </a:lnTo>
                  <a:lnTo>
                    <a:pt x="19" y="13"/>
                  </a:lnTo>
                  <a:lnTo>
                    <a:pt x="19" y="18"/>
                  </a:lnTo>
                  <a:lnTo>
                    <a:pt x="19" y="22"/>
                  </a:lnTo>
                  <a:lnTo>
                    <a:pt x="23" y="32"/>
                  </a:lnTo>
                  <a:lnTo>
                    <a:pt x="23" y="36"/>
                  </a:lnTo>
                  <a:lnTo>
                    <a:pt x="23" y="41"/>
                  </a:lnTo>
                  <a:lnTo>
                    <a:pt x="23" y="36"/>
                  </a:lnTo>
                  <a:lnTo>
                    <a:pt x="23" y="32"/>
                  </a:lnTo>
                  <a:lnTo>
                    <a:pt x="28" y="22"/>
                  </a:lnTo>
                  <a:lnTo>
                    <a:pt x="28" y="18"/>
                  </a:lnTo>
                  <a:lnTo>
                    <a:pt x="28" y="13"/>
                  </a:lnTo>
                  <a:lnTo>
                    <a:pt x="32" y="9"/>
                  </a:lnTo>
                  <a:lnTo>
                    <a:pt x="37" y="4"/>
                  </a:lnTo>
                  <a:lnTo>
                    <a:pt x="41" y="0"/>
                  </a:lnTo>
                  <a:lnTo>
                    <a:pt x="46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2" name="Line 209"/>
            <p:cNvSpPr>
              <a:spLocks noChangeShapeType="1"/>
            </p:cNvSpPr>
            <p:nvPr/>
          </p:nvSpPr>
          <p:spPr bwMode="auto">
            <a:xfrm>
              <a:off x="1071" y="2105"/>
              <a:ext cx="1" cy="43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3" name="Freeform 210"/>
            <p:cNvSpPr>
              <a:spLocks/>
            </p:cNvSpPr>
            <p:nvPr/>
          </p:nvSpPr>
          <p:spPr bwMode="auto">
            <a:xfrm>
              <a:off x="1048" y="2495"/>
              <a:ext cx="44" cy="44"/>
            </a:xfrm>
            <a:custGeom>
              <a:avLst/>
              <a:gdLst>
                <a:gd name="T0" fmla="*/ 0 w 41"/>
                <a:gd name="T1" fmla="*/ 0 h 41"/>
                <a:gd name="T2" fmla="*/ 5 w 41"/>
                <a:gd name="T3" fmla="*/ 5 h 41"/>
                <a:gd name="T4" fmla="*/ 11 w 41"/>
                <a:gd name="T5" fmla="*/ 5 h 41"/>
                <a:gd name="T6" fmla="*/ 11 w 41"/>
                <a:gd name="T7" fmla="*/ 11 h 41"/>
                <a:gd name="T8" fmla="*/ 16 w 41"/>
                <a:gd name="T9" fmla="*/ 16 h 41"/>
                <a:gd name="T10" fmla="*/ 20 w 41"/>
                <a:gd name="T11" fmla="*/ 20 h 41"/>
                <a:gd name="T12" fmla="*/ 20 w 41"/>
                <a:gd name="T13" fmla="*/ 31 h 41"/>
                <a:gd name="T14" fmla="*/ 20 w 41"/>
                <a:gd name="T15" fmla="*/ 36 h 41"/>
                <a:gd name="T16" fmla="*/ 27 w 41"/>
                <a:gd name="T17" fmla="*/ 42 h 41"/>
                <a:gd name="T18" fmla="*/ 27 w 41"/>
                <a:gd name="T19" fmla="*/ 47 h 41"/>
                <a:gd name="T20" fmla="*/ 27 w 41"/>
                <a:gd name="T21" fmla="*/ 42 h 41"/>
                <a:gd name="T22" fmla="*/ 27 w 41"/>
                <a:gd name="T23" fmla="*/ 36 h 41"/>
                <a:gd name="T24" fmla="*/ 27 w 41"/>
                <a:gd name="T25" fmla="*/ 31 h 41"/>
                <a:gd name="T26" fmla="*/ 31 w 41"/>
                <a:gd name="T27" fmla="*/ 20 h 41"/>
                <a:gd name="T28" fmla="*/ 31 w 41"/>
                <a:gd name="T29" fmla="*/ 16 h 41"/>
                <a:gd name="T30" fmla="*/ 36 w 41"/>
                <a:gd name="T31" fmla="*/ 11 h 41"/>
                <a:gd name="T32" fmla="*/ 36 w 41"/>
                <a:gd name="T33" fmla="*/ 5 h 41"/>
                <a:gd name="T34" fmla="*/ 42 w 41"/>
                <a:gd name="T35" fmla="*/ 5 h 41"/>
                <a:gd name="T36" fmla="*/ 47 w 41"/>
                <a:gd name="T37" fmla="*/ 0 h 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41">
                  <a:moveTo>
                    <a:pt x="0" y="0"/>
                  </a:moveTo>
                  <a:lnTo>
                    <a:pt x="5" y="5"/>
                  </a:lnTo>
                  <a:lnTo>
                    <a:pt x="9" y="5"/>
                  </a:lnTo>
                  <a:lnTo>
                    <a:pt x="9" y="9"/>
                  </a:lnTo>
                  <a:lnTo>
                    <a:pt x="14" y="14"/>
                  </a:lnTo>
                  <a:lnTo>
                    <a:pt x="18" y="18"/>
                  </a:lnTo>
                  <a:lnTo>
                    <a:pt x="18" y="27"/>
                  </a:lnTo>
                  <a:lnTo>
                    <a:pt x="18" y="32"/>
                  </a:lnTo>
                  <a:lnTo>
                    <a:pt x="23" y="36"/>
                  </a:lnTo>
                  <a:lnTo>
                    <a:pt x="23" y="41"/>
                  </a:lnTo>
                  <a:lnTo>
                    <a:pt x="23" y="36"/>
                  </a:lnTo>
                  <a:lnTo>
                    <a:pt x="23" y="32"/>
                  </a:lnTo>
                  <a:lnTo>
                    <a:pt x="23" y="27"/>
                  </a:lnTo>
                  <a:lnTo>
                    <a:pt x="27" y="18"/>
                  </a:lnTo>
                  <a:lnTo>
                    <a:pt x="27" y="14"/>
                  </a:lnTo>
                  <a:lnTo>
                    <a:pt x="32" y="9"/>
                  </a:lnTo>
                  <a:lnTo>
                    <a:pt x="32" y="5"/>
                  </a:lnTo>
                  <a:lnTo>
                    <a:pt x="36" y="5"/>
                  </a:lnTo>
                  <a:lnTo>
                    <a:pt x="41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4" name="Rectangle 211"/>
            <p:cNvSpPr>
              <a:spLocks noChangeArrowheads="1"/>
            </p:cNvSpPr>
            <p:nvPr/>
          </p:nvSpPr>
          <p:spPr bwMode="auto">
            <a:xfrm>
              <a:off x="3053" y="895"/>
              <a:ext cx="389" cy="2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zh-CN" altLang="en-US" sz="1575" b="1">
                  <a:latin typeface="华文楷体" pitchFamily="2" charset="-122"/>
                  <a:ea typeface="华文楷体" pitchFamily="2" charset="-122"/>
                </a:rPr>
                <a:t>入口</a:t>
              </a:r>
              <a:endParaRPr lang="zh-CN" altLang="en-US" sz="1260"/>
            </a:p>
          </p:txBody>
        </p:sp>
        <p:sp>
          <p:nvSpPr>
            <p:cNvPr id="123917" name="Rectangle 214"/>
            <p:cNvSpPr>
              <a:spLocks noChangeArrowheads="1"/>
            </p:cNvSpPr>
            <p:nvPr/>
          </p:nvSpPr>
          <p:spPr bwMode="auto">
            <a:xfrm>
              <a:off x="612" y="2160"/>
              <a:ext cx="559" cy="29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zh-CN" altLang="en-US" b="1">
                  <a:latin typeface="Palatino Linotype" pitchFamily="18" charset="0"/>
                </a:rPr>
                <a:t>常量</a:t>
              </a:r>
              <a:r>
                <a:rPr lang="en-US" altLang="zh-CN" b="1">
                  <a:latin typeface="Palatino Linotype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123918" name="Rectangle 215"/>
            <p:cNvSpPr>
              <a:spLocks noChangeArrowheads="1"/>
            </p:cNvSpPr>
            <p:nvPr/>
          </p:nvSpPr>
          <p:spPr bwMode="auto">
            <a:xfrm>
              <a:off x="4754" y="3508"/>
              <a:ext cx="389" cy="2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zh-CN" altLang="en-US" sz="1575" b="1" dirty="0">
                  <a:latin typeface="华文楷体" pitchFamily="2" charset="-122"/>
                  <a:ea typeface="华文楷体" pitchFamily="2" charset="-122"/>
                </a:rPr>
                <a:t>出口</a:t>
              </a:r>
              <a:endParaRPr lang="zh-CN" altLang="en-US" sz="1260" dirty="0"/>
            </a:p>
          </p:txBody>
        </p:sp>
        <p:sp>
          <p:nvSpPr>
            <p:cNvPr id="123919" name="Line 220"/>
            <p:cNvSpPr>
              <a:spLocks noChangeShapeType="1"/>
            </p:cNvSpPr>
            <p:nvPr/>
          </p:nvSpPr>
          <p:spPr bwMode="auto">
            <a:xfrm>
              <a:off x="1474" y="2659"/>
              <a:ext cx="317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0" name="Rectangle 223"/>
            <p:cNvSpPr>
              <a:spLocks noChangeArrowheads="1"/>
            </p:cNvSpPr>
            <p:nvPr/>
          </p:nvSpPr>
          <p:spPr bwMode="auto">
            <a:xfrm>
              <a:off x="640" y="2536"/>
              <a:ext cx="853" cy="289"/>
            </a:xfrm>
            <a:prstGeom prst="rect">
              <a:avLst/>
            </a:prstGeom>
            <a:solidFill>
              <a:schemeClr val="bg1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sz="1260" b="1" dirty="0"/>
                <a:t>语句组</a:t>
              </a:r>
              <a:r>
                <a:rPr lang="en-US" altLang="zh-CN" sz="1260" b="1" dirty="0"/>
                <a:t>1</a:t>
              </a:r>
              <a:endParaRPr lang="zh-CN" altLang="en-US" sz="1260" b="1" dirty="0"/>
            </a:p>
            <a:p>
              <a:endParaRPr lang="zh-CN" altLang="en-US" sz="1260" dirty="0"/>
            </a:p>
          </p:txBody>
        </p:sp>
        <p:sp>
          <p:nvSpPr>
            <p:cNvPr id="123926" name="Rectangle 229"/>
            <p:cNvSpPr>
              <a:spLocks noChangeArrowheads="1"/>
            </p:cNvSpPr>
            <p:nvPr/>
          </p:nvSpPr>
          <p:spPr bwMode="auto">
            <a:xfrm>
              <a:off x="2907" y="2441"/>
              <a:ext cx="204" cy="36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en-US" altLang="zh-CN" sz="2205" b="1">
                  <a:latin typeface="Palatino Linotype" pitchFamily="18" charset="0"/>
                </a:rPr>
                <a:t>...</a:t>
              </a:r>
              <a:endParaRPr lang="en-US" altLang="zh-CN" sz="1260"/>
            </a:p>
          </p:txBody>
        </p:sp>
        <p:sp>
          <p:nvSpPr>
            <p:cNvPr id="123927" name="Line 230"/>
            <p:cNvSpPr>
              <a:spLocks noChangeShapeType="1"/>
            </p:cNvSpPr>
            <p:nvPr/>
          </p:nvSpPr>
          <p:spPr bwMode="auto">
            <a:xfrm>
              <a:off x="2214" y="2105"/>
              <a:ext cx="1" cy="43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8" name="Freeform 231"/>
            <p:cNvSpPr>
              <a:spLocks/>
            </p:cNvSpPr>
            <p:nvPr/>
          </p:nvSpPr>
          <p:spPr bwMode="auto">
            <a:xfrm>
              <a:off x="2191" y="2495"/>
              <a:ext cx="44" cy="44"/>
            </a:xfrm>
            <a:custGeom>
              <a:avLst/>
              <a:gdLst>
                <a:gd name="T0" fmla="*/ 0 w 41"/>
                <a:gd name="T1" fmla="*/ 0 h 41"/>
                <a:gd name="T2" fmla="*/ 4 w 41"/>
                <a:gd name="T3" fmla="*/ 5 h 41"/>
                <a:gd name="T4" fmla="*/ 11 w 41"/>
                <a:gd name="T5" fmla="*/ 5 h 41"/>
                <a:gd name="T6" fmla="*/ 15 w 41"/>
                <a:gd name="T7" fmla="*/ 11 h 41"/>
                <a:gd name="T8" fmla="*/ 15 w 41"/>
                <a:gd name="T9" fmla="*/ 16 h 41"/>
                <a:gd name="T10" fmla="*/ 20 w 41"/>
                <a:gd name="T11" fmla="*/ 20 h 41"/>
                <a:gd name="T12" fmla="*/ 20 w 41"/>
                <a:gd name="T13" fmla="*/ 31 h 41"/>
                <a:gd name="T14" fmla="*/ 20 w 41"/>
                <a:gd name="T15" fmla="*/ 36 h 41"/>
                <a:gd name="T16" fmla="*/ 27 w 41"/>
                <a:gd name="T17" fmla="*/ 42 h 41"/>
                <a:gd name="T18" fmla="*/ 27 w 41"/>
                <a:gd name="T19" fmla="*/ 47 h 41"/>
                <a:gd name="T20" fmla="*/ 27 w 41"/>
                <a:gd name="T21" fmla="*/ 42 h 41"/>
                <a:gd name="T22" fmla="*/ 27 w 41"/>
                <a:gd name="T23" fmla="*/ 36 h 41"/>
                <a:gd name="T24" fmla="*/ 27 w 41"/>
                <a:gd name="T25" fmla="*/ 31 h 41"/>
                <a:gd name="T26" fmla="*/ 31 w 41"/>
                <a:gd name="T27" fmla="*/ 20 h 41"/>
                <a:gd name="T28" fmla="*/ 31 w 41"/>
                <a:gd name="T29" fmla="*/ 16 h 41"/>
                <a:gd name="T30" fmla="*/ 36 w 41"/>
                <a:gd name="T31" fmla="*/ 11 h 41"/>
                <a:gd name="T32" fmla="*/ 42 w 41"/>
                <a:gd name="T33" fmla="*/ 5 h 41"/>
                <a:gd name="T34" fmla="*/ 42 w 41"/>
                <a:gd name="T35" fmla="*/ 5 h 41"/>
                <a:gd name="T36" fmla="*/ 47 w 41"/>
                <a:gd name="T37" fmla="*/ 0 h 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41">
                  <a:moveTo>
                    <a:pt x="0" y="0"/>
                  </a:moveTo>
                  <a:lnTo>
                    <a:pt x="4" y="5"/>
                  </a:lnTo>
                  <a:lnTo>
                    <a:pt x="9" y="5"/>
                  </a:lnTo>
                  <a:lnTo>
                    <a:pt x="13" y="9"/>
                  </a:lnTo>
                  <a:lnTo>
                    <a:pt x="13" y="14"/>
                  </a:lnTo>
                  <a:lnTo>
                    <a:pt x="18" y="18"/>
                  </a:lnTo>
                  <a:lnTo>
                    <a:pt x="18" y="27"/>
                  </a:lnTo>
                  <a:lnTo>
                    <a:pt x="18" y="32"/>
                  </a:lnTo>
                  <a:lnTo>
                    <a:pt x="23" y="36"/>
                  </a:lnTo>
                  <a:lnTo>
                    <a:pt x="23" y="41"/>
                  </a:lnTo>
                  <a:lnTo>
                    <a:pt x="23" y="36"/>
                  </a:lnTo>
                  <a:lnTo>
                    <a:pt x="23" y="32"/>
                  </a:lnTo>
                  <a:lnTo>
                    <a:pt x="23" y="27"/>
                  </a:lnTo>
                  <a:lnTo>
                    <a:pt x="27" y="18"/>
                  </a:lnTo>
                  <a:lnTo>
                    <a:pt x="27" y="14"/>
                  </a:lnTo>
                  <a:lnTo>
                    <a:pt x="32" y="9"/>
                  </a:lnTo>
                  <a:lnTo>
                    <a:pt x="36" y="5"/>
                  </a:lnTo>
                  <a:lnTo>
                    <a:pt x="41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9" name="Rectangle 232"/>
            <p:cNvSpPr>
              <a:spLocks noChangeArrowheads="1"/>
            </p:cNvSpPr>
            <p:nvPr/>
          </p:nvSpPr>
          <p:spPr bwMode="auto">
            <a:xfrm>
              <a:off x="2290" y="1389"/>
              <a:ext cx="1427" cy="288"/>
            </a:xfrm>
            <a:prstGeom prst="rect">
              <a:avLst/>
            </a:prstGeom>
            <a:solidFill>
              <a:schemeClr val="bg1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260"/>
            </a:p>
          </p:txBody>
        </p:sp>
        <p:sp>
          <p:nvSpPr>
            <p:cNvPr id="123930" name="Rectangle 233"/>
            <p:cNvSpPr>
              <a:spLocks noChangeArrowheads="1"/>
            </p:cNvSpPr>
            <p:nvPr/>
          </p:nvSpPr>
          <p:spPr bwMode="auto">
            <a:xfrm>
              <a:off x="2418" y="1394"/>
              <a:ext cx="584" cy="2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en-US" altLang="zh-CN" sz="1575" b="1">
                  <a:latin typeface="Palatino Linotype" pitchFamily="18" charset="0"/>
                </a:rPr>
                <a:t>switch</a:t>
              </a:r>
              <a:endParaRPr lang="en-US" altLang="zh-CN" sz="1260"/>
            </a:p>
          </p:txBody>
        </p:sp>
        <p:sp>
          <p:nvSpPr>
            <p:cNvPr id="123931" name="Rectangle 234"/>
            <p:cNvSpPr>
              <a:spLocks noChangeArrowheads="1"/>
            </p:cNvSpPr>
            <p:nvPr/>
          </p:nvSpPr>
          <p:spPr bwMode="auto">
            <a:xfrm>
              <a:off x="2989" y="1430"/>
              <a:ext cx="584" cy="2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zh-CN" altLang="en-US" sz="1575" b="1" dirty="0">
                  <a:latin typeface="华文楷体" pitchFamily="2" charset="-122"/>
                  <a:ea typeface="华文楷体" pitchFamily="2" charset="-122"/>
                </a:rPr>
                <a:t>表达式</a:t>
              </a:r>
              <a:endParaRPr lang="zh-CN" altLang="en-US" sz="1260" dirty="0"/>
            </a:p>
          </p:txBody>
        </p:sp>
        <p:sp>
          <p:nvSpPr>
            <p:cNvPr id="123935" name="Line 240"/>
            <p:cNvSpPr>
              <a:spLocks noChangeShapeType="1"/>
            </p:cNvSpPr>
            <p:nvPr/>
          </p:nvSpPr>
          <p:spPr bwMode="auto">
            <a:xfrm>
              <a:off x="3783" y="2105"/>
              <a:ext cx="1" cy="43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6" name="Freeform 241"/>
            <p:cNvSpPr>
              <a:spLocks/>
            </p:cNvSpPr>
            <p:nvPr/>
          </p:nvSpPr>
          <p:spPr bwMode="auto">
            <a:xfrm>
              <a:off x="3765" y="2495"/>
              <a:ext cx="44" cy="44"/>
            </a:xfrm>
            <a:custGeom>
              <a:avLst/>
              <a:gdLst>
                <a:gd name="T0" fmla="*/ 0 w 40"/>
                <a:gd name="T1" fmla="*/ 0 h 41"/>
                <a:gd name="T2" fmla="*/ 4 w 40"/>
                <a:gd name="T3" fmla="*/ 5 h 41"/>
                <a:gd name="T4" fmla="*/ 4 w 40"/>
                <a:gd name="T5" fmla="*/ 5 h 41"/>
                <a:gd name="T6" fmla="*/ 11 w 40"/>
                <a:gd name="T7" fmla="*/ 11 h 41"/>
                <a:gd name="T8" fmla="*/ 15 w 40"/>
                <a:gd name="T9" fmla="*/ 16 h 41"/>
                <a:gd name="T10" fmla="*/ 15 w 40"/>
                <a:gd name="T11" fmla="*/ 20 h 41"/>
                <a:gd name="T12" fmla="*/ 22 w 40"/>
                <a:gd name="T13" fmla="*/ 31 h 41"/>
                <a:gd name="T14" fmla="*/ 22 w 40"/>
                <a:gd name="T15" fmla="*/ 36 h 41"/>
                <a:gd name="T16" fmla="*/ 22 w 40"/>
                <a:gd name="T17" fmla="*/ 42 h 41"/>
                <a:gd name="T18" fmla="*/ 22 w 40"/>
                <a:gd name="T19" fmla="*/ 47 h 41"/>
                <a:gd name="T20" fmla="*/ 22 w 40"/>
                <a:gd name="T21" fmla="*/ 42 h 41"/>
                <a:gd name="T22" fmla="*/ 26 w 40"/>
                <a:gd name="T23" fmla="*/ 36 h 41"/>
                <a:gd name="T24" fmla="*/ 26 w 40"/>
                <a:gd name="T25" fmla="*/ 31 h 41"/>
                <a:gd name="T26" fmla="*/ 26 w 40"/>
                <a:gd name="T27" fmla="*/ 20 h 41"/>
                <a:gd name="T28" fmla="*/ 33 w 40"/>
                <a:gd name="T29" fmla="*/ 16 h 41"/>
                <a:gd name="T30" fmla="*/ 33 w 40"/>
                <a:gd name="T31" fmla="*/ 11 h 41"/>
                <a:gd name="T32" fmla="*/ 37 w 40"/>
                <a:gd name="T33" fmla="*/ 5 h 41"/>
                <a:gd name="T34" fmla="*/ 44 w 40"/>
                <a:gd name="T35" fmla="*/ 5 h 41"/>
                <a:gd name="T36" fmla="*/ 48 w 40"/>
                <a:gd name="T37" fmla="*/ 0 h 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0" h="41">
                  <a:moveTo>
                    <a:pt x="0" y="0"/>
                  </a:moveTo>
                  <a:lnTo>
                    <a:pt x="4" y="5"/>
                  </a:lnTo>
                  <a:lnTo>
                    <a:pt x="9" y="9"/>
                  </a:lnTo>
                  <a:lnTo>
                    <a:pt x="13" y="14"/>
                  </a:lnTo>
                  <a:lnTo>
                    <a:pt x="13" y="18"/>
                  </a:lnTo>
                  <a:lnTo>
                    <a:pt x="18" y="27"/>
                  </a:lnTo>
                  <a:lnTo>
                    <a:pt x="18" y="32"/>
                  </a:lnTo>
                  <a:lnTo>
                    <a:pt x="18" y="36"/>
                  </a:lnTo>
                  <a:lnTo>
                    <a:pt x="18" y="41"/>
                  </a:lnTo>
                  <a:lnTo>
                    <a:pt x="18" y="36"/>
                  </a:lnTo>
                  <a:lnTo>
                    <a:pt x="22" y="32"/>
                  </a:lnTo>
                  <a:lnTo>
                    <a:pt x="22" y="27"/>
                  </a:lnTo>
                  <a:lnTo>
                    <a:pt x="22" y="18"/>
                  </a:lnTo>
                  <a:lnTo>
                    <a:pt x="27" y="14"/>
                  </a:lnTo>
                  <a:lnTo>
                    <a:pt x="27" y="9"/>
                  </a:lnTo>
                  <a:lnTo>
                    <a:pt x="31" y="5"/>
                  </a:lnTo>
                  <a:lnTo>
                    <a:pt x="36" y="5"/>
                  </a:lnTo>
                  <a:lnTo>
                    <a:pt x="4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7" name="Line 242"/>
            <p:cNvSpPr>
              <a:spLocks noChangeShapeType="1"/>
            </p:cNvSpPr>
            <p:nvPr/>
          </p:nvSpPr>
          <p:spPr bwMode="auto">
            <a:xfrm flipH="1">
              <a:off x="4921" y="2840"/>
              <a:ext cx="5" cy="65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0" name="Line 246"/>
            <p:cNvSpPr>
              <a:spLocks noChangeShapeType="1"/>
            </p:cNvSpPr>
            <p:nvPr/>
          </p:nvSpPr>
          <p:spPr bwMode="auto">
            <a:xfrm>
              <a:off x="4926" y="2105"/>
              <a:ext cx="1" cy="43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1" name="Freeform 247"/>
            <p:cNvSpPr>
              <a:spLocks/>
            </p:cNvSpPr>
            <p:nvPr/>
          </p:nvSpPr>
          <p:spPr bwMode="auto">
            <a:xfrm>
              <a:off x="4907" y="2495"/>
              <a:ext cx="44" cy="44"/>
            </a:xfrm>
            <a:custGeom>
              <a:avLst/>
              <a:gdLst>
                <a:gd name="T0" fmla="*/ 0 w 41"/>
                <a:gd name="T1" fmla="*/ 0 h 41"/>
                <a:gd name="T2" fmla="*/ 5 w 41"/>
                <a:gd name="T3" fmla="*/ 5 h 41"/>
                <a:gd name="T4" fmla="*/ 11 w 41"/>
                <a:gd name="T5" fmla="*/ 5 h 41"/>
                <a:gd name="T6" fmla="*/ 11 w 41"/>
                <a:gd name="T7" fmla="*/ 11 h 41"/>
                <a:gd name="T8" fmla="*/ 16 w 41"/>
                <a:gd name="T9" fmla="*/ 16 h 41"/>
                <a:gd name="T10" fmla="*/ 16 w 41"/>
                <a:gd name="T11" fmla="*/ 20 h 41"/>
                <a:gd name="T12" fmla="*/ 21 w 41"/>
                <a:gd name="T13" fmla="*/ 31 h 41"/>
                <a:gd name="T14" fmla="*/ 21 w 41"/>
                <a:gd name="T15" fmla="*/ 36 h 41"/>
                <a:gd name="T16" fmla="*/ 21 w 41"/>
                <a:gd name="T17" fmla="*/ 42 h 41"/>
                <a:gd name="T18" fmla="*/ 21 w 41"/>
                <a:gd name="T19" fmla="*/ 47 h 41"/>
                <a:gd name="T20" fmla="*/ 21 w 41"/>
                <a:gd name="T21" fmla="*/ 42 h 41"/>
                <a:gd name="T22" fmla="*/ 27 w 41"/>
                <a:gd name="T23" fmla="*/ 36 h 41"/>
                <a:gd name="T24" fmla="*/ 27 w 41"/>
                <a:gd name="T25" fmla="*/ 31 h 41"/>
                <a:gd name="T26" fmla="*/ 27 w 41"/>
                <a:gd name="T27" fmla="*/ 20 h 41"/>
                <a:gd name="T28" fmla="*/ 32 w 41"/>
                <a:gd name="T29" fmla="*/ 16 h 41"/>
                <a:gd name="T30" fmla="*/ 36 w 41"/>
                <a:gd name="T31" fmla="*/ 11 h 41"/>
                <a:gd name="T32" fmla="*/ 36 w 41"/>
                <a:gd name="T33" fmla="*/ 5 h 41"/>
                <a:gd name="T34" fmla="*/ 43 w 41"/>
                <a:gd name="T35" fmla="*/ 5 h 41"/>
                <a:gd name="T36" fmla="*/ 47 w 41"/>
                <a:gd name="T37" fmla="*/ 0 h 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1" h="41">
                  <a:moveTo>
                    <a:pt x="0" y="0"/>
                  </a:moveTo>
                  <a:lnTo>
                    <a:pt x="5" y="5"/>
                  </a:lnTo>
                  <a:lnTo>
                    <a:pt x="9" y="5"/>
                  </a:lnTo>
                  <a:lnTo>
                    <a:pt x="9" y="9"/>
                  </a:lnTo>
                  <a:lnTo>
                    <a:pt x="14" y="14"/>
                  </a:lnTo>
                  <a:lnTo>
                    <a:pt x="14" y="18"/>
                  </a:lnTo>
                  <a:lnTo>
                    <a:pt x="19" y="27"/>
                  </a:lnTo>
                  <a:lnTo>
                    <a:pt x="19" y="32"/>
                  </a:lnTo>
                  <a:lnTo>
                    <a:pt x="19" y="36"/>
                  </a:lnTo>
                  <a:lnTo>
                    <a:pt x="19" y="41"/>
                  </a:lnTo>
                  <a:lnTo>
                    <a:pt x="19" y="36"/>
                  </a:lnTo>
                  <a:lnTo>
                    <a:pt x="23" y="32"/>
                  </a:lnTo>
                  <a:lnTo>
                    <a:pt x="23" y="27"/>
                  </a:lnTo>
                  <a:lnTo>
                    <a:pt x="23" y="18"/>
                  </a:lnTo>
                  <a:lnTo>
                    <a:pt x="28" y="14"/>
                  </a:lnTo>
                  <a:lnTo>
                    <a:pt x="32" y="9"/>
                  </a:lnTo>
                  <a:lnTo>
                    <a:pt x="32" y="5"/>
                  </a:lnTo>
                  <a:lnTo>
                    <a:pt x="37" y="5"/>
                  </a:lnTo>
                  <a:lnTo>
                    <a:pt x="41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2" name="Rectangle 248"/>
            <p:cNvSpPr>
              <a:spLocks noChangeArrowheads="1"/>
            </p:cNvSpPr>
            <p:nvPr/>
          </p:nvSpPr>
          <p:spPr bwMode="auto">
            <a:xfrm>
              <a:off x="4957" y="2110"/>
              <a:ext cx="638" cy="2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en-US" altLang="zh-CN" sz="1575" b="1">
                  <a:latin typeface="Palatino Linotype" pitchFamily="18" charset="0"/>
                </a:rPr>
                <a:t>default</a:t>
              </a:r>
              <a:endParaRPr lang="en-US" altLang="zh-CN" sz="1260"/>
            </a:p>
          </p:txBody>
        </p:sp>
        <p:sp>
          <p:nvSpPr>
            <p:cNvPr id="123943" name="Line 249"/>
            <p:cNvSpPr>
              <a:spLocks noChangeShapeType="1"/>
            </p:cNvSpPr>
            <p:nvPr/>
          </p:nvSpPr>
          <p:spPr bwMode="auto">
            <a:xfrm>
              <a:off x="1071" y="2105"/>
              <a:ext cx="3839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4" name="Line 250"/>
            <p:cNvSpPr>
              <a:spLocks noChangeShapeType="1"/>
            </p:cNvSpPr>
            <p:nvPr/>
          </p:nvSpPr>
          <p:spPr bwMode="auto">
            <a:xfrm>
              <a:off x="2998" y="1679"/>
              <a:ext cx="1" cy="41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5" name="Freeform 251"/>
            <p:cNvSpPr>
              <a:spLocks/>
            </p:cNvSpPr>
            <p:nvPr/>
          </p:nvSpPr>
          <p:spPr bwMode="auto">
            <a:xfrm>
              <a:off x="2975" y="2046"/>
              <a:ext cx="46" cy="47"/>
            </a:xfrm>
            <a:custGeom>
              <a:avLst/>
              <a:gdLst>
                <a:gd name="T0" fmla="*/ 0 w 46"/>
                <a:gd name="T1" fmla="*/ 0 h 46"/>
                <a:gd name="T2" fmla="*/ 5 w 46"/>
                <a:gd name="T3" fmla="*/ 5 h 46"/>
                <a:gd name="T4" fmla="*/ 9 w 46"/>
                <a:gd name="T5" fmla="*/ 9 h 46"/>
                <a:gd name="T6" fmla="*/ 14 w 46"/>
                <a:gd name="T7" fmla="*/ 14 h 46"/>
                <a:gd name="T8" fmla="*/ 19 w 46"/>
                <a:gd name="T9" fmla="*/ 19 h 46"/>
                <a:gd name="T10" fmla="*/ 19 w 46"/>
                <a:gd name="T11" fmla="*/ 25 h 46"/>
                <a:gd name="T12" fmla="*/ 19 w 46"/>
                <a:gd name="T13" fmla="*/ 30 h 46"/>
                <a:gd name="T14" fmla="*/ 23 w 46"/>
                <a:gd name="T15" fmla="*/ 34 h 46"/>
                <a:gd name="T16" fmla="*/ 23 w 46"/>
                <a:gd name="T17" fmla="*/ 39 h 46"/>
                <a:gd name="T18" fmla="*/ 23 w 46"/>
                <a:gd name="T19" fmla="*/ 48 h 46"/>
                <a:gd name="T20" fmla="*/ 23 w 46"/>
                <a:gd name="T21" fmla="*/ 39 h 46"/>
                <a:gd name="T22" fmla="*/ 23 w 46"/>
                <a:gd name="T23" fmla="*/ 34 h 46"/>
                <a:gd name="T24" fmla="*/ 28 w 46"/>
                <a:gd name="T25" fmla="*/ 30 h 46"/>
                <a:gd name="T26" fmla="*/ 28 w 46"/>
                <a:gd name="T27" fmla="*/ 25 h 46"/>
                <a:gd name="T28" fmla="*/ 28 w 46"/>
                <a:gd name="T29" fmla="*/ 19 h 46"/>
                <a:gd name="T30" fmla="*/ 32 w 46"/>
                <a:gd name="T31" fmla="*/ 14 h 46"/>
                <a:gd name="T32" fmla="*/ 37 w 46"/>
                <a:gd name="T33" fmla="*/ 9 h 46"/>
                <a:gd name="T34" fmla="*/ 41 w 46"/>
                <a:gd name="T35" fmla="*/ 5 h 46"/>
                <a:gd name="T36" fmla="*/ 46 w 46"/>
                <a:gd name="T37" fmla="*/ 0 h 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6" h="46">
                  <a:moveTo>
                    <a:pt x="0" y="0"/>
                  </a:moveTo>
                  <a:lnTo>
                    <a:pt x="5" y="5"/>
                  </a:lnTo>
                  <a:lnTo>
                    <a:pt x="9" y="9"/>
                  </a:lnTo>
                  <a:lnTo>
                    <a:pt x="14" y="14"/>
                  </a:lnTo>
                  <a:lnTo>
                    <a:pt x="19" y="19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23" y="32"/>
                  </a:lnTo>
                  <a:lnTo>
                    <a:pt x="23" y="37"/>
                  </a:lnTo>
                  <a:lnTo>
                    <a:pt x="23" y="46"/>
                  </a:lnTo>
                  <a:lnTo>
                    <a:pt x="23" y="37"/>
                  </a:lnTo>
                  <a:lnTo>
                    <a:pt x="23" y="32"/>
                  </a:lnTo>
                  <a:lnTo>
                    <a:pt x="28" y="28"/>
                  </a:lnTo>
                  <a:lnTo>
                    <a:pt x="28" y="23"/>
                  </a:lnTo>
                  <a:lnTo>
                    <a:pt x="28" y="19"/>
                  </a:lnTo>
                  <a:lnTo>
                    <a:pt x="32" y="14"/>
                  </a:lnTo>
                  <a:lnTo>
                    <a:pt x="37" y="9"/>
                  </a:lnTo>
                  <a:lnTo>
                    <a:pt x="41" y="5"/>
                  </a:lnTo>
                  <a:lnTo>
                    <a:pt x="46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6" name="Freeform 252"/>
            <p:cNvSpPr>
              <a:spLocks/>
            </p:cNvSpPr>
            <p:nvPr/>
          </p:nvSpPr>
          <p:spPr bwMode="auto">
            <a:xfrm>
              <a:off x="2980" y="2092"/>
              <a:ext cx="44" cy="44"/>
            </a:xfrm>
            <a:custGeom>
              <a:avLst/>
              <a:gdLst>
                <a:gd name="T0" fmla="*/ 0 w 36"/>
                <a:gd name="T1" fmla="*/ 26 h 31"/>
                <a:gd name="T2" fmla="*/ 6 w 36"/>
                <a:gd name="T3" fmla="*/ 9 h 31"/>
                <a:gd name="T4" fmla="*/ 27 w 36"/>
                <a:gd name="T5" fmla="*/ 0 h 31"/>
                <a:gd name="T6" fmla="*/ 48 w 36"/>
                <a:gd name="T7" fmla="*/ 9 h 31"/>
                <a:gd name="T8" fmla="*/ 54 w 36"/>
                <a:gd name="T9" fmla="*/ 26 h 31"/>
                <a:gd name="T10" fmla="*/ 48 w 36"/>
                <a:gd name="T11" fmla="*/ 54 h 31"/>
                <a:gd name="T12" fmla="*/ 27 w 36"/>
                <a:gd name="T13" fmla="*/ 62 h 31"/>
                <a:gd name="T14" fmla="*/ 6 w 36"/>
                <a:gd name="T15" fmla="*/ 54 h 31"/>
                <a:gd name="T16" fmla="*/ 0 w 36"/>
                <a:gd name="T17" fmla="*/ 26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6" h="31">
                  <a:moveTo>
                    <a:pt x="0" y="13"/>
                  </a:moveTo>
                  <a:lnTo>
                    <a:pt x="4" y="4"/>
                  </a:lnTo>
                  <a:lnTo>
                    <a:pt x="18" y="0"/>
                  </a:lnTo>
                  <a:lnTo>
                    <a:pt x="32" y="4"/>
                  </a:lnTo>
                  <a:lnTo>
                    <a:pt x="36" y="13"/>
                  </a:lnTo>
                  <a:lnTo>
                    <a:pt x="32" y="27"/>
                  </a:lnTo>
                  <a:lnTo>
                    <a:pt x="18" y="31"/>
                  </a:lnTo>
                  <a:lnTo>
                    <a:pt x="4" y="2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FF33"/>
            </a:solidFill>
            <a:ln w="142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7" name="Rectangle 254"/>
            <p:cNvSpPr>
              <a:spLocks noChangeArrowheads="1"/>
            </p:cNvSpPr>
            <p:nvPr/>
          </p:nvSpPr>
          <p:spPr bwMode="auto">
            <a:xfrm>
              <a:off x="1746" y="2160"/>
              <a:ext cx="559" cy="29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zh-CN" altLang="en-US" b="1">
                  <a:latin typeface="Palatino Linotype" pitchFamily="18" charset="0"/>
                </a:rPr>
                <a:t>常量</a:t>
              </a:r>
              <a:r>
                <a:rPr lang="en-US" altLang="zh-CN" b="1">
                  <a:latin typeface="Palatino Linotype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123948" name="Rectangle 255"/>
            <p:cNvSpPr>
              <a:spLocks noChangeArrowheads="1"/>
            </p:cNvSpPr>
            <p:nvPr/>
          </p:nvSpPr>
          <p:spPr bwMode="auto">
            <a:xfrm>
              <a:off x="3288" y="2160"/>
              <a:ext cx="584" cy="29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268784" indent="-268784"/>
              <a:r>
                <a:rPr lang="zh-CN" altLang="en-US" b="1">
                  <a:latin typeface="Palatino Linotype" pitchFamily="18" charset="0"/>
                </a:rPr>
                <a:t>常量</a:t>
              </a:r>
              <a:r>
                <a:rPr lang="en-US" altLang="zh-CN" b="1">
                  <a:latin typeface="Palatino Linotype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123950" name="Line 258"/>
            <p:cNvSpPr>
              <a:spLocks noChangeShapeType="1"/>
            </p:cNvSpPr>
            <p:nvPr/>
          </p:nvSpPr>
          <p:spPr bwMode="auto">
            <a:xfrm>
              <a:off x="2653" y="2659"/>
              <a:ext cx="226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1" name="Line 259"/>
            <p:cNvSpPr>
              <a:spLocks noChangeShapeType="1"/>
            </p:cNvSpPr>
            <p:nvPr/>
          </p:nvSpPr>
          <p:spPr bwMode="auto">
            <a:xfrm>
              <a:off x="3152" y="2659"/>
              <a:ext cx="226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2" name="Line 260"/>
            <p:cNvSpPr>
              <a:spLocks noChangeShapeType="1"/>
            </p:cNvSpPr>
            <p:nvPr/>
          </p:nvSpPr>
          <p:spPr bwMode="auto">
            <a:xfrm>
              <a:off x="4195" y="2659"/>
              <a:ext cx="319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Rectangle 223">
              <a:extLst>
                <a:ext uri="{FF2B5EF4-FFF2-40B4-BE49-F238E27FC236}">
                  <a16:creationId xmlns:a16="http://schemas.microsoft.com/office/drawing/2014/main" id="{37636B24-CB59-4505-8F19-C46C9E68A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6" y="2536"/>
              <a:ext cx="853" cy="289"/>
            </a:xfrm>
            <a:prstGeom prst="rect">
              <a:avLst/>
            </a:prstGeom>
            <a:solidFill>
              <a:schemeClr val="bg1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sz="1260" b="1" dirty="0"/>
                <a:t>语句组</a:t>
              </a:r>
              <a:r>
                <a:rPr lang="en-US" altLang="zh-CN" sz="1260" b="1" dirty="0"/>
                <a:t>2</a:t>
              </a:r>
              <a:endParaRPr lang="zh-CN" altLang="en-US" sz="1260" b="1" dirty="0"/>
            </a:p>
            <a:p>
              <a:endParaRPr lang="zh-CN" altLang="en-US" sz="1260" dirty="0"/>
            </a:p>
          </p:txBody>
        </p:sp>
        <p:sp>
          <p:nvSpPr>
            <p:cNvPr id="250" name="Rectangle 223">
              <a:extLst>
                <a:ext uri="{FF2B5EF4-FFF2-40B4-BE49-F238E27FC236}">
                  <a16:creationId xmlns:a16="http://schemas.microsoft.com/office/drawing/2014/main" id="{7FBA8A99-217E-4453-BB79-42E01EBA9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2536"/>
              <a:ext cx="853" cy="289"/>
            </a:xfrm>
            <a:prstGeom prst="rect">
              <a:avLst/>
            </a:prstGeom>
            <a:solidFill>
              <a:schemeClr val="bg1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sz="1260" b="1" dirty="0"/>
                <a:t>语句组</a:t>
              </a:r>
              <a:r>
                <a:rPr lang="en-US" altLang="zh-CN" sz="1260" b="1" dirty="0"/>
                <a:t>n</a:t>
              </a:r>
              <a:endParaRPr lang="zh-CN" altLang="en-US" sz="1260" b="1" dirty="0"/>
            </a:p>
            <a:p>
              <a:endParaRPr lang="zh-CN" altLang="en-US" sz="1260" dirty="0"/>
            </a:p>
          </p:txBody>
        </p:sp>
        <p:sp>
          <p:nvSpPr>
            <p:cNvPr id="251" name="Rectangle 223">
              <a:extLst>
                <a:ext uri="{FF2B5EF4-FFF2-40B4-BE49-F238E27FC236}">
                  <a16:creationId xmlns:a16="http://schemas.microsoft.com/office/drawing/2014/main" id="{D1CCBC27-0FF0-4CD2-8EA0-8FAA134F3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" y="2536"/>
              <a:ext cx="935" cy="289"/>
            </a:xfrm>
            <a:prstGeom prst="rect">
              <a:avLst/>
            </a:prstGeom>
            <a:solidFill>
              <a:schemeClr val="bg1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sz="1260" b="1" dirty="0"/>
                <a:t>语句组</a:t>
              </a:r>
              <a:r>
                <a:rPr lang="en-US" altLang="zh-CN" sz="1260" b="1" dirty="0"/>
                <a:t>n+1</a:t>
              </a:r>
              <a:endParaRPr lang="zh-CN" altLang="en-US" sz="1260" b="1" dirty="0"/>
            </a:p>
            <a:p>
              <a:endParaRPr lang="zh-CN" altLang="en-US" sz="1260" dirty="0"/>
            </a:p>
          </p:txBody>
        </p:sp>
      </p:grp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内容占位符 2"/>
          <p:cNvSpPr>
            <a:spLocks noGrp="1"/>
          </p:cNvSpPr>
          <p:nvPr>
            <p:ph idx="4294967295"/>
          </p:nvPr>
        </p:nvSpPr>
        <p:spPr bwMode="auto">
          <a:xfrm>
            <a:off x="2266945" y="698893"/>
            <a:ext cx="4897437" cy="361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954" tIns="35977" rIns="71954" bIns="35977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#include&lt;stdio.h&gt;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     int </a:t>
            </a:r>
            <a:r>
              <a:rPr lang="en-US" altLang="zh-CN" sz="1800" b="1" dirty="0" err="1">
                <a:latin typeface="+mn-ea"/>
              </a:rPr>
              <a:t>i</a:t>
            </a:r>
            <a:r>
              <a:rPr lang="en-US" altLang="zh-CN" sz="1800" b="1" dirty="0">
                <a:latin typeface="+mn-ea"/>
              </a:rPr>
              <a:t>=0;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	switch(</a:t>
            </a:r>
            <a:r>
              <a:rPr lang="en-US" altLang="zh-CN" sz="1800" b="1" dirty="0" err="1">
                <a:latin typeface="+mn-ea"/>
              </a:rPr>
              <a:t>i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	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	case 0:printf("%d",</a:t>
            </a:r>
            <a:r>
              <a:rPr lang="en-US" altLang="zh-CN" sz="1800" b="1" dirty="0" err="1">
                <a:latin typeface="+mn-ea"/>
              </a:rPr>
              <a:t>i</a:t>
            </a:r>
            <a:r>
              <a:rPr lang="en-US" altLang="zh-CN" sz="1800" b="1" dirty="0">
                <a:latin typeface="+mn-ea"/>
              </a:rPr>
              <a:t>);break;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	case 1:printf("%d",</a:t>
            </a:r>
            <a:r>
              <a:rPr lang="en-US" altLang="zh-CN" sz="1800" b="1" dirty="0" err="1">
                <a:latin typeface="+mn-ea"/>
              </a:rPr>
              <a:t>i</a:t>
            </a:r>
            <a:r>
              <a:rPr lang="en-US" altLang="zh-CN" sz="1800" b="1" dirty="0">
                <a:latin typeface="+mn-ea"/>
              </a:rPr>
              <a:t>);break;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	case 2:printf("%d",</a:t>
            </a:r>
            <a:r>
              <a:rPr lang="en-US" altLang="zh-CN" sz="1800" b="1" dirty="0" err="1">
                <a:latin typeface="+mn-ea"/>
              </a:rPr>
              <a:t>i</a:t>
            </a:r>
            <a:r>
              <a:rPr lang="en-US" altLang="zh-CN" sz="1800" b="1" dirty="0">
                <a:latin typeface="+mn-ea"/>
              </a:rPr>
              <a:t>);break;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	default :</a:t>
            </a:r>
            <a:r>
              <a:rPr lang="en-US" altLang="zh-CN" sz="1800" b="1" dirty="0" err="1">
                <a:latin typeface="+mn-ea"/>
              </a:rPr>
              <a:t>printf</a:t>
            </a:r>
            <a:r>
              <a:rPr lang="en-US" altLang="zh-CN" sz="1800" b="1" dirty="0">
                <a:latin typeface="+mn-ea"/>
              </a:rPr>
              <a:t>("%d",</a:t>
            </a:r>
            <a:r>
              <a:rPr lang="en-US" altLang="zh-CN" sz="1800" b="1" dirty="0" err="1">
                <a:latin typeface="+mn-ea"/>
              </a:rPr>
              <a:t>i</a:t>
            </a:r>
            <a:r>
              <a:rPr lang="en-US" altLang="zh-CN" sz="1800" b="1" dirty="0">
                <a:latin typeface="+mn-ea"/>
              </a:rPr>
              <a:t>);break;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	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latin typeface="+mn-ea"/>
              </a:rPr>
              <a:t>}</a:t>
            </a:r>
            <a:endParaRPr lang="zh-CN" altLang="en-US" sz="1800" b="1" dirty="0">
              <a:latin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26684" y="1539121"/>
            <a:ext cx="5158145" cy="385048"/>
          </a:xfrm>
        </p:spPr>
        <p:txBody>
          <a:bodyPr/>
          <a:lstStyle/>
          <a:p>
            <a:pPr eaLnBrk="1" hangingPunct="1"/>
            <a:r>
              <a:rPr lang="zh-CN" altLang="en-US" sz="1890" b="1">
                <a:latin typeface="黑体" pitchFamily="49" charset="-122"/>
                <a:ea typeface="黑体" pitchFamily="49" charset="-122"/>
              </a:rPr>
              <a:t>任意输入两个数和一个运算符</a:t>
            </a:r>
            <a:r>
              <a:rPr lang="zh-CN" altLang="zh-CN" sz="1890" b="1"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en-US" sz="1890" b="1">
                <a:latin typeface="黑体" pitchFamily="49" charset="-122"/>
                <a:ea typeface="黑体" pitchFamily="49" charset="-122"/>
              </a:rPr>
              <a:t>输出运算结果。</a:t>
            </a:r>
          </a:p>
        </p:txBody>
      </p:sp>
      <p:grpSp>
        <p:nvGrpSpPr>
          <p:cNvPr id="128003" name="Group 3"/>
          <p:cNvGrpSpPr>
            <a:grpSpLocks/>
          </p:cNvGrpSpPr>
          <p:nvPr/>
        </p:nvGrpSpPr>
        <p:grpSpPr bwMode="auto">
          <a:xfrm>
            <a:off x="2019182" y="2342973"/>
            <a:ext cx="4726841" cy="2100263"/>
            <a:chOff x="0" y="0"/>
            <a:chExt cx="4446" cy="2240"/>
          </a:xfrm>
        </p:grpSpPr>
        <p:sp>
          <p:nvSpPr>
            <p:cNvPr id="128004" name="Rectangle 4"/>
            <p:cNvSpPr>
              <a:spLocks noChangeArrowheads="1"/>
            </p:cNvSpPr>
            <p:nvPr/>
          </p:nvSpPr>
          <p:spPr bwMode="auto">
            <a:xfrm>
              <a:off x="1815" y="1381"/>
              <a:ext cx="819" cy="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sz="1400" b="1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rPr>
                <a:t>y=s1</a:t>
              </a:r>
              <a:r>
                <a:rPr lang="zh-CN" altLang="zh-CN" sz="1400" b="1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</a:rPr>
                <a:t>*</a:t>
              </a:r>
              <a:r>
                <a:rPr lang="zh-CN" altLang="zh-CN" sz="1400" b="1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rPr>
                <a:t>s2</a:t>
              </a:r>
            </a:p>
          </p:txBody>
        </p:sp>
        <p:sp>
          <p:nvSpPr>
            <p:cNvPr id="128005" name="Line 5"/>
            <p:cNvSpPr>
              <a:spLocks noChangeShapeType="1"/>
            </p:cNvSpPr>
            <p:nvPr/>
          </p:nvSpPr>
          <p:spPr bwMode="auto">
            <a:xfrm>
              <a:off x="2223" y="118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06" name="Line 6"/>
            <p:cNvSpPr>
              <a:spLocks noChangeShapeType="1"/>
            </p:cNvSpPr>
            <p:nvPr/>
          </p:nvSpPr>
          <p:spPr bwMode="auto">
            <a:xfrm>
              <a:off x="2220" y="727"/>
              <a:ext cx="0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07" name="Rectangle 7"/>
            <p:cNvSpPr>
              <a:spLocks noChangeArrowheads="1"/>
            </p:cNvSpPr>
            <p:nvPr/>
          </p:nvSpPr>
          <p:spPr bwMode="auto">
            <a:xfrm>
              <a:off x="912" y="1378"/>
              <a:ext cx="819" cy="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sz="1400" b="1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rPr>
                <a:t>y=s1-s2</a:t>
              </a:r>
            </a:p>
          </p:txBody>
        </p:sp>
        <p:sp>
          <p:nvSpPr>
            <p:cNvPr id="128008" name="Rectangle 8"/>
            <p:cNvSpPr>
              <a:spLocks noChangeArrowheads="1"/>
            </p:cNvSpPr>
            <p:nvPr/>
          </p:nvSpPr>
          <p:spPr bwMode="auto">
            <a:xfrm>
              <a:off x="0" y="1375"/>
              <a:ext cx="819" cy="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sz="1400" b="1" dirty="0">
                  <a:solidFill>
                    <a:srgbClr val="000000"/>
                  </a:solidFill>
                  <a:latin typeface="Tahoma" pitchFamily="34" charset="0"/>
                </a:rPr>
                <a:t>y=s1+s2</a:t>
              </a:r>
              <a:endParaRPr lang="zh-CN" altLang="zh-CN" sz="1400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09" name="Rectangle 9"/>
            <p:cNvSpPr>
              <a:spLocks noChangeArrowheads="1"/>
            </p:cNvSpPr>
            <p:nvPr/>
          </p:nvSpPr>
          <p:spPr bwMode="auto">
            <a:xfrm>
              <a:off x="2721" y="1378"/>
              <a:ext cx="819" cy="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sz="1400" b="1">
                  <a:solidFill>
                    <a:srgbClr val="000000"/>
                  </a:solidFill>
                  <a:latin typeface="Tahoma" pitchFamily="34" charset="0"/>
                  <a:ea typeface="Dotum" pitchFamily="34" charset="-127"/>
                </a:rPr>
                <a:t>y=s1/s2</a:t>
              </a:r>
            </a:p>
          </p:txBody>
        </p:sp>
        <p:sp>
          <p:nvSpPr>
            <p:cNvPr id="128010" name="Rectangle 10"/>
            <p:cNvSpPr>
              <a:spLocks noChangeArrowheads="1"/>
            </p:cNvSpPr>
            <p:nvPr/>
          </p:nvSpPr>
          <p:spPr bwMode="auto">
            <a:xfrm>
              <a:off x="3627" y="1375"/>
              <a:ext cx="819" cy="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sz="1260" b="1">
                  <a:solidFill>
                    <a:srgbClr val="000000"/>
                  </a:solidFill>
                  <a:latin typeface="Times New Roman" pitchFamily="18" charset="0"/>
                </a:rPr>
                <a:t>print</a:t>
              </a:r>
            </a:p>
            <a:p>
              <a:pPr algn="ctr"/>
              <a:r>
                <a:rPr lang="zh-CN" altLang="zh-CN" sz="1260" b="1">
                  <a:solidFill>
                    <a:srgbClr val="000000"/>
                  </a:solidFill>
                  <a:latin typeface="Times New Roman" pitchFamily="18" charset="0"/>
                </a:rPr>
                <a:t>“error”</a:t>
              </a:r>
              <a:endParaRPr lang="zh-CN" altLang="zh-CN" sz="2205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11" name="Rectangle 11"/>
            <p:cNvSpPr>
              <a:spLocks noChangeArrowheads="1"/>
            </p:cNvSpPr>
            <p:nvPr/>
          </p:nvSpPr>
          <p:spPr bwMode="auto">
            <a:xfrm>
              <a:off x="1818" y="385"/>
              <a:ext cx="819" cy="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sz="1260" b="1">
                  <a:solidFill>
                    <a:srgbClr val="000000"/>
                  </a:solidFill>
                  <a:latin typeface="Times New Roman" pitchFamily="18" charset="0"/>
                </a:rPr>
                <a:t>operator</a:t>
              </a:r>
              <a:endParaRPr lang="zh-CN" altLang="zh-CN" sz="2205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12" name="Line 12"/>
            <p:cNvSpPr>
              <a:spLocks noChangeShapeType="1"/>
            </p:cNvSpPr>
            <p:nvPr/>
          </p:nvSpPr>
          <p:spPr bwMode="auto">
            <a:xfrm flipH="1">
              <a:off x="1323" y="722"/>
              <a:ext cx="770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13" name="Line 13"/>
            <p:cNvSpPr>
              <a:spLocks noChangeShapeType="1"/>
            </p:cNvSpPr>
            <p:nvPr/>
          </p:nvSpPr>
          <p:spPr bwMode="auto">
            <a:xfrm flipH="1">
              <a:off x="412" y="722"/>
              <a:ext cx="1533" cy="6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14" name="Line 14"/>
            <p:cNvSpPr>
              <a:spLocks noChangeShapeType="1"/>
            </p:cNvSpPr>
            <p:nvPr/>
          </p:nvSpPr>
          <p:spPr bwMode="auto">
            <a:xfrm>
              <a:off x="2335" y="722"/>
              <a:ext cx="808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15" name="Line 15"/>
            <p:cNvSpPr>
              <a:spLocks noChangeShapeType="1"/>
            </p:cNvSpPr>
            <p:nvPr/>
          </p:nvSpPr>
          <p:spPr bwMode="auto">
            <a:xfrm>
              <a:off x="2502" y="722"/>
              <a:ext cx="1514" cy="6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16" name="Line 16"/>
            <p:cNvSpPr>
              <a:spLocks noChangeShapeType="1"/>
            </p:cNvSpPr>
            <p:nvPr/>
          </p:nvSpPr>
          <p:spPr bwMode="auto">
            <a:xfrm flipH="1">
              <a:off x="393" y="1874"/>
              <a:ext cx="3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17" name="Line 17"/>
            <p:cNvSpPr>
              <a:spLocks noChangeShapeType="1"/>
            </p:cNvSpPr>
            <p:nvPr/>
          </p:nvSpPr>
          <p:spPr bwMode="auto">
            <a:xfrm>
              <a:off x="2223" y="1874"/>
              <a:ext cx="0" cy="2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18" name="Rectangle 18"/>
            <p:cNvSpPr>
              <a:spLocks noChangeArrowheads="1"/>
            </p:cNvSpPr>
            <p:nvPr/>
          </p:nvSpPr>
          <p:spPr bwMode="auto">
            <a:xfrm>
              <a:off x="571" y="1018"/>
              <a:ext cx="269" cy="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b="1">
                  <a:solidFill>
                    <a:srgbClr val="000000"/>
                  </a:solidFill>
                  <a:latin typeface="Courier New" pitchFamily="49" charset="0"/>
                </a:rPr>
                <a:t>‘+’</a:t>
              </a:r>
              <a:endParaRPr lang="zh-CN" altLang="zh-CN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19" name="Rectangle 19"/>
            <p:cNvSpPr>
              <a:spLocks noChangeArrowheads="1"/>
            </p:cNvSpPr>
            <p:nvPr/>
          </p:nvSpPr>
          <p:spPr bwMode="auto">
            <a:xfrm>
              <a:off x="1243" y="1015"/>
              <a:ext cx="269" cy="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b="1">
                  <a:solidFill>
                    <a:srgbClr val="000000"/>
                  </a:solidFill>
                  <a:latin typeface="Courier New" pitchFamily="49" charset="0"/>
                </a:rPr>
                <a:t>‘-’</a:t>
              </a:r>
              <a:endParaRPr lang="zh-CN" altLang="zh-CN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20" name="Rectangle 20"/>
            <p:cNvSpPr>
              <a:spLocks noChangeArrowheads="1"/>
            </p:cNvSpPr>
            <p:nvPr/>
          </p:nvSpPr>
          <p:spPr bwMode="auto">
            <a:xfrm>
              <a:off x="1909" y="1016"/>
              <a:ext cx="269" cy="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b="1">
                  <a:solidFill>
                    <a:srgbClr val="000000"/>
                  </a:solidFill>
                  <a:latin typeface="Courier New" pitchFamily="49" charset="0"/>
                </a:rPr>
                <a:t>‘*’</a:t>
              </a:r>
              <a:endParaRPr lang="zh-CN" altLang="zh-CN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21" name="Rectangle 21"/>
            <p:cNvSpPr>
              <a:spLocks noChangeArrowheads="1"/>
            </p:cNvSpPr>
            <p:nvPr/>
          </p:nvSpPr>
          <p:spPr bwMode="auto">
            <a:xfrm>
              <a:off x="2894" y="1019"/>
              <a:ext cx="269" cy="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b="1">
                  <a:solidFill>
                    <a:srgbClr val="000000"/>
                  </a:solidFill>
                  <a:latin typeface="Courier New" pitchFamily="49" charset="0"/>
                </a:rPr>
                <a:t>‘/’</a:t>
              </a:r>
              <a:endParaRPr lang="zh-CN" altLang="zh-CN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22" name="Rectangle 22"/>
            <p:cNvSpPr>
              <a:spLocks noChangeArrowheads="1"/>
            </p:cNvSpPr>
            <p:nvPr/>
          </p:nvSpPr>
          <p:spPr bwMode="auto">
            <a:xfrm>
              <a:off x="3602" y="1022"/>
              <a:ext cx="520" cy="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zh-CN" sz="1260" b="1">
                  <a:solidFill>
                    <a:srgbClr val="000000"/>
                  </a:solidFill>
                  <a:latin typeface="Courier New" pitchFamily="49" charset="0"/>
                </a:rPr>
                <a:t>default</a:t>
              </a:r>
              <a:endParaRPr lang="zh-CN" altLang="zh-CN" sz="2205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23" name="Line 23"/>
            <p:cNvSpPr>
              <a:spLocks noChangeShapeType="1"/>
            </p:cNvSpPr>
            <p:nvPr/>
          </p:nvSpPr>
          <p:spPr bwMode="auto">
            <a:xfrm>
              <a:off x="403" y="1707"/>
              <a:ext cx="0" cy="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24" name="Line 24"/>
            <p:cNvSpPr>
              <a:spLocks noChangeShapeType="1"/>
            </p:cNvSpPr>
            <p:nvPr/>
          </p:nvSpPr>
          <p:spPr bwMode="auto">
            <a:xfrm>
              <a:off x="1322" y="1716"/>
              <a:ext cx="0" cy="1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25" name="Line 25"/>
            <p:cNvSpPr>
              <a:spLocks noChangeShapeType="1"/>
            </p:cNvSpPr>
            <p:nvPr/>
          </p:nvSpPr>
          <p:spPr bwMode="auto">
            <a:xfrm>
              <a:off x="2223" y="1716"/>
              <a:ext cx="0" cy="1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26" name="Line 26"/>
            <p:cNvSpPr>
              <a:spLocks noChangeShapeType="1"/>
            </p:cNvSpPr>
            <p:nvPr/>
          </p:nvSpPr>
          <p:spPr bwMode="auto">
            <a:xfrm>
              <a:off x="3152" y="1716"/>
              <a:ext cx="0" cy="1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27" name="Line 27"/>
            <p:cNvSpPr>
              <a:spLocks noChangeShapeType="1"/>
            </p:cNvSpPr>
            <p:nvPr/>
          </p:nvSpPr>
          <p:spPr bwMode="auto">
            <a:xfrm>
              <a:off x="4026" y="1707"/>
              <a:ext cx="0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028" name="Oval 28"/>
            <p:cNvSpPr>
              <a:spLocks noChangeArrowheads="1"/>
            </p:cNvSpPr>
            <p:nvPr/>
          </p:nvSpPr>
          <p:spPr bwMode="auto">
            <a:xfrm>
              <a:off x="2154" y="0"/>
              <a:ext cx="114" cy="11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9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28029" name="Oval 29"/>
            <p:cNvSpPr>
              <a:spLocks noChangeArrowheads="1"/>
            </p:cNvSpPr>
            <p:nvPr/>
          </p:nvSpPr>
          <p:spPr bwMode="auto">
            <a:xfrm>
              <a:off x="2159" y="2126"/>
              <a:ext cx="114" cy="11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90">
                <a:solidFill>
                  <a:srgbClr val="000000"/>
                </a:solidFill>
                <a:latin typeface="Tahoma" pitchFamily="34" charset="0"/>
                <a:ea typeface="Dotum" pitchFamily="34" charset="-127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idx="1"/>
          </p:nvPr>
        </p:nvSpPr>
        <p:spPr>
          <a:xfrm>
            <a:off x="2082828" y="736927"/>
            <a:ext cx="5514558" cy="417187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1260" b="1" dirty="0"/>
              <a:t>main </a:t>
            </a:r>
            <a:r>
              <a:rPr lang="zh-CN" altLang="en-US" sz="1260" b="1" dirty="0">
                <a:latin typeface="Times New Roman" pitchFamily="18" charset="0"/>
              </a:rPr>
              <a:t>( 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1260" b="1" dirty="0"/>
              <a:t>{  float   s1</a:t>
            </a:r>
            <a:r>
              <a:rPr lang="zh-CN" altLang="en-US" sz="1260" b="1" dirty="0">
                <a:latin typeface="Times New Roman" pitchFamily="18" charset="0"/>
              </a:rPr>
              <a:t>,</a:t>
            </a:r>
            <a:r>
              <a:rPr lang="zh-CN" altLang="en-US" sz="1260" b="1" dirty="0"/>
              <a:t> s2</a:t>
            </a:r>
            <a:r>
              <a:rPr lang="zh-CN" altLang="en-US" sz="1260" b="1" dirty="0">
                <a:latin typeface="Times New Roman" pitchFamily="18" charset="0"/>
              </a:rPr>
              <a:t>,</a:t>
            </a:r>
            <a:r>
              <a:rPr lang="zh-CN" altLang="en-US" sz="1260" b="1" dirty="0"/>
              <a:t> y</a:t>
            </a:r>
            <a:r>
              <a:rPr lang="zh-CN" altLang="en-US" sz="1260" b="1" dirty="0">
                <a:latin typeface="Times New Roman" pitchFamily="18" charset="0"/>
              </a:rPr>
              <a:t>;</a:t>
            </a:r>
            <a:r>
              <a:rPr lang="zh-CN" altLang="en-US" sz="1260" b="1" dirty="0"/>
              <a:t>    char   ch</a:t>
            </a:r>
            <a:r>
              <a:rPr lang="zh-CN" altLang="en-US" sz="1260" b="1" dirty="0">
                <a:latin typeface="Times New Roman" pitchFamily="18" charset="0"/>
              </a:rPr>
              <a:t>;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1260" b="1" dirty="0"/>
              <a:t>    printf</a:t>
            </a:r>
            <a:r>
              <a:rPr lang="zh-CN" altLang="en-US" sz="1260" b="1" dirty="0">
                <a:latin typeface="Times New Roman" pitchFamily="18" charset="0"/>
              </a:rPr>
              <a:t>(“</a:t>
            </a:r>
            <a:r>
              <a:rPr lang="zh-CN" altLang="en-US" sz="1260" b="1" dirty="0">
                <a:ea typeface="黑体" pitchFamily="49" charset="-122"/>
              </a:rPr>
              <a:t>请输入运算符</a:t>
            </a:r>
            <a:r>
              <a:rPr lang="zh-CN" altLang="en-US" sz="1260" b="1" dirty="0"/>
              <a:t> + - </a:t>
            </a:r>
            <a:r>
              <a:rPr lang="zh-CN" altLang="en-US" sz="126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1260" dirty="0"/>
              <a:t> /</a:t>
            </a:r>
            <a:r>
              <a:rPr lang="zh-CN" altLang="en-US" sz="1260" b="1" dirty="0">
                <a:latin typeface="Times New Roman" pitchFamily="18" charset="0"/>
              </a:rPr>
              <a:t>:</a:t>
            </a:r>
            <a:r>
              <a:rPr lang="zh-CN" altLang="en-US" sz="1260" dirty="0"/>
              <a:t>\</a:t>
            </a:r>
            <a:r>
              <a:rPr lang="zh-CN" altLang="en-US" sz="1260" b="1" dirty="0"/>
              <a:t>n</a:t>
            </a:r>
            <a:r>
              <a:rPr lang="zh-CN" altLang="en-US" sz="1260" b="1" dirty="0">
                <a:latin typeface="Times New Roman" pitchFamily="18" charset="0"/>
              </a:rPr>
              <a:t>”);</a:t>
            </a:r>
            <a:r>
              <a:rPr lang="zh-CN" altLang="en-US" sz="1260" b="1" dirty="0"/>
              <a:t>  </a:t>
            </a:r>
            <a:r>
              <a:rPr lang="zh-CN" altLang="en-US" sz="1260" b="1" dirty="0">
                <a:solidFill>
                  <a:srgbClr val="CC0000"/>
                </a:solidFill>
              </a:rPr>
              <a:t>ch= getchar </a:t>
            </a:r>
            <a:r>
              <a:rPr lang="zh-CN" altLang="en-US" sz="1260" b="1" dirty="0">
                <a:solidFill>
                  <a:srgbClr val="CC0000"/>
                </a:solidFill>
                <a:latin typeface="Times New Roman" pitchFamily="18" charset="0"/>
              </a:rPr>
              <a:t>(  );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1260" b="1" dirty="0"/>
              <a:t>    printf</a:t>
            </a:r>
            <a:r>
              <a:rPr lang="zh-CN" altLang="en-US" sz="1260" b="1" dirty="0">
                <a:latin typeface="Times New Roman" pitchFamily="18" charset="0"/>
              </a:rPr>
              <a:t>(“</a:t>
            </a:r>
            <a:r>
              <a:rPr lang="zh-CN" altLang="en-US" sz="1260" b="1" dirty="0">
                <a:ea typeface="黑体" pitchFamily="49" charset="-122"/>
              </a:rPr>
              <a:t>请按</a:t>
            </a:r>
            <a:r>
              <a:rPr lang="zh-CN" altLang="en-US" sz="1260" b="1" dirty="0"/>
              <a:t>%%f %%f</a:t>
            </a:r>
            <a:r>
              <a:rPr lang="zh-CN" altLang="en-US" sz="1260" b="1" dirty="0">
                <a:ea typeface="黑体" pitchFamily="49" charset="-122"/>
              </a:rPr>
              <a:t>输入两个数</a:t>
            </a:r>
            <a:r>
              <a:rPr lang="zh-CN" altLang="en-US" sz="1260" b="1" dirty="0">
                <a:latin typeface="Times New Roman" pitchFamily="18" charset="0"/>
              </a:rPr>
              <a:t>:</a:t>
            </a:r>
            <a:r>
              <a:rPr lang="zh-CN" altLang="en-US" sz="1260" dirty="0"/>
              <a:t>\</a:t>
            </a:r>
            <a:r>
              <a:rPr lang="zh-CN" altLang="en-US" sz="1260" b="1" dirty="0"/>
              <a:t>n</a:t>
            </a:r>
            <a:r>
              <a:rPr lang="zh-CN" altLang="en-US" sz="1260" b="1" dirty="0">
                <a:latin typeface="Times New Roman" pitchFamily="18" charset="0"/>
              </a:rPr>
              <a:t>”);</a:t>
            </a:r>
            <a:r>
              <a:rPr lang="zh-CN" altLang="en-US" sz="1260" b="1" dirty="0"/>
              <a:t>   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1260" b="1" dirty="0"/>
              <a:t>    scanf</a:t>
            </a:r>
            <a:r>
              <a:rPr lang="zh-CN" altLang="en-US" sz="1260" b="1" dirty="0">
                <a:latin typeface="Times New Roman" pitchFamily="18" charset="0"/>
              </a:rPr>
              <a:t>(“</a:t>
            </a:r>
            <a:r>
              <a:rPr lang="zh-CN" altLang="en-US" sz="1260" b="1" dirty="0"/>
              <a:t>%f%f</a:t>
            </a:r>
            <a:r>
              <a:rPr lang="zh-CN" altLang="en-US" sz="1260" b="1" dirty="0">
                <a:latin typeface="Times New Roman" pitchFamily="18" charset="0"/>
              </a:rPr>
              <a:t>”,</a:t>
            </a:r>
            <a:r>
              <a:rPr lang="zh-CN" altLang="en-US" sz="1260" b="1" dirty="0"/>
              <a:t> </a:t>
            </a:r>
            <a:r>
              <a:rPr lang="zh-CN" altLang="en-US" sz="1260" dirty="0"/>
              <a:t>&amp;</a:t>
            </a:r>
            <a:r>
              <a:rPr lang="zh-CN" altLang="en-US" sz="1260" b="1" dirty="0"/>
              <a:t>s1</a:t>
            </a:r>
            <a:r>
              <a:rPr lang="zh-CN" altLang="en-US" sz="1260" b="1" dirty="0">
                <a:latin typeface="Times New Roman" pitchFamily="18" charset="0"/>
              </a:rPr>
              <a:t>,</a:t>
            </a:r>
            <a:r>
              <a:rPr lang="zh-CN" altLang="en-US" sz="1260" b="1" dirty="0"/>
              <a:t> </a:t>
            </a:r>
            <a:r>
              <a:rPr lang="zh-CN" altLang="en-US" sz="1260" dirty="0"/>
              <a:t>&amp;</a:t>
            </a:r>
            <a:r>
              <a:rPr lang="zh-CN" altLang="en-US" sz="1260" b="1" dirty="0"/>
              <a:t>s2 </a:t>
            </a:r>
            <a:r>
              <a:rPr lang="zh-CN" altLang="en-US" sz="1260" b="1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1260" b="1" dirty="0"/>
              <a:t>    </a:t>
            </a:r>
            <a:r>
              <a:rPr lang="zh-CN" altLang="en-US" sz="1260" b="1" dirty="0">
                <a:solidFill>
                  <a:srgbClr val="CC0000"/>
                </a:solidFill>
              </a:rPr>
              <a:t>switch </a:t>
            </a:r>
            <a:r>
              <a:rPr lang="zh-CN" altLang="en-US" sz="1260" b="1" dirty="0">
                <a:solidFill>
                  <a:srgbClr val="CC0000"/>
                </a:solidFill>
                <a:latin typeface="Times New Roman" pitchFamily="18" charset="0"/>
              </a:rPr>
              <a:t>(</a:t>
            </a:r>
            <a:r>
              <a:rPr lang="zh-CN" altLang="en-US" sz="1260" b="1" dirty="0">
                <a:solidFill>
                  <a:srgbClr val="CC0000"/>
                </a:solidFill>
              </a:rPr>
              <a:t> ch </a:t>
            </a:r>
            <a:r>
              <a:rPr lang="zh-CN" altLang="en-US" sz="1260" b="1" dirty="0">
                <a:solidFill>
                  <a:srgbClr val="CC0000"/>
                </a:solidFill>
                <a:latin typeface="Times New Roman" pitchFamily="18" charset="0"/>
              </a:rPr>
              <a:t> 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1260" b="1" dirty="0">
                <a:solidFill>
                  <a:srgbClr val="CC0000"/>
                </a:solidFill>
              </a:rPr>
              <a:t>   { </a:t>
            </a:r>
            <a:r>
              <a:rPr lang="zh-CN" altLang="en-US" sz="1260" b="1" dirty="0"/>
              <a:t>case  </a:t>
            </a:r>
            <a:r>
              <a:rPr lang="zh-CN" altLang="en-US" sz="1260" b="1" dirty="0">
                <a:latin typeface="Times New Roman" pitchFamily="18" charset="0"/>
                <a:ea typeface="黑体" pitchFamily="49" charset="-122"/>
              </a:rPr>
              <a:t>‘</a:t>
            </a:r>
            <a:r>
              <a:rPr lang="zh-CN" altLang="en-US" sz="1260" b="1" dirty="0"/>
              <a:t>+</a:t>
            </a:r>
            <a:r>
              <a:rPr lang="zh-CN" altLang="en-US" sz="1260" b="1" dirty="0">
                <a:latin typeface="Times New Roman" pitchFamily="18" charset="0"/>
              </a:rPr>
              <a:t>’</a:t>
            </a:r>
            <a:r>
              <a:rPr lang="zh-CN" altLang="en-US" sz="1260" b="1" dirty="0"/>
              <a:t> </a:t>
            </a:r>
            <a:r>
              <a:rPr lang="zh-CN" altLang="en-US" sz="1260" b="1" dirty="0">
                <a:latin typeface="Times New Roman" pitchFamily="18" charset="0"/>
              </a:rPr>
              <a:t>:</a:t>
            </a:r>
            <a:r>
              <a:rPr lang="zh-CN" altLang="en-US" sz="1260" b="1" dirty="0"/>
              <a:t>  y = s1 + s2 </a:t>
            </a:r>
            <a:r>
              <a:rPr lang="zh-CN" altLang="en-US" sz="1260" b="1" dirty="0">
                <a:latin typeface="Times New Roman" pitchFamily="18" charset="0"/>
              </a:rPr>
              <a:t>;</a:t>
            </a:r>
            <a:r>
              <a:rPr lang="zh-CN" altLang="en-US" sz="1260" b="1" dirty="0"/>
              <a:t>    break</a:t>
            </a:r>
            <a:r>
              <a:rPr lang="zh-CN" altLang="en-US" sz="1260" b="1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1260" b="1" dirty="0"/>
              <a:t>      case  </a:t>
            </a:r>
            <a:r>
              <a:rPr lang="zh-CN" altLang="en-US" sz="1260" b="1" dirty="0">
                <a:latin typeface="Times New Roman" pitchFamily="18" charset="0"/>
                <a:ea typeface="黑体" pitchFamily="49" charset="-122"/>
              </a:rPr>
              <a:t>‘</a:t>
            </a:r>
            <a:r>
              <a:rPr lang="zh-CN" altLang="en-US" sz="1260" b="1" dirty="0"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1260" b="1" dirty="0">
                <a:latin typeface="Times New Roman" pitchFamily="18" charset="0"/>
                <a:ea typeface="黑体" pitchFamily="49" charset="-122"/>
              </a:rPr>
              <a:t>’</a:t>
            </a:r>
            <a:r>
              <a:rPr lang="zh-CN" altLang="en-US" sz="1260" b="1" dirty="0"/>
              <a:t>  </a:t>
            </a:r>
            <a:r>
              <a:rPr lang="zh-CN" altLang="en-US" sz="1260" b="1" dirty="0">
                <a:latin typeface="Times New Roman" pitchFamily="18" charset="0"/>
              </a:rPr>
              <a:t>:</a:t>
            </a:r>
            <a:r>
              <a:rPr lang="zh-CN" altLang="en-US" sz="1260" b="1" dirty="0"/>
              <a:t>  y = s1 - s2 </a:t>
            </a:r>
            <a:r>
              <a:rPr lang="zh-CN" altLang="en-US" sz="1260" b="1" dirty="0">
                <a:latin typeface="Times New Roman" pitchFamily="18" charset="0"/>
              </a:rPr>
              <a:t>;</a:t>
            </a:r>
            <a:r>
              <a:rPr lang="zh-CN" altLang="en-US" sz="1260" b="1" dirty="0"/>
              <a:t>     break</a:t>
            </a:r>
            <a:r>
              <a:rPr lang="zh-CN" altLang="en-US" sz="1260" b="1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1260" b="1" dirty="0"/>
              <a:t>      case  </a:t>
            </a:r>
            <a:r>
              <a:rPr lang="zh-CN" altLang="en-US" sz="1260" b="1" dirty="0">
                <a:latin typeface="Times New Roman" pitchFamily="18" charset="0"/>
                <a:ea typeface="黑体" pitchFamily="49" charset="-122"/>
              </a:rPr>
              <a:t>‘</a:t>
            </a:r>
            <a:r>
              <a:rPr lang="zh-CN" altLang="en-US" sz="126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1260" b="1" dirty="0">
                <a:latin typeface="Times New Roman" pitchFamily="18" charset="0"/>
              </a:rPr>
              <a:t>’</a:t>
            </a:r>
            <a:r>
              <a:rPr lang="zh-CN" altLang="en-US" sz="1260" b="1" dirty="0"/>
              <a:t>  </a:t>
            </a:r>
            <a:r>
              <a:rPr lang="zh-CN" altLang="en-US" sz="1260" b="1" dirty="0">
                <a:latin typeface="Times New Roman" pitchFamily="18" charset="0"/>
              </a:rPr>
              <a:t>:</a:t>
            </a:r>
            <a:r>
              <a:rPr lang="zh-CN" altLang="en-US" sz="1260" b="1" dirty="0"/>
              <a:t>  y = s1 </a:t>
            </a:r>
            <a:r>
              <a:rPr lang="zh-CN" altLang="en-US" sz="126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1260" b="1" dirty="0"/>
              <a:t> s2 </a:t>
            </a:r>
            <a:r>
              <a:rPr lang="zh-CN" altLang="en-US" sz="1260" b="1" dirty="0">
                <a:latin typeface="Times New Roman" pitchFamily="18" charset="0"/>
              </a:rPr>
              <a:t>;</a:t>
            </a:r>
            <a:r>
              <a:rPr lang="zh-CN" altLang="en-US" sz="1260" b="1" dirty="0"/>
              <a:t>     break</a:t>
            </a:r>
            <a:r>
              <a:rPr lang="zh-CN" altLang="en-US" sz="1260" b="1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1260" b="1" dirty="0"/>
              <a:t>      case  </a:t>
            </a:r>
            <a:r>
              <a:rPr lang="zh-CN" altLang="en-US" sz="1260" b="1" dirty="0">
                <a:latin typeface="Times New Roman" pitchFamily="18" charset="0"/>
                <a:ea typeface="黑体" pitchFamily="49" charset="-122"/>
              </a:rPr>
              <a:t>‘</a:t>
            </a:r>
            <a:r>
              <a:rPr lang="zh-CN" altLang="en-US" sz="1260" dirty="0"/>
              <a:t>/</a:t>
            </a:r>
            <a:r>
              <a:rPr lang="zh-CN" altLang="en-US" sz="1260" b="1" dirty="0">
                <a:latin typeface="Times New Roman" pitchFamily="18" charset="0"/>
              </a:rPr>
              <a:t>’</a:t>
            </a:r>
            <a:r>
              <a:rPr lang="zh-CN" altLang="en-US" sz="1260" b="1" dirty="0"/>
              <a:t>  </a:t>
            </a:r>
            <a:r>
              <a:rPr lang="zh-CN" altLang="en-US" sz="1260" b="1" dirty="0">
                <a:latin typeface="Times New Roman" pitchFamily="18" charset="0"/>
              </a:rPr>
              <a:t>:</a:t>
            </a:r>
            <a:r>
              <a:rPr lang="zh-CN" altLang="en-US" sz="1260" b="1" dirty="0"/>
              <a:t>  y = s1 </a:t>
            </a:r>
            <a:r>
              <a:rPr lang="zh-CN" altLang="en-US" sz="1260" dirty="0"/>
              <a:t>/</a:t>
            </a:r>
            <a:r>
              <a:rPr lang="zh-CN" altLang="en-US" sz="1260" b="1" dirty="0"/>
              <a:t> s2 </a:t>
            </a:r>
            <a:r>
              <a:rPr lang="zh-CN" altLang="en-US" sz="1260" b="1" dirty="0">
                <a:latin typeface="Times New Roman" pitchFamily="18" charset="0"/>
              </a:rPr>
              <a:t>; </a:t>
            </a:r>
            <a:r>
              <a:rPr lang="zh-CN" altLang="en-US" sz="1260" b="1" dirty="0"/>
              <a:t>     break</a:t>
            </a:r>
            <a:r>
              <a:rPr lang="zh-CN" altLang="en-US" sz="1260" b="1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1260" b="1" dirty="0"/>
              <a:t>      default   </a:t>
            </a:r>
            <a:r>
              <a:rPr lang="zh-CN" altLang="en-US" sz="1260" b="1" dirty="0">
                <a:latin typeface="Times New Roman" pitchFamily="18" charset="0"/>
              </a:rPr>
              <a:t>:</a:t>
            </a:r>
            <a:r>
              <a:rPr lang="en-US" altLang="zh-CN" sz="1260" b="1" dirty="0">
                <a:latin typeface="Times New Roman" pitchFamily="18" charset="0"/>
              </a:rPr>
              <a:t>flat=0</a:t>
            </a:r>
            <a:r>
              <a:rPr lang="zh-CN" altLang="en-US" sz="1260" b="1" dirty="0"/>
              <a:t> </a:t>
            </a:r>
            <a:r>
              <a:rPr lang="zh-CN" altLang="en-US" sz="1260" b="1" dirty="0">
                <a:solidFill>
                  <a:srgbClr val="CC0000"/>
                </a:solidFill>
              </a:rPr>
              <a:t>}</a:t>
            </a:r>
          </a:p>
          <a:p>
            <a:pPr eaLnBrk="1" hangingPunct="1">
              <a:lnSpc>
                <a:spcPct val="13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zh-CN" altLang="en-US" sz="1260" b="1" dirty="0"/>
              <a:t>}</a:t>
            </a:r>
            <a:endParaRPr lang="zh-CN" altLang="en-US" sz="1260" b="1" dirty="0">
              <a:ea typeface="黑体" pitchFamily="49" charset="-122"/>
            </a:endParaRPr>
          </a:p>
        </p:txBody>
      </p:sp>
      <p:sp>
        <p:nvSpPr>
          <p:cNvPr id="239619" name="Text Box 3"/>
          <p:cNvSpPr txBox="1">
            <a:spLocks noChangeArrowheads="1"/>
          </p:cNvSpPr>
          <p:nvPr/>
        </p:nvSpPr>
        <p:spPr bwMode="auto">
          <a:xfrm>
            <a:off x="1987193" y="234695"/>
            <a:ext cx="2269033" cy="266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1954" tIns="35977" rIns="71954" bIns="3597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1260" b="1" dirty="0">
                <a:solidFill>
                  <a:srgbClr val="CC0000"/>
                </a:solidFill>
                <a:latin typeface="Tahoma" pitchFamily="34" charset="0"/>
              </a:rPr>
              <a:t>#include </a:t>
            </a:r>
            <a:r>
              <a:rPr lang="zh-CN" altLang="zh-CN" sz="1260" dirty="0">
                <a:solidFill>
                  <a:srgbClr val="CC0000"/>
                </a:solidFill>
                <a:latin typeface="Tahoma" pitchFamily="34" charset="0"/>
              </a:rPr>
              <a:t>&lt;</a:t>
            </a:r>
            <a:r>
              <a:rPr lang="zh-CN" altLang="zh-CN" sz="1260" b="1" dirty="0">
                <a:solidFill>
                  <a:srgbClr val="CC0000"/>
                </a:solidFill>
                <a:latin typeface="Tahoma" pitchFamily="34" charset="0"/>
              </a:rPr>
              <a:t>stdio</a:t>
            </a:r>
            <a:r>
              <a:rPr lang="zh-CN" altLang="zh-CN" sz="1260" b="1" dirty="0">
                <a:solidFill>
                  <a:srgbClr val="CC0000"/>
                </a:solidFill>
                <a:latin typeface="Times New Roman" pitchFamily="18" charset="0"/>
              </a:rPr>
              <a:t>.</a:t>
            </a:r>
            <a:r>
              <a:rPr lang="zh-CN" altLang="zh-CN" sz="1260" b="1" dirty="0">
                <a:solidFill>
                  <a:srgbClr val="CC0000"/>
                </a:solidFill>
                <a:latin typeface="Tahoma" pitchFamily="34" charset="0"/>
              </a:rPr>
              <a:t>h</a:t>
            </a:r>
            <a:r>
              <a:rPr lang="zh-CN" altLang="zh-CN" sz="1260" dirty="0">
                <a:solidFill>
                  <a:srgbClr val="CC0000"/>
                </a:solidFill>
                <a:latin typeface="Tahoma" pitchFamily="34" charset="0"/>
              </a:rPr>
              <a:t>&gt;</a:t>
            </a:r>
          </a:p>
        </p:txBody>
      </p:sp>
      <p:sp>
        <p:nvSpPr>
          <p:cNvPr id="239620" name="AutoShape 4"/>
          <p:cNvSpPr>
            <a:spLocks noChangeArrowheads="1"/>
          </p:cNvSpPr>
          <p:nvPr/>
        </p:nvSpPr>
        <p:spPr bwMode="auto">
          <a:xfrm>
            <a:off x="4932165" y="472196"/>
            <a:ext cx="1193900" cy="293786"/>
          </a:xfrm>
          <a:prstGeom prst="wedgeRectCallout">
            <a:avLst>
              <a:gd name="adj1" fmla="val -51648"/>
              <a:gd name="adj2" fmla="val 120287"/>
            </a:avLst>
          </a:prstGeom>
          <a:solidFill>
            <a:srgbClr val="CCFF99"/>
          </a:solidFill>
          <a:ln w="9525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71954" tIns="35977" rIns="0" bIns="35977" anchor="ctr"/>
          <a:lstStyle/>
          <a:p>
            <a:r>
              <a:rPr lang="zh-CN" altLang="en-US" sz="945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标记变量</a:t>
            </a:r>
            <a:r>
              <a:rPr lang="zh-CN" altLang="en-US" sz="945" b="1" dirty="0">
                <a:solidFill>
                  <a:srgbClr val="000000"/>
                </a:solidFill>
                <a:latin typeface="Times New Roman" pitchFamily="18" charset="0"/>
              </a:rPr>
              <a:t>（</a:t>
            </a:r>
            <a:r>
              <a:rPr lang="zh-CN" altLang="zh-CN" sz="945" b="1" dirty="0">
                <a:solidFill>
                  <a:srgbClr val="000000"/>
                </a:solidFill>
                <a:latin typeface="Tahoma" pitchFamily="34" charset="0"/>
              </a:rPr>
              <a:t>flag</a:t>
            </a:r>
            <a:r>
              <a:rPr lang="zh-CN" altLang="en-US" sz="945" b="1" dirty="0">
                <a:solidFill>
                  <a:srgbClr val="000000"/>
                </a:solidFill>
                <a:latin typeface="Times New Roman" pitchFamily="18" charset="0"/>
              </a:rPr>
              <a:t>）</a:t>
            </a:r>
            <a:endParaRPr lang="zh-CN" altLang="en-US" dirty="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  <p:pic>
        <p:nvPicPr>
          <p:cNvPr id="129029" name="Picture 5" descr="b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553" y="4315720"/>
            <a:ext cx="112514" cy="10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9622" name="Rectangle 6"/>
          <p:cNvSpPr>
            <a:spLocks noChangeArrowheads="1"/>
          </p:cNvSpPr>
          <p:nvPr/>
        </p:nvSpPr>
        <p:spPr bwMode="auto">
          <a:xfrm>
            <a:off x="4139803" y="987024"/>
            <a:ext cx="1057423" cy="24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1954" tIns="35977" rIns="71954" bIns="35977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int  flag=1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</a:p>
        </p:txBody>
      </p:sp>
      <p:sp useBgFill="1">
        <p:nvSpPr>
          <p:cNvPr id="239624" name="Rectangle 8"/>
          <p:cNvSpPr>
            <a:spLocks noChangeArrowheads="1"/>
          </p:cNvSpPr>
          <p:nvPr/>
        </p:nvSpPr>
        <p:spPr bwMode="auto">
          <a:xfrm>
            <a:off x="2146698" y="3639385"/>
            <a:ext cx="5210651" cy="479819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1954" tIns="35977" rIns="71954" bIns="35977">
            <a:spAutoFit/>
          </a:bodyPr>
          <a:lstStyle/>
          <a:p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   if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 </a:t>
            </a:r>
            <a:r>
              <a:rPr lang="zh-CN" altLang="zh-CN" sz="1260" b="1" dirty="0">
                <a:solidFill>
                  <a:srgbClr val="B40000"/>
                </a:solidFill>
                <a:latin typeface="Tahoma" pitchFamily="34" charset="0"/>
                <a:ea typeface="Dotum" pitchFamily="34" charset="-127"/>
              </a:rPr>
              <a:t>flag 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printf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%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1260" b="1" dirty="0">
                <a:solidFill>
                  <a:srgbClr val="000000"/>
                </a:solidFill>
                <a:ea typeface="Dotum" pitchFamily="34" charset="-127"/>
              </a:rPr>
              <a:t>1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f%c%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1260" b="1" dirty="0">
                <a:solidFill>
                  <a:srgbClr val="000000"/>
                </a:solidFill>
                <a:ea typeface="Dotum" pitchFamily="34" charset="-127"/>
              </a:rPr>
              <a:t>1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f=%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1260" b="1" dirty="0">
                <a:solidFill>
                  <a:srgbClr val="000000"/>
                </a:solidFill>
                <a:ea typeface="Dotum" pitchFamily="34" charset="-127"/>
              </a:rPr>
              <a:t>2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f </a:t>
            </a:r>
            <a:r>
              <a:rPr lang="zh-CN" altLang="zh-CN" sz="1260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\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n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 s1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ch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s</a:t>
            </a:r>
            <a:r>
              <a:rPr lang="zh-CN" altLang="zh-CN" sz="1260" b="1" dirty="0">
                <a:solidFill>
                  <a:srgbClr val="000000"/>
                </a:solidFill>
                <a:ea typeface="Dotum" pitchFamily="34" charset="-127"/>
              </a:rPr>
              <a:t>2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y 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);</a:t>
            </a:r>
          </a:p>
          <a:p>
            <a:pPr>
              <a:spcBef>
                <a:spcPct val="10000"/>
              </a:spcBef>
            </a:pP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   else      printf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en-US" sz="1260" b="1" dirty="0">
                <a:solidFill>
                  <a:srgbClr val="000000"/>
                </a:solidFill>
                <a:latin typeface="Tahoma" pitchFamily="34" charset="0"/>
                <a:ea typeface="黑体" pitchFamily="49" charset="-122"/>
              </a:rPr>
              <a:t>运算符输入错误</a:t>
            </a:r>
            <a:r>
              <a:rPr lang="zh-CN" altLang="en-US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 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!</a:t>
            </a:r>
            <a:r>
              <a:rPr lang="zh-CN" altLang="zh-CN" sz="1260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\</a:t>
            </a:r>
            <a:r>
              <a:rPr lang="zh-CN" altLang="zh-CN" sz="1260" b="1" dirty="0">
                <a:solidFill>
                  <a:srgbClr val="000000"/>
                </a:solidFill>
                <a:latin typeface="Tahoma" pitchFamily="34" charset="0"/>
                <a:ea typeface="Dotum" pitchFamily="34" charset="-127"/>
              </a:rPr>
              <a:t>n</a:t>
            </a:r>
            <a:r>
              <a:rPr lang="zh-CN" altLang="zh-CN" sz="126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”); </a:t>
            </a:r>
          </a:p>
        </p:txBody>
      </p:sp>
      <p:sp useBgFill="1">
        <p:nvSpPr>
          <p:cNvPr id="129032" name="AutoShape 9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1839160" y="4164451"/>
            <a:ext cx="178773" cy="168771"/>
          </a:xfrm>
          <a:prstGeom prst="actionButtonForwardNex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1954" tIns="35977" rIns="71954" bIns="35977" anchor="ctr"/>
          <a:lstStyle/>
          <a:p>
            <a:endParaRPr lang="zh-CN" altLang="en-US" sz="126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8" grpId="0" build="p" bldLvl="2" autoUpdateAnimBg="0"/>
      <p:bldP spid="239619" grpId="0" autoUpdateAnimBg="0"/>
      <p:bldP spid="239620" grpId="0" animBg="1" autoUpdateAnimBg="0"/>
      <p:bldP spid="239622" grpId="0" autoUpdateAnimBg="0"/>
      <p:bldP spid="239624" grpId="0" build="p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65F8FAD-DF02-E62B-7ECE-8D519C8741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18320" y="621869"/>
            <a:ext cx="5707360" cy="265361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int  k=5, m=1;</a:t>
            </a: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switch(k)</a:t>
            </a: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{  case  1:  m++;</a:t>
            </a: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case  5:  m*=3;</a:t>
            </a: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case  9:  m+=4;   break;</a:t>
            </a: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case  11: m+=1;</a:t>
            </a: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default : m+=3;  </a:t>
            </a: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}</a:t>
            </a: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</a:t>
            </a:r>
            <a:r>
              <a:rPr lang="en-US" altLang="zh-CN" sz="1575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(“%d\</a:t>
            </a:r>
            <a:r>
              <a:rPr lang="en-US" altLang="zh-CN" sz="1575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n”,m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14A276-5349-691E-BD13-5C185578C73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59686" y="3421966"/>
            <a:ext cx="2330448" cy="3797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48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endParaRPr lang="zh-CN" altLang="en-US" sz="2048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A02502-8083-DD7A-B389-7199B892B94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59686" y="3928279"/>
            <a:ext cx="2330448" cy="3797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48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048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52F3A1-F97C-E9CB-1018-58A3CE99E3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715002" y="3432750"/>
            <a:ext cx="2330448" cy="3797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48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endParaRPr lang="zh-CN" altLang="en-US" sz="2048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41D707-4576-341C-CACD-4F873FD745F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715002" y="3939063"/>
            <a:ext cx="2330448" cy="3797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48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</a:t>
            </a:r>
            <a:endParaRPr lang="zh-CN" altLang="en-US" sz="2048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8CC215A-225B-035F-EEB8-B96066C3D7B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047747" y="3459938"/>
            <a:ext cx="303788" cy="303788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en-US" altLang="zh-CN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6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3CB7C88-881C-E335-8191-3208F357E8E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047747" y="3966251"/>
            <a:ext cx="303788" cy="303788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en-US" altLang="zh-CN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6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C3B319A-F071-279C-41AF-F30D1532EFE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203063" y="3470722"/>
            <a:ext cx="303788" cy="303788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en-US" altLang="zh-CN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6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4EFC416-9F07-A6C3-F17C-C0430D25AB0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203063" y="3977035"/>
            <a:ext cx="303788" cy="303788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en-US" altLang="zh-CN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6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9C44C4E-2C06-01DD-CD35-E94C80E7EAFF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237208" y="4217268"/>
            <a:ext cx="911364" cy="24303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zh-CN" altLang="en-US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B4E62E7-ECA8-D1E0-9E88-D9B081CCD3B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7200900" cy="509270"/>
            <a:chOff x="-1233714" y="-693964"/>
            <a:chExt cx="9144000" cy="646692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2579221-D60B-A975-EE37-C9ABDB964CD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-1233714" y="-693964"/>
              <a:ext cx="9144000" cy="635001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72009" tIns="36005" rIns="72009" bIns="36005" numCol="1" rtlCol="0" anchor="ctr" anchorCtr="0" compatLnSpc="1">
              <a:prstTxWarp prst="textNoShape">
                <a:avLst/>
              </a:prstTxWarp>
            </a:bodyPr>
            <a:lstStyle/>
            <a:p>
              <a:pPr defTabSz="720090"/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32285CA-EDE4-CF8E-504E-6DB666C373C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-1233714" y="-693964"/>
              <a:ext cx="190500" cy="635001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72009" tIns="36005" rIns="72009" bIns="36005" numCol="1" rtlCol="0" anchor="ctr" anchorCtr="0" compatLnSpc="1">
              <a:prstTxWarp prst="textNoShape">
                <a:avLst/>
              </a:prstTxWarp>
            </a:bodyPr>
            <a:lstStyle/>
            <a:p>
              <a:pPr defTabSz="720090"/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CF7CC6F-9BB1-0E10-C425-1A961D35BB3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911174" y="-693964"/>
              <a:ext cx="1905001" cy="635001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48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6A22E233-2966-8415-9868-B34FFBF8473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409626" y="-555272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75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6BACCC4-2F1F-CF8B-5347-B54DF6AA7F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06688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253F764-1052-602F-11A8-39D5B1F0A0C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9153" y="1106191"/>
            <a:ext cx="5760720" cy="35504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ahoma" pitchFamily="34" charset="0"/>
              </a:rPr>
              <a:t>以下程序段的运行结果是</a:t>
            </a: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: </a:t>
            </a:r>
            <a:r>
              <a:rPr lang="en-US" altLang="zh-CN" b="1" dirty="0">
                <a:solidFill>
                  <a:srgbClr val="639EF4"/>
                </a:solidFill>
                <a:latin typeface="Tahoma" pitchFamily="34" charset="0"/>
              </a:rPr>
              <a:t>[</a:t>
            </a:r>
            <a:r>
              <a:rPr lang="zh-CN" altLang="en-US" b="1" dirty="0">
                <a:solidFill>
                  <a:srgbClr val="639EF4"/>
                </a:solidFill>
                <a:latin typeface="Tahoma" pitchFamily="34" charset="0"/>
              </a:rPr>
              <a:t>填空</a:t>
            </a:r>
            <a:r>
              <a:rPr lang="en-US" altLang="zh-CN" b="1" dirty="0">
                <a:solidFill>
                  <a:srgbClr val="639EF4"/>
                </a:solidFill>
                <a:latin typeface="Tahoma" pitchFamily="34" charset="0"/>
              </a:rPr>
              <a:t>1]</a:t>
            </a: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int  x=1, y=1;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switch(x)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{  case 1: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     switch (y)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      { case 0: </a:t>
            </a:r>
            <a:r>
              <a:rPr lang="en-US" altLang="zh-CN" b="1" dirty="0" err="1">
                <a:solidFill>
                  <a:srgbClr val="000000"/>
                </a:solidFill>
                <a:latin typeface="Tahoma" pitchFamily="34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(“1”);  break;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         case 1: </a:t>
            </a:r>
            <a:r>
              <a:rPr lang="en-US" altLang="zh-CN" b="1" dirty="0" err="1">
                <a:solidFill>
                  <a:srgbClr val="000000"/>
                </a:solidFill>
                <a:latin typeface="Tahoma" pitchFamily="34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(“2”);  break;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         default: </a:t>
            </a:r>
            <a:r>
              <a:rPr lang="en-US" altLang="zh-CN" b="1" dirty="0" err="1">
                <a:solidFill>
                  <a:srgbClr val="000000"/>
                </a:solidFill>
                <a:latin typeface="Tahoma" pitchFamily="34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(“3”);  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      }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    case 2: </a:t>
            </a:r>
            <a:r>
              <a:rPr lang="en-US" altLang="zh-CN" b="1" dirty="0" err="1">
                <a:solidFill>
                  <a:srgbClr val="000000"/>
                </a:solidFill>
                <a:latin typeface="Tahoma" pitchFamily="34" charset="0"/>
              </a:rPr>
              <a:t>printf</a:t>
            </a: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(“4”);  break;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ahoma" pitchFamily="34" charset="0"/>
              </a:rPr>
              <a:t> }</a:t>
            </a:r>
            <a:endParaRPr lang="zh-CN" altLang="zh-CN" b="1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F10455D-D2B6-6583-75AC-DF03B189B2D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237208" y="4217268"/>
            <a:ext cx="911364" cy="24303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zh-CN" altLang="en-US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9ABAAA5-014F-959B-0379-355DD7BAC64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7200900" cy="509270"/>
            <a:chOff x="-1233714" y="-693964"/>
            <a:chExt cx="9144000" cy="646692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6F707CD4-CB27-7D5B-4464-482EB06103B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-1233714" y="-693964"/>
              <a:ext cx="9144000" cy="635001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72009" tIns="36005" rIns="72009" bIns="36005" numCol="1" rtlCol="0" anchor="ctr" anchorCtr="0" compatLnSpc="1">
              <a:prstTxWarp prst="textNoShape">
                <a:avLst/>
              </a:prstTxWarp>
            </a:bodyPr>
            <a:lstStyle/>
            <a:p>
              <a:pPr defTabSz="720090"/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250A27AE-30BC-2DC0-3185-E6C05FB57BA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-1233714" y="-693964"/>
              <a:ext cx="190500" cy="635001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72009" tIns="36005" rIns="72009" bIns="36005" numCol="1" rtlCol="0" anchor="ctr" anchorCtr="0" compatLnSpc="1">
              <a:prstTxWarp prst="textNoShape">
                <a:avLst/>
              </a:prstTxWarp>
            </a:bodyPr>
            <a:lstStyle/>
            <a:p>
              <a:pPr defTabSz="720090"/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F3A4351-D0A0-BB81-D9AC-8C1E4E8D141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-911174" y="-693964"/>
              <a:ext cx="1905001" cy="635001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48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5196D84-85DE-AB3F-9E80-8CFC02B5F3C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09626" y="-555272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75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57161C1-14DD-BEFD-9786-510421825766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18138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253F764-1052-602F-11A8-39D5B1F0A0C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164234" y="698892"/>
            <a:ext cx="4458816" cy="396181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solidFill>
                  <a:srgbClr val="000000"/>
                </a:solidFill>
                <a:latin typeface="Tahoma" pitchFamily="34" charset="0"/>
              </a:rPr>
              <a:t>以下程序段的运行结果是</a:t>
            </a: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: </a:t>
            </a:r>
            <a:r>
              <a:rPr lang="en-US" altLang="zh-CN" sz="1400" b="1" dirty="0">
                <a:solidFill>
                  <a:srgbClr val="639EF4"/>
                </a:solidFill>
                <a:latin typeface="Tahoma" pitchFamily="34" charset="0"/>
              </a:rPr>
              <a:t>[</a:t>
            </a:r>
            <a:r>
              <a:rPr lang="zh-CN" altLang="en-US" sz="1400" b="1" dirty="0">
                <a:solidFill>
                  <a:srgbClr val="639EF4"/>
                </a:solidFill>
                <a:latin typeface="Tahoma" pitchFamily="34" charset="0"/>
              </a:rPr>
              <a:t>填空</a:t>
            </a:r>
            <a:r>
              <a:rPr lang="en-US" altLang="zh-CN" sz="1400" b="1" dirty="0">
                <a:solidFill>
                  <a:srgbClr val="639EF4"/>
                </a:solidFill>
                <a:latin typeface="Tahoma" pitchFamily="34" charset="0"/>
              </a:rPr>
              <a:t>1]</a:t>
            </a: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#include &lt;</a:t>
            </a:r>
            <a:r>
              <a:rPr lang="en-US" altLang="zh-CN" sz="1400" b="1" dirty="0" err="1">
                <a:solidFill>
                  <a:srgbClr val="000000"/>
                </a:solidFill>
                <a:latin typeface="Tahoma" pitchFamily="34" charset="0"/>
              </a:rPr>
              <a:t>stdio.h</a:t>
            </a: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&gt;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main( )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{  int  a=13, b=21, m=0;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   switch( a%3 )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  { case 0: m++;break;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     case 1: m++;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                 switch( b%2 )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                {default:  m++; 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                  case 0:  m++; break; }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  }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   </a:t>
            </a:r>
            <a:r>
              <a:rPr lang="en-US" altLang="zh-CN" sz="1400" b="1" dirty="0" err="1">
                <a:solidFill>
                  <a:srgbClr val="000000"/>
                </a:solidFill>
                <a:latin typeface="Tahoma" pitchFamily="34" charset="0"/>
              </a:rPr>
              <a:t>printf</a:t>
            </a: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(“%d\n”,  m) ;</a:t>
            </a:r>
          </a:p>
          <a:p>
            <a:pPr>
              <a:spcBef>
                <a:spcPct val="5000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F10455D-D2B6-6583-75AC-DF03B189B2D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237208" y="4217268"/>
            <a:ext cx="911364" cy="24303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zh-CN" altLang="en-US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9ABAAA5-014F-959B-0379-355DD7BAC64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7200900" cy="509270"/>
            <a:chOff x="-1233714" y="-693964"/>
            <a:chExt cx="9144000" cy="646692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6F707CD4-CB27-7D5B-4464-482EB06103B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-1233714" y="-693964"/>
              <a:ext cx="9144000" cy="635001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72009" tIns="36005" rIns="72009" bIns="36005" numCol="1" rtlCol="0" anchor="ctr" anchorCtr="0" compatLnSpc="1">
              <a:prstTxWarp prst="textNoShape">
                <a:avLst/>
              </a:prstTxWarp>
            </a:bodyPr>
            <a:lstStyle/>
            <a:p>
              <a:pPr defTabSz="720090"/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250A27AE-30BC-2DC0-3185-E6C05FB57BA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-1233714" y="-693964"/>
              <a:ext cx="190500" cy="635001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72009" tIns="36005" rIns="72009" bIns="36005" numCol="1" rtlCol="0" anchor="ctr" anchorCtr="0" compatLnSpc="1">
              <a:prstTxWarp prst="textNoShape">
                <a:avLst/>
              </a:prstTxWarp>
            </a:bodyPr>
            <a:lstStyle/>
            <a:p>
              <a:pPr defTabSz="720090"/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F3A4351-D0A0-BB81-D9AC-8C1E4E8D141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-911174" y="-693964"/>
              <a:ext cx="1905001" cy="635001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48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5196D84-85DE-AB3F-9E80-8CFC02B5F3C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09626" y="-555272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75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01D26D4-341E-A840-8DFC-7BBE22565DE5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6632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65F8FAD-DF02-E62B-7ECE-8D519C8741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18320" y="621869"/>
            <a:ext cx="5707360" cy="265361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latin typeface="黑体" pitchFamily="49" charset="-122"/>
                <a:ea typeface="黑体" pitchFamily="49" charset="-122"/>
              </a:rPr>
              <a:t>当</a:t>
            </a:r>
            <a:r>
              <a:rPr lang="zh-CN" altLang="zh-CN" sz="1600" b="1" dirty="0">
                <a:ea typeface="黑体" pitchFamily="49" charset="-122"/>
              </a:rPr>
              <a:t>a=1</a:t>
            </a:r>
            <a:r>
              <a:rPr lang="zh-CN" altLang="zh-CN" sz="16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1600" b="1" dirty="0">
                <a:ea typeface="黑体" pitchFamily="49" charset="-122"/>
              </a:rPr>
              <a:t>b=3</a:t>
            </a:r>
            <a:r>
              <a:rPr lang="zh-CN" altLang="zh-CN" sz="16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1600" b="1" dirty="0">
                <a:ea typeface="黑体" pitchFamily="49" charset="-122"/>
              </a:rPr>
              <a:t>c=5</a:t>
            </a:r>
            <a:r>
              <a:rPr lang="zh-CN" altLang="zh-CN" sz="16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1600" b="1" dirty="0">
                <a:ea typeface="黑体" pitchFamily="49" charset="-122"/>
              </a:rPr>
              <a:t>d=4</a:t>
            </a:r>
            <a:r>
              <a:rPr lang="zh-CN" altLang="en-US" sz="1600" b="1" dirty="0">
                <a:latin typeface="黑体" pitchFamily="49" charset="-122"/>
                <a:ea typeface="黑体" pitchFamily="49" charset="-122"/>
              </a:rPr>
              <a:t>时</a:t>
            </a:r>
            <a:r>
              <a:rPr lang="zh-CN" altLang="zh-CN" sz="16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en-US" sz="1600" b="1" dirty="0">
                <a:latin typeface="黑体" pitchFamily="49" charset="-122"/>
                <a:ea typeface="黑体" pitchFamily="49" charset="-122"/>
              </a:rPr>
              <a:t>执行下面一段程序后</a:t>
            </a:r>
            <a:r>
              <a:rPr lang="zh-CN" altLang="zh-CN" sz="16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1600" b="1" dirty="0">
                <a:ea typeface="黑体" pitchFamily="49" charset="-122"/>
              </a:rPr>
              <a:t> x</a:t>
            </a:r>
            <a:r>
              <a:rPr lang="zh-CN" altLang="en-US" sz="1600" b="1" dirty="0">
                <a:latin typeface="黑体" pitchFamily="49" charset="-122"/>
                <a:ea typeface="黑体" pitchFamily="49" charset="-122"/>
              </a:rPr>
              <a:t>的值为</a:t>
            </a:r>
            <a:endParaRPr lang="en-US" altLang="zh-CN" sz="1575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if (a&lt;b)</a:t>
            </a:r>
          </a:p>
          <a:p>
            <a:pPr>
              <a:lnSpc>
                <a:spcPct val="120000"/>
              </a:lnSpc>
            </a:pPr>
            <a:r>
              <a:rPr lang="zh-CN" altLang="en-US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　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 (c&lt;d) x=1;</a:t>
            </a:r>
          </a:p>
          <a:p>
            <a:pPr>
              <a:lnSpc>
                <a:spcPct val="120000"/>
              </a:lnSpc>
            </a:pPr>
            <a:r>
              <a:rPr lang="zh-CN" altLang="en-US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　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else</a:t>
            </a:r>
          </a:p>
          <a:p>
            <a:pPr>
              <a:lnSpc>
                <a:spcPct val="120000"/>
              </a:lnSpc>
            </a:pPr>
            <a:r>
              <a:rPr lang="zh-CN" altLang="en-US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　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 (a&lt;c)</a:t>
            </a:r>
          </a:p>
          <a:p>
            <a:pPr>
              <a:lnSpc>
                <a:spcPct val="120000"/>
              </a:lnSpc>
            </a:pPr>
            <a:r>
              <a:rPr lang="zh-CN" altLang="en-US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　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if (b&lt;d) x=2;</a:t>
            </a:r>
          </a:p>
          <a:p>
            <a:pPr>
              <a:lnSpc>
                <a:spcPct val="120000"/>
              </a:lnSpc>
            </a:pPr>
            <a:r>
              <a:rPr lang="zh-CN" altLang="en-US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　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else x=3;</a:t>
            </a:r>
            <a:r>
              <a:rPr lang="zh-CN" altLang="en-US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　　</a:t>
            </a:r>
          </a:p>
          <a:p>
            <a:pPr>
              <a:lnSpc>
                <a:spcPct val="120000"/>
              </a:lnSpc>
            </a:pPr>
            <a:r>
              <a:rPr lang="zh-CN" altLang="en-US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　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else x=6;</a:t>
            </a:r>
          </a:p>
          <a:p>
            <a:pPr>
              <a:lnSpc>
                <a:spcPct val="120000"/>
              </a:lnSpc>
            </a:pPr>
            <a:r>
              <a:rPr lang="zh-CN" altLang="en-US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　</a:t>
            </a:r>
            <a:r>
              <a:rPr lang="en-US" altLang="zh-CN" sz="1575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else x=7;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14A276-5349-691E-BD13-5C185578C73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59686" y="3421966"/>
            <a:ext cx="2330448" cy="3797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48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048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A02502-8083-DD7A-B389-7199B892B94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59686" y="3928279"/>
            <a:ext cx="2330448" cy="3797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48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048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52F3A1-F97C-E9CB-1018-58A3CE99E3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715002" y="3432750"/>
            <a:ext cx="2330448" cy="3797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48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048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41D707-4576-341C-CACD-4F873FD745F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715002" y="3939063"/>
            <a:ext cx="2330448" cy="3797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48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048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8CC215A-225B-035F-EEB8-B96066C3D7B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047747" y="3459938"/>
            <a:ext cx="303788" cy="303788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en-US" altLang="zh-CN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6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3CB7C88-881C-E335-8191-3208F357E8E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203063" y="3468974"/>
            <a:ext cx="303788" cy="303788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en-US" altLang="zh-CN" sz="126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6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C3B319A-F071-279C-41AF-F30D1532EFE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069181" y="3966252"/>
            <a:ext cx="303788" cy="303788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en-US" altLang="zh-CN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6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4EFC416-9F07-A6C3-F17C-C0430D25AB0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203063" y="3977035"/>
            <a:ext cx="303788" cy="303788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en-US" altLang="zh-CN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6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9C44C4E-2C06-01DD-CD35-E94C80E7EAFF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237208" y="4217268"/>
            <a:ext cx="911364" cy="24303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72009" tIns="36005" rIns="72009" bIns="36005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720090"/>
            <a:r>
              <a:rPr lang="zh-CN" altLang="en-US" sz="126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B4E62E7-ECA8-D1E0-9E88-D9B081CCD3B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7200900" cy="509270"/>
            <a:chOff x="-1233714" y="-693964"/>
            <a:chExt cx="9144000" cy="646692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2579221-D60B-A975-EE37-C9ABDB964CD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-1233714" y="-693964"/>
              <a:ext cx="9144000" cy="635001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72009" tIns="36005" rIns="72009" bIns="36005" numCol="1" rtlCol="0" anchor="ctr" anchorCtr="0" compatLnSpc="1">
              <a:prstTxWarp prst="textNoShape">
                <a:avLst/>
              </a:prstTxWarp>
            </a:bodyPr>
            <a:lstStyle/>
            <a:p>
              <a:pPr defTabSz="720090"/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32285CA-EDE4-CF8E-504E-6DB666C373C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-1233714" y="-693964"/>
              <a:ext cx="190500" cy="635001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72009" tIns="36005" rIns="72009" bIns="36005" numCol="1" rtlCol="0" anchor="ctr" anchorCtr="0" compatLnSpc="1">
              <a:prstTxWarp prst="textNoShape">
                <a:avLst/>
              </a:prstTxWarp>
            </a:bodyPr>
            <a:lstStyle/>
            <a:p>
              <a:pPr defTabSz="720090"/>
              <a:endParaRPr lang="zh-CN" altLang="en-US" sz="189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CF7CC6F-9BB1-0E10-C425-1A961D35BB3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911174" y="-693964"/>
              <a:ext cx="1905001" cy="635001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48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6A22E233-2966-8415-9868-B34FFBF8473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409626" y="-555272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75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75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6BACCC4-2F1F-CF8B-5347-B54DF6AA7F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78440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30433C-0D54-CBD6-8265-CAB2E1F088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691640" y="635000"/>
            <a:ext cx="5760720" cy="424180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 )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{ int  a, b, c, d, x;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a=c=x=0;   b=1;  d=20;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if (a)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d=d-10;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else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if (b)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if(!c)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x=15;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else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x=25;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(“%</a:t>
            </a:r>
            <a:r>
              <a:rPr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d,%d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\n”, d, x);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  </a:t>
            </a:r>
            <a:r>
              <a:rPr lang="en-US" altLang="zh-CN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8802612-2C7C-968E-5B3D-56326AAA50A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90931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37F263-AA59-6F23-846F-DF56816BBDE8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7200900" cy="635000"/>
            <a:chOff x="-971550" y="0"/>
            <a:chExt cx="72009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68C7B2D0-76C0-0AB5-A925-10E8028A8C6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-971550" y="0"/>
              <a:ext cx="72009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2BD6B4F5-3B8D-AAFB-6157-D8D768E57D6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97155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EA5C2A0-5404-B881-CC5C-88A45E1D7B13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-71755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FCBA83AC-3B63-77D1-AC6C-81B9971DE24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5543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B581A10-FD61-1543-2F31-CACB0B3F223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89016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caseSensitive&quot;:false,&quot;fuzzyMatch&quot;:true,&quot;Score&quot;:1.0,&quot;answers&quot;:[&quot;非0&quot;,&quot;非零&quot;,&quot;不等于0&quot;]},{&quot;num&quot;:2,&quot;caseSensitive&quot;:false,&quot;fuzzyMatch&quot;:false,&quot;Score&quot;:1.0,&quot;answers&quot;:[&quot;0&quot;,&quot;零&quot;]},{&quot;num&quot;:3,&quot;caseSensitive&quot;:false,&quot;fuzzyMatch&quot;:false,&quot;Score&quot;:1.0,&quot;answers&quot;:[&quot;1&quot;]},{&quot;num&quot;:4,&quot;caseSensitive&quot;:false,&quot;fuzzyMatch&quot;:false,&quot;Score&quot;:1.0,&quot;answers&quot;:[&quot;0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caseSensitive&quot;:false,&quot;fuzzyMatch&quot;:false,&quot;Score&quot;:1.0,&quot;answers&quot;:[&quot;4&quot;]},{&quot;num&quot;:2,&quot;caseSensitive&quot;:false,&quot;fuzzyMatch&quot;:false,&quot;Score&quot;:1.0,&quot;answers&quot;:[&quot;4&quot;]},{&quot;num&quot;:3,&quot;caseSensitive&quot;:false,&quot;fuzzyMatch&quot;:false,&quot;Score&quot;:1.0,&quot;answers&quot;:[&quot;10&quot;]},{&quot;num&quot;:4,&quot;caseSensitive&quot;:false,&quot;fuzzyMatch&quot;:false,&quot;Score&quot;:1.0,&quot;answers&quot;:[&quot;6&quot;]}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a&quot;]},{&quot;num&quot;:2,&quot;caseSensitive&quot;:true,&quot;fuzzyMatch&quot;:false,&quot;Score&quot;:1.0,&quot;answers&quot;:[&quot;e&quot;]}]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3&quot;]}]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2&quot;]}]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a=1,b=0&quot;]}]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24&quot;]}]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3&quot;]}]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20,15&quot;]}]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微笑PPT - 小A">
  <a:themeElements>
    <a:clrScheme name="微笑PPT - 小A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E20000"/>
      </a:accent1>
      <a:accent2>
        <a:srgbClr val="CC0000"/>
      </a:accent2>
      <a:accent3>
        <a:srgbClr val="FFFFFF"/>
      </a:accent3>
      <a:accent4>
        <a:srgbClr val="000000"/>
      </a:accent4>
      <a:accent5>
        <a:srgbClr val="EEAAAA"/>
      </a:accent5>
      <a:accent6>
        <a:srgbClr val="B90000"/>
      </a:accent6>
      <a:hlink>
        <a:srgbClr val="800000"/>
      </a:hlink>
      <a:folHlink>
        <a:srgbClr val="FFCC00"/>
      </a:folHlink>
    </a:clrScheme>
    <a:fontScheme name="微笑PPT - 小A">
      <a:majorFont>
        <a:latin typeface="Arial"/>
        <a:ea typeface="微软雅黑"/>
        <a:cs typeface="宋体"/>
      </a:majorFont>
      <a:minorFont>
        <a:latin typeface="Arial"/>
        <a:ea typeface="微软雅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细黑" pitchFamily="2" charset="-122"/>
          </a:defRPr>
        </a:defPPr>
      </a:lstStyle>
    </a:lnDef>
  </a:objectDefaults>
  <a:extraClrSchemeLst>
    <a:extraClrScheme>
      <a:clrScheme name="微笑PPT - 小A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E20000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EEAAAA"/>
        </a:accent5>
        <a:accent6>
          <a:srgbClr val="B90000"/>
        </a:accent6>
        <a:hlink>
          <a:srgbClr val="8000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默认设计模板">
  <a:themeElements>
    <a:clrScheme name="5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默认设计模板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">
  <a:themeElements>
    <a:clrScheme name="">
      <a:dk1>
        <a:srgbClr val="2A82B0"/>
      </a:dk1>
      <a:lt1>
        <a:srgbClr val="FFFFFF"/>
      </a:lt1>
      <a:dk2>
        <a:srgbClr val="006296"/>
      </a:dk2>
      <a:lt2>
        <a:srgbClr val="82CCD2"/>
      </a:lt2>
      <a:accent1>
        <a:srgbClr val="E72520"/>
      </a:accent1>
      <a:accent2>
        <a:srgbClr val="007750"/>
      </a:accent2>
      <a:accent3>
        <a:srgbClr val="FFFFFF"/>
      </a:accent3>
      <a:accent4>
        <a:srgbClr val="226E96"/>
      </a:accent4>
      <a:accent5>
        <a:srgbClr val="F1ACAB"/>
      </a:accent5>
      <a:accent6>
        <a:srgbClr val="006B48"/>
      </a:accent6>
      <a:hlink>
        <a:srgbClr val="7F7F7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157258295</TotalTime>
  <Pages>0</Pages>
  <Words>3865</Words>
  <Characters>0</Characters>
  <Application>Microsoft Office PowerPoint</Application>
  <DocSecurity>0</DocSecurity>
  <PresentationFormat>全屏显示(16:9)</PresentationFormat>
  <Lines>0</Lines>
  <Paragraphs>637</Paragraphs>
  <Slides>53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83" baseType="lpstr">
      <vt:lpstr>黑体</vt:lpstr>
      <vt:lpstr>华文楷体</vt:lpstr>
      <vt:lpstr>华文细黑</vt:lpstr>
      <vt:lpstr>华文行楷</vt:lpstr>
      <vt:lpstr>楷体_GB2312</vt:lpstr>
      <vt:lpstr>隶书</vt:lpstr>
      <vt:lpstr>宋体</vt:lpstr>
      <vt:lpstr>Microsoft Yahei</vt:lpstr>
      <vt:lpstr>Microsoft Yahei</vt:lpstr>
      <vt:lpstr>文鼎书宋简</vt:lpstr>
      <vt:lpstr>文鼎魏碑体简</vt:lpstr>
      <vt:lpstr>幼圆</vt:lpstr>
      <vt:lpstr>Arial</vt:lpstr>
      <vt:lpstr>Calibri</vt:lpstr>
      <vt:lpstr>Calibri Light</vt:lpstr>
      <vt:lpstr>Cambria Math</vt:lpstr>
      <vt:lpstr>Comic Sans MS</vt:lpstr>
      <vt:lpstr>Courier New</vt:lpstr>
      <vt:lpstr>Palatino Linotype</vt:lpstr>
      <vt:lpstr>Tahoma</vt:lpstr>
      <vt:lpstr>Times New Roman</vt:lpstr>
      <vt:lpstr>Verdana</vt:lpstr>
      <vt:lpstr>Wingdings</vt:lpstr>
      <vt:lpstr>Wingdings 2</vt:lpstr>
      <vt:lpstr>微笑PPT - 小A</vt:lpstr>
      <vt:lpstr>5_默认设计模板</vt:lpstr>
      <vt:lpstr>空演示文稿</vt:lpstr>
      <vt:lpstr>3_whu8</vt:lpstr>
      <vt:lpstr>HDOfficeLightV0</vt:lpstr>
      <vt:lpstr>Microsoft Word Picture</vt:lpstr>
      <vt:lpstr>第3章 选择结构 </vt:lpstr>
      <vt:lpstr>C语言程序的基本语句 </vt:lpstr>
      <vt:lpstr>PowerPoint 演示文稿</vt:lpstr>
      <vt:lpstr>顺序结构</vt:lpstr>
      <vt:lpstr>DIPO</vt:lpstr>
      <vt:lpstr>完成以下程序</vt:lpstr>
      <vt:lpstr>分支结构</vt:lpstr>
      <vt:lpstr>PowerPoint 演示文稿</vt:lpstr>
      <vt:lpstr>PowerPoint 演示文稿</vt:lpstr>
      <vt:lpstr>PowerPoint 演示文稿</vt:lpstr>
      <vt:lpstr>PowerPoint 演示文稿</vt:lpstr>
      <vt:lpstr>if 语句示例</vt:lpstr>
      <vt:lpstr>if 语句示例</vt:lpstr>
      <vt:lpstr>PowerPoint 演示文稿</vt:lpstr>
      <vt:lpstr>if语句的嵌套</vt:lpstr>
      <vt:lpstr>说明:</vt:lpstr>
      <vt:lpstr>说明:</vt:lpstr>
      <vt:lpstr>说明:</vt:lpstr>
      <vt:lpstr>嵌套的if 语句结构 </vt:lpstr>
      <vt:lpstr>多分支的最常用格式:</vt:lpstr>
      <vt:lpstr>PowerPoint 演示文稿</vt:lpstr>
      <vt:lpstr>PowerPoint 演示文稿</vt:lpstr>
      <vt:lpstr>PowerPoint 演示文稿</vt:lpstr>
      <vt:lpstr>任意输入一个字符, 判断它是字母还是数字还是其他字符。</vt:lpstr>
      <vt:lpstr>注意:</vt:lpstr>
      <vt:lpstr>PowerPoint 演示文稿</vt:lpstr>
      <vt:lpstr>PowerPoint 演示文稿</vt:lpstr>
      <vt:lpstr>PowerPoint 演示文稿</vt:lpstr>
      <vt:lpstr>PowerPoint 演示文稿</vt:lpstr>
      <vt:lpstr>输入一个整数, 判断它是奇数还是偶数并打印出来。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switch语句</vt:lpstr>
      <vt:lpstr>PowerPoint 演示文稿</vt:lpstr>
      <vt:lpstr>注意:</vt:lpstr>
      <vt:lpstr>PowerPoint 演示文稿</vt:lpstr>
      <vt:lpstr>多个case共用一组语句</vt:lpstr>
      <vt:lpstr>PowerPoint 演示文稿</vt:lpstr>
      <vt:lpstr>switch 语句流程图  (不带break)</vt:lpstr>
      <vt:lpstr>PowerPoint 演示文稿</vt:lpstr>
      <vt:lpstr>任意输入两个数和一个运算符,  输出运算结果。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胡勇</Manager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鲍广华</dc:creator>
  <cp:lastModifiedBy>Administrator</cp:lastModifiedBy>
  <cp:revision>336</cp:revision>
  <cp:lastPrinted>1899-12-30T00:00:00Z</cp:lastPrinted>
  <dcterms:created xsi:type="dcterms:W3CDTF">2011-12-08T15:41:23Z</dcterms:created>
  <dcterms:modified xsi:type="dcterms:W3CDTF">2025-01-05T03:13:21Z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