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59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00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36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20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57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73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46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50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2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320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30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686F592-5772-4BE3-8028-BE8FAACBEED6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7843979-B72B-495F-BA97-E4047C4CB2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1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8800" dirty="0" smtClean="0"/>
              <a:t>第</a:t>
            </a:r>
            <a:r>
              <a:rPr lang="en-US" altLang="zh-CN" sz="8800" dirty="0" smtClean="0"/>
              <a:t>2</a:t>
            </a:r>
            <a:r>
              <a:rPr lang="zh-CN" altLang="en-US" sz="8800" dirty="0" smtClean="0"/>
              <a:t>章传输控制协议</a:t>
            </a:r>
            <a:endParaRPr lang="zh-CN" altLang="en-US" sz="8800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99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8664" y="45699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800" dirty="0" smtClean="0"/>
              <a:t>2.1 TRANSMISSION CONTROL PROTOCOL(TCP)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8664" y="1584070"/>
            <a:ext cx="10058400" cy="459517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TCP provides connections between clients and servers. </a:t>
            </a:r>
            <a:r>
              <a:rPr lang="en-US" altLang="zh-CN" dirty="0" smtClean="0">
                <a:solidFill>
                  <a:srgbClr val="FF0000"/>
                </a:solidFill>
              </a:rPr>
              <a:t>A TCP client establishes a connection with a given server, exchanges data with that server across the connection, and then terminates the connection.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When TCP sends data to other end, it requires an acknowledgment in return. </a:t>
            </a:r>
            <a:r>
              <a:rPr lang="en-US" altLang="zh-CN" dirty="0" smtClean="0">
                <a:solidFill>
                  <a:srgbClr val="FF0000"/>
                </a:solidFill>
              </a:rPr>
              <a:t>If an acknowledgment is not received, TCP automatically transmits the data and waits a longer amount of time. </a:t>
            </a:r>
            <a:r>
              <a:rPr lang="en-US" altLang="zh-CN" dirty="0" smtClean="0"/>
              <a:t>After some number of retransmissions, TCP will give up.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TCP contains algorithms to estimate the Round-Trip Time (RTT) between a client and server dynamically so that it knows how long to wait for an acknowledgment.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A TCP connection is full-duplex.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35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8664" y="45699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2.2 TCP Connection establishment and termination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330" y="1584070"/>
            <a:ext cx="6078544" cy="4857012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The following scenario occurs when a TCP connection is established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server must be prepared to accept an incoming connection. This is normally done by calling </a:t>
            </a:r>
            <a:r>
              <a:rPr lang="en-US" altLang="zh-CN" i="1" u="sng" dirty="0" smtClean="0">
                <a:solidFill>
                  <a:srgbClr val="FF0000"/>
                </a:solidFill>
              </a:rPr>
              <a:t>socket, bind, and listen</a:t>
            </a:r>
            <a:r>
              <a:rPr lang="en-US" altLang="zh-CN" i="1" u="sng" dirty="0" smtClean="0"/>
              <a:t> </a:t>
            </a:r>
            <a:r>
              <a:rPr lang="en-US" altLang="zh-CN" dirty="0" smtClean="0"/>
              <a:t>and is called a passive open.</a:t>
            </a:r>
            <a:endParaRPr lang="en-US" altLang="zh-CN" dirty="0" smtClean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client issues an active open by calling </a:t>
            </a:r>
            <a:r>
              <a:rPr lang="en-US" altLang="zh-CN" i="1" u="sng" dirty="0" smtClean="0">
                <a:solidFill>
                  <a:srgbClr val="FF0000"/>
                </a:solidFill>
              </a:rPr>
              <a:t>connect</a:t>
            </a:r>
            <a:r>
              <a:rPr lang="en-US" altLang="zh-CN" dirty="0" smtClean="0"/>
              <a:t>. This causes the client TCP to send a SYN segment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server must acknowledge(ACK) the client’s SYN and the server must also send its own SYN to the client.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client must acknowledge the server’s SYN.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06095" y="3017213"/>
            <a:ext cx="53149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6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8664" y="45699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2.2 TCP Connection establishment and termination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330" y="1584070"/>
            <a:ext cx="6078544" cy="485701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The following scenario occurs when a TCP connection is terminated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One application calls </a:t>
            </a:r>
            <a:r>
              <a:rPr lang="en-US" altLang="zh-CN" sz="2100" i="1" u="sng" dirty="0">
                <a:solidFill>
                  <a:srgbClr val="FF0000"/>
                </a:solidFill>
              </a:rPr>
              <a:t>close</a:t>
            </a:r>
            <a:r>
              <a:rPr lang="en-US" altLang="zh-CN" dirty="0" smtClean="0"/>
              <a:t> first, and we say that this end performs the active close.</a:t>
            </a:r>
            <a:endParaRPr lang="en-US" altLang="zh-CN" dirty="0" smtClean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other end that receives the FIN performs the passive close. The received FIN is acknowledged by TCP.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application that received the end-of-file will close its socket. This causes its TCP to send a FIN.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 smtClean="0"/>
              <a:t>The TCP on the system that receives this final FIN acknowledges the FIN.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681" y="2917201"/>
            <a:ext cx="44386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7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3625" y="914822"/>
            <a:ext cx="6048375" cy="534352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4371" y="6584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2.3 STATE TRANSITION DIAGRAM</a:t>
            </a:r>
            <a:endParaRPr lang="zh-CN" altLang="en-US" sz="4000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47836" y="1653061"/>
            <a:ext cx="5595790" cy="48570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The figure shows the actual packet exchange that takes place for a complete TCP connection: the connection establishment, data transfer, and connection termination.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Once a connection is established, the client forms a request and sends it to the server. The server processes the request and sends a reply. Notice that the acknowledgement of client’s request is sent with the server’s reply.</a:t>
            </a:r>
          </a:p>
        </p:txBody>
      </p:sp>
    </p:spTree>
    <p:extLst>
      <p:ext uri="{BB962C8B-B14F-4D97-AF65-F5344CB8AC3E}">
        <p14:creationId xmlns:p14="http://schemas.microsoft.com/office/powerpoint/2010/main" val="323741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371" y="65840"/>
            <a:ext cx="10058400" cy="1609344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2.3 STATE TRANSITION DIAGRAM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371" y="1926467"/>
            <a:ext cx="6078544" cy="48570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The operation of TCP with regard to connection establishment and connection termination can be specified with a state transition diagram.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There are 11 different states defined for a connection and the rules of TCP dictate the transitions from one state to another, based on the current state and the segment received in that state.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874" y="173210"/>
            <a:ext cx="5240714" cy="653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99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头类型">
  <a:themeElements>
    <a:clrScheme name="木头类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头类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头类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97</TotalTime>
  <Words>441</Words>
  <Application>Microsoft Office PowerPoint</Application>
  <PresentationFormat>宽屏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方正姚体</vt:lpstr>
      <vt:lpstr>Rockwell</vt:lpstr>
      <vt:lpstr>Rockwell Condensed</vt:lpstr>
      <vt:lpstr>Wingdings</vt:lpstr>
      <vt:lpstr>木头类型</vt:lpstr>
      <vt:lpstr>第2章传输控制协议</vt:lpstr>
      <vt:lpstr>2.1 TRANSMISSION CONTROL PROTOCOL(TCP)</vt:lpstr>
      <vt:lpstr>2.2 TCP Connection establishment and termination</vt:lpstr>
      <vt:lpstr>2.2 TCP Connection establishment and termination</vt:lpstr>
      <vt:lpstr>2.3 STATE TRANSITION DIAGRAM</vt:lpstr>
      <vt:lpstr>2.3 STATE TRANSITION DIAGRAM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UNIX网络编程</dc:title>
  <dc:creator>Microsoft 帐户</dc:creator>
  <cp:lastModifiedBy>Microsoft 帐户</cp:lastModifiedBy>
  <cp:revision>20</cp:revision>
  <dcterms:created xsi:type="dcterms:W3CDTF">2023-03-06T02:06:59Z</dcterms:created>
  <dcterms:modified xsi:type="dcterms:W3CDTF">2023-03-06T03:46:48Z</dcterms:modified>
</cp:coreProperties>
</file>