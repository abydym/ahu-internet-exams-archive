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50" d="100"/>
          <a:sy n="150" d="100"/>
        </p:scale>
        <p:origin x="660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908E1-AD10-4C2D-B8FD-35D9B496D7A7}" type="datetimeFigureOut">
              <a:rPr lang="zh-CN" altLang="en-US" smtClean="0"/>
              <a:t>2023/4/23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51340-4AD2-4FA9-9041-F51CE820A9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05196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908E1-AD10-4C2D-B8FD-35D9B496D7A7}" type="datetimeFigureOut">
              <a:rPr lang="zh-CN" altLang="en-US" smtClean="0"/>
              <a:t>2023/4/23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51340-4AD2-4FA9-9041-F51CE820A9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72814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908E1-AD10-4C2D-B8FD-35D9B496D7A7}" type="datetimeFigureOut">
              <a:rPr lang="zh-CN" altLang="en-US" smtClean="0"/>
              <a:t>2023/4/23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51340-4AD2-4FA9-9041-F51CE820A9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2971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908E1-AD10-4C2D-B8FD-35D9B496D7A7}" type="datetimeFigureOut">
              <a:rPr lang="zh-CN" altLang="en-US" smtClean="0"/>
              <a:t>2023/4/23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51340-4AD2-4FA9-9041-F51CE820A9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25428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908E1-AD10-4C2D-B8FD-35D9B496D7A7}" type="datetimeFigureOut">
              <a:rPr lang="zh-CN" altLang="en-US" smtClean="0"/>
              <a:t>2023/4/23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51340-4AD2-4FA9-9041-F51CE820A9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93758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908E1-AD10-4C2D-B8FD-35D9B496D7A7}" type="datetimeFigureOut">
              <a:rPr lang="zh-CN" altLang="en-US" smtClean="0"/>
              <a:t>2023/4/23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51340-4AD2-4FA9-9041-F51CE820A9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20311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908E1-AD10-4C2D-B8FD-35D9B496D7A7}" type="datetimeFigureOut">
              <a:rPr lang="zh-CN" altLang="en-US" smtClean="0"/>
              <a:t>2023/4/23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51340-4AD2-4FA9-9041-F51CE820A9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54166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908E1-AD10-4C2D-B8FD-35D9B496D7A7}" type="datetimeFigureOut">
              <a:rPr lang="zh-CN" altLang="en-US" smtClean="0"/>
              <a:t>2023/4/23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51340-4AD2-4FA9-9041-F51CE820A9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4503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908E1-AD10-4C2D-B8FD-35D9B496D7A7}" type="datetimeFigureOut">
              <a:rPr lang="zh-CN" altLang="en-US" smtClean="0"/>
              <a:t>2023/4/23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51340-4AD2-4FA9-9041-F51CE820A9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04256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908E1-AD10-4C2D-B8FD-35D9B496D7A7}" type="datetimeFigureOut">
              <a:rPr lang="zh-CN" altLang="en-US" smtClean="0"/>
              <a:t>2023/4/23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51340-4AD2-4FA9-9041-F51CE820A9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9423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908E1-AD10-4C2D-B8FD-35D9B496D7A7}" type="datetimeFigureOut">
              <a:rPr lang="zh-CN" altLang="en-US" smtClean="0"/>
              <a:t>2023/4/23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51340-4AD2-4FA9-9041-F51CE820A9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22519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1908E1-AD10-4C2D-B8FD-35D9B496D7A7}" type="datetimeFigureOut">
              <a:rPr lang="zh-CN" altLang="en-US" smtClean="0"/>
              <a:t>2023/4/23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651340-4AD2-4FA9-9041-F51CE820A9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89614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431918" y="668998"/>
            <a:ext cx="777441" cy="3222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Server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7383604" y="673026"/>
            <a:ext cx="777441" cy="3222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Client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833756" y="1003337"/>
            <a:ext cx="1877139" cy="37865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Connect to server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875720" y="1003337"/>
            <a:ext cx="1877139" cy="37865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Wait for connection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直接箭头连接符 8"/>
          <p:cNvCxnSpPr>
            <a:stCxn id="6" idx="1"/>
            <a:endCxn id="7" idx="3"/>
          </p:cNvCxnSpPr>
          <p:nvPr/>
        </p:nvCxnSpPr>
        <p:spPr>
          <a:xfrm flipH="1">
            <a:off x="3752859" y="1192662"/>
            <a:ext cx="308089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6833756" y="1739825"/>
            <a:ext cx="1877139" cy="37865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Receive message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" name="直接箭头连接符 12"/>
          <p:cNvCxnSpPr>
            <a:endCxn id="10" idx="1"/>
          </p:cNvCxnSpPr>
          <p:nvPr/>
        </p:nvCxnSpPr>
        <p:spPr>
          <a:xfrm>
            <a:off x="3752859" y="1929150"/>
            <a:ext cx="308089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>
            <a:stCxn id="7" idx="2"/>
          </p:cNvCxnSpPr>
          <p:nvPr/>
        </p:nvCxnSpPr>
        <p:spPr>
          <a:xfrm>
            <a:off x="2814290" y="1381987"/>
            <a:ext cx="0" cy="35783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4046581" y="1665641"/>
            <a:ext cx="777441" cy="3222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Yes</a:t>
            </a:r>
            <a:endParaRPr lang="zh-CN" alt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4364438" y="1647668"/>
            <a:ext cx="1897281" cy="3222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CLIENT_QUEUE_FULL</a:t>
            </a:r>
            <a:endParaRPr lang="zh-CN" alt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3" name="直接箭头连接符 22"/>
          <p:cNvCxnSpPr>
            <a:stCxn id="6" idx="2"/>
            <a:endCxn id="10" idx="0"/>
          </p:cNvCxnSpPr>
          <p:nvPr/>
        </p:nvCxnSpPr>
        <p:spPr>
          <a:xfrm>
            <a:off x="7772326" y="1381987"/>
            <a:ext cx="0" cy="35783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/>
        </p:nvSpPr>
        <p:spPr>
          <a:xfrm>
            <a:off x="2564611" y="2072304"/>
            <a:ext cx="777441" cy="3222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endParaRPr lang="zh-CN" alt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4346919" y="2072304"/>
            <a:ext cx="1897281" cy="3222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WELCOME_MESSAGE</a:t>
            </a:r>
            <a:endParaRPr lang="zh-CN" alt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菱形 25"/>
          <p:cNvSpPr/>
          <p:nvPr/>
        </p:nvSpPr>
        <p:spPr>
          <a:xfrm>
            <a:off x="6218457" y="2497124"/>
            <a:ext cx="3120438" cy="385518"/>
          </a:xfrm>
          <a:prstGeom prst="diamond">
            <a:avLst/>
          </a:prstGeom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WELCOME_MESSAGE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菱形 27"/>
          <p:cNvSpPr/>
          <p:nvPr/>
        </p:nvSpPr>
        <p:spPr>
          <a:xfrm>
            <a:off x="1260421" y="1739825"/>
            <a:ext cx="3120438" cy="385518"/>
          </a:xfrm>
          <a:prstGeom prst="diamond">
            <a:avLst/>
          </a:prstGeom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Clients&gt;MAX_CLIENTS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0" name="直接箭头连接符 29"/>
          <p:cNvCxnSpPr>
            <a:stCxn id="10" idx="2"/>
            <a:endCxn id="26" idx="0"/>
          </p:cNvCxnSpPr>
          <p:nvPr/>
        </p:nvCxnSpPr>
        <p:spPr>
          <a:xfrm>
            <a:off x="7772326" y="2118475"/>
            <a:ext cx="6350" cy="37864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肘形连接符 34"/>
          <p:cNvCxnSpPr>
            <a:stCxn id="28" idx="2"/>
            <a:endCxn id="10" idx="1"/>
          </p:cNvCxnSpPr>
          <p:nvPr/>
        </p:nvCxnSpPr>
        <p:spPr>
          <a:xfrm rot="5400000" flipH="1" flipV="1">
            <a:off x="4729101" y="20689"/>
            <a:ext cx="196193" cy="4013116"/>
          </a:xfrm>
          <a:prstGeom prst="bentConnector4">
            <a:avLst>
              <a:gd name="adj1" fmla="val -116518"/>
              <a:gd name="adj2" fmla="val 79175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矩形 36"/>
          <p:cNvSpPr/>
          <p:nvPr/>
        </p:nvSpPr>
        <p:spPr>
          <a:xfrm>
            <a:off x="9954194" y="2497124"/>
            <a:ext cx="1877139" cy="37865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Quit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9" name="直接箭头连接符 38"/>
          <p:cNvCxnSpPr>
            <a:stCxn id="26" idx="3"/>
            <a:endCxn id="37" idx="1"/>
          </p:cNvCxnSpPr>
          <p:nvPr/>
        </p:nvCxnSpPr>
        <p:spPr>
          <a:xfrm flipV="1">
            <a:off x="9338895" y="2686449"/>
            <a:ext cx="615299" cy="343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 39"/>
          <p:cNvSpPr/>
          <p:nvPr/>
        </p:nvSpPr>
        <p:spPr>
          <a:xfrm>
            <a:off x="9257823" y="2426114"/>
            <a:ext cx="777441" cy="3222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endParaRPr lang="zh-CN" alt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1882069" y="2497124"/>
            <a:ext cx="1877139" cy="37865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child thread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3" name="直接箭头连接符 42"/>
          <p:cNvCxnSpPr>
            <a:stCxn id="28" idx="2"/>
            <a:endCxn id="41" idx="0"/>
          </p:cNvCxnSpPr>
          <p:nvPr/>
        </p:nvCxnSpPr>
        <p:spPr>
          <a:xfrm flipH="1">
            <a:off x="2820639" y="2125343"/>
            <a:ext cx="1" cy="37178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肘形连接符 44"/>
          <p:cNvCxnSpPr>
            <a:stCxn id="28" idx="1"/>
            <a:endCxn id="7" idx="1"/>
          </p:cNvCxnSpPr>
          <p:nvPr/>
        </p:nvCxnSpPr>
        <p:spPr>
          <a:xfrm rot="10800000" flipH="1">
            <a:off x="1260420" y="1192662"/>
            <a:ext cx="615299" cy="739922"/>
          </a:xfrm>
          <a:prstGeom prst="bentConnector3">
            <a:avLst>
              <a:gd name="adj1" fmla="val -37153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矩形 45"/>
          <p:cNvSpPr/>
          <p:nvPr/>
        </p:nvSpPr>
        <p:spPr>
          <a:xfrm>
            <a:off x="790122" y="1647668"/>
            <a:ext cx="777441" cy="3222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Yes</a:t>
            </a:r>
            <a:endParaRPr lang="zh-CN" alt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8" name="肘形连接符 47"/>
          <p:cNvCxnSpPr>
            <a:stCxn id="41" idx="1"/>
            <a:endCxn id="7" idx="1"/>
          </p:cNvCxnSpPr>
          <p:nvPr/>
        </p:nvCxnSpPr>
        <p:spPr>
          <a:xfrm rot="10800000">
            <a:off x="1875721" y="1192663"/>
            <a:ext cx="6349" cy="1493787"/>
          </a:xfrm>
          <a:prstGeom prst="bentConnector3">
            <a:avLst>
              <a:gd name="adj1" fmla="val 13407828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矩形 49"/>
          <p:cNvSpPr/>
          <p:nvPr/>
        </p:nvSpPr>
        <p:spPr>
          <a:xfrm>
            <a:off x="1875719" y="3205951"/>
            <a:ext cx="1877139" cy="37865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Initialize client node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2" name="直接箭头连接符 51"/>
          <p:cNvCxnSpPr>
            <a:stCxn id="41" idx="2"/>
            <a:endCxn id="50" idx="0"/>
          </p:cNvCxnSpPr>
          <p:nvPr/>
        </p:nvCxnSpPr>
        <p:spPr>
          <a:xfrm flipH="1">
            <a:off x="2814289" y="2875774"/>
            <a:ext cx="6350" cy="33017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矩形 52"/>
          <p:cNvSpPr/>
          <p:nvPr/>
        </p:nvSpPr>
        <p:spPr>
          <a:xfrm>
            <a:off x="6840106" y="3205951"/>
            <a:ext cx="1877139" cy="37865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Send the user name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5" name="直接箭头连接符 54"/>
          <p:cNvCxnSpPr>
            <a:stCxn id="26" idx="2"/>
            <a:endCxn id="53" idx="0"/>
          </p:cNvCxnSpPr>
          <p:nvPr/>
        </p:nvCxnSpPr>
        <p:spPr>
          <a:xfrm>
            <a:off x="7778676" y="2882642"/>
            <a:ext cx="0" cy="32330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矩形 55"/>
          <p:cNvSpPr/>
          <p:nvPr/>
        </p:nvSpPr>
        <p:spPr>
          <a:xfrm>
            <a:off x="7539081" y="2848994"/>
            <a:ext cx="777441" cy="3222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Yes</a:t>
            </a:r>
            <a:endParaRPr lang="zh-CN" alt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8" name="直接箭头连接符 57"/>
          <p:cNvCxnSpPr>
            <a:stCxn id="53" idx="1"/>
            <a:endCxn id="50" idx="3"/>
          </p:cNvCxnSpPr>
          <p:nvPr/>
        </p:nvCxnSpPr>
        <p:spPr>
          <a:xfrm flipH="1">
            <a:off x="3752858" y="3395276"/>
            <a:ext cx="308724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矩形 58"/>
          <p:cNvSpPr/>
          <p:nvPr/>
        </p:nvSpPr>
        <p:spPr>
          <a:xfrm>
            <a:off x="4346919" y="3116895"/>
            <a:ext cx="1897281" cy="3222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clientName</a:t>
            </a:r>
            <a:endParaRPr lang="zh-CN" alt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1875718" y="3914778"/>
            <a:ext cx="1877139" cy="37865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Send client information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2" name="直接箭头连接符 61"/>
          <p:cNvCxnSpPr>
            <a:stCxn id="50" idx="2"/>
            <a:endCxn id="60" idx="0"/>
          </p:cNvCxnSpPr>
          <p:nvPr/>
        </p:nvCxnSpPr>
        <p:spPr>
          <a:xfrm flipH="1">
            <a:off x="2814288" y="3584601"/>
            <a:ext cx="1" cy="33017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矩形 63"/>
          <p:cNvSpPr/>
          <p:nvPr/>
        </p:nvSpPr>
        <p:spPr>
          <a:xfrm>
            <a:off x="6840106" y="3914778"/>
            <a:ext cx="1877139" cy="37865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Send the user name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6" name="直接箭头连接符 65"/>
          <p:cNvCxnSpPr>
            <a:stCxn id="60" idx="3"/>
            <a:endCxn id="64" idx="1"/>
          </p:cNvCxnSpPr>
          <p:nvPr/>
        </p:nvCxnSpPr>
        <p:spPr>
          <a:xfrm>
            <a:off x="3752857" y="4104103"/>
            <a:ext cx="308724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矩形 66"/>
          <p:cNvSpPr/>
          <p:nvPr/>
        </p:nvSpPr>
        <p:spPr>
          <a:xfrm>
            <a:off x="4302422" y="3830319"/>
            <a:ext cx="2021311" cy="3222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connfd</a:t>
            </a:r>
            <a:r>
              <a:rPr lang="en-US" altLang="zh-CN" sz="1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1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clientID</a:t>
            </a:r>
            <a:r>
              <a:rPr lang="en-US" altLang="zh-CN" sz="1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1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clientName</a:t>
            </a:r>
            <a:r>
              <a:rPr lang="en-US" altLang="zh-CN" sz="1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TID</a:t>
            </a:r>
            <a:endParaRPr lang="zh-CN" alt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9" name="直接箭头连接符 68"/>
          <p:cNvCxnSpPr>
            <a:stCxn id="53" idx="2"/>
            <a:endCxn id="64" idx="0"/>
          </p:cNvCxnSpPr>
          <p:nvPr/>
        </p:nvCxnSpPr>
        <p:spPr>
          <a:xfrm>
            <a:off x="7778676" y="3584601"/>
            <a:ext cx="0" cy="33017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矩形 71"/>
          <p:cNvSpPr/>
          <p:nvPr/>
        </p:nvSpPr>
        <p:spPr>
          <a:xfrm>
            <a:off x="6840106" y="4623604"/>
            <a:ext cx="1877139" cy="37865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Obtain and send command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4" name="直接箭头连接符 73"/>
          <p:cNvCxnSpPr>
            <a:stCxn id="64" idx="2"/>
            <a:endCxn id="72" idx="0"/>
          </p:cNvCxnSpPr>
          <p:nvPr/>
        </p:nvCxnSpPr>
        <p:spPr>
          <a:xfrm>
            <a:off x="7778676" y="4293428"/>
            <a:ext cx="0" cy="33017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矩形 74"/>
          <p:cNvSpPr/>
          <p:nvPr/>
        </p:nvSpPr>
        <p:spPr>
          <a:xfrm>
            <a:off x="1875717" y="4623604"/>
            <a:ext cx="1877139" cy="37865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Provide service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7" name="直接箭头连接符 76"/>
          <p:cNvCxnSpPr>
            <a:stCxn id="72" idx="1"/>
            <a:endCxn id="75" idx="3"/>
          </p:cNvCxnSpPr>
          <p:nvPr/>
        </p:nvCxnSpPr>
        <p:spPr>
          <a:xfrm flipH="1">
            <a:off x="3752856" y="4812929"/>
            <a:ext cx="308725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矩形 77"/>
          <p:cNvSpPr/>
          <p:nvPr/>
        </p:nvSpPr>
        <p:spPr>
          <a:xfrm>
            <a:off x="4343469" y="4539145"/>
            <a:ext cx="2021311" cy="3222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command</a:t>
            </a:r>
            <a:endParaRPr lang="zh-CN" alt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0" name="直接箭头连接符 79"/>
          <p:cNvCxnSpPr>
            <a:stCxn id="60" idx="2"/>
            <a:endCxn id="75" idx="0"/>
          </p:cNvCxnSpPr>
          <p:nvPr/>
        </p:nvCxnSpPr>
        <p:spPr>
          <a:xfrm flipH="1">
            <a:off x="2814287" y="4293428"/>
            <a:ext cx="1" cy="33017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肘形连接符 81"/>
          <p:cNvCxnSpPr>
            <a:stCxn id="75" idx="2"/>
            <a:endCxn id="72" idx="2"/>
          </p:cNvCxnSpPr>
          <p:nvPr/>
        </p:nvCxnSpPr>
        <p:spPr>
          <a:xfrm rot="16200000" flipH="1">
            <a:off x="5296481" y="2520059"/>
            <a:ext cx="12700" cy="4964389"/>
          </a:xfrm>
          <a:prstGeom prst="bentConnector3">
            <a:avLst>
              <a:gd name="adj1" fmla="val 180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肘形连接符 83"/>
          <p:cNvCxnSpPr>
            <a:stCxn id="72" idx="3"/>
            <a:endCxn id="72" idx="0"/>
          </p:cNvCxnSpPr>
          <p:nvPr/>
        </p:nvCxnSpPr>
        <p:spPr>
          <a:xfrm flipH="1" flipV="1">
            <a:off x="7778676" y="4623604"/>
            <a:ext cx="938569" cy="189325"/>
          </a:xfrm>
          <a:prstGeom prst="bentConnector4">
            <a:avLst>
              <a:gd name="adj1" fmla="val -24356"/>
              <a:gd name="adj2" fmla="val 220745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肘形连接符 85"/>
          <p:cNvCxnSpPr>
            <a:stCxn id="75" idx="1"/>
            <a:endCxn id="75" idx="0"/>
          </p:cNvCxnSpPr>
          <p:nvPr/>
        </p:nvCxnSpPr>
        <p:spPr>
          <a:xfrm rot="10800000" flipH="1">
            <a:off x="1875717" y="4623605"/>
            <a:ext cx="938570" cy="189325"/>
          </a:xfrm>
          <a:prstGeom prst="bentConnector4">
            <a:avLst>
              <a:gd name="adj1" fmla="val -24356"/>
              <a:gd name="adj2" fmla="val 220745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27641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53</Words>
  <Application>Microsoft Office PowerPoint</Application>
  <PresentationFormat>宽屏</PresentationFormat>
  <Paragraphs>25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宋体</vt:lpstr>
      <vt:lpstr>Arial</vt:lpstr>
      <vt:lpstr>Calibri</vt:lpstr>
      <vt:lpstr>Calibri Light</vt:lpstr>
      <vt:lpstr>Times New Roman</vt:lpstr>
      <vt:lpstr>Office 主题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帐户</dc:creator>
  <cp:lastModifiedBy>Microsoft 帐户</cp:lastModifiedBy>
  <cp:revision>6</cp:revision>
  <dcterms:created xsi:type="dcterms:W3CDTF">2023-04-23T10:09:51Z</dcterms:created>
  <dcterms:modified xsi:type="dcterms:W3CDTF">2023-04-23T10:32:54Z</dcterms:modified>
</cp:coreProperties>
</file>